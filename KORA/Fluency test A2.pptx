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5" r:id="rId1"/>
  </p:sldMasterIdLst>
  <p:notesMasterIdLst>
    <p:notesMasterId r:id="rId9"/>
  </p:notesMasterIdLst>
  <p:sldIdLst>
    <p:sldId id="256" r:id="rId2"/>
    <p:sldId id="259" r:id="rId3"/>
    <p:sldId id="260" r:id="rId4"/>
    <p:sldId id="266" r:id="rId5"/>
    <p:sldId id="269" r:id="rId6"/>
    <p:sldId id="273" r:id="rId7"/>
    <p:sldId id="274" r:id="rId8"/>
  </p:sldIdLst>
  <p:sldSz cx="9144000" cy="5143500" type="screen16x9"/>
  <p:notesSz cx="6858000" cy="9144000"/>
  <p:embeddedFontLst>
    <p:embeddedFont>
      <p:font typeface="Nunito" panose="020B0604020202020204" charset="0"/>
      <p:regular r:id="rId10"/>
      <p:bold r:id="rId11"/>
      <p:italic r:id="rId12"/>
      <p:boldItalic r:id="rId13"/>
    </p:embeddedFont>
    <p:embeddedFont>
      <p:font typeface="McLaren" panose="020B0604020202020204" charset="0"/>
      <p:regular r:id="rId14"/>
    </p:embeddedFont>
    <p:embeddedFont>
      <p:font typeface="Bebas Neue" panose="020B0604020202020204" charset="0"/>
      <p:regular r:id="rId1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1EEC24A-672E-4FA5-90E2-10C195EC3D25}">
  <a:tblStyle styleId="{11EEC24A-672E-4FA5-90E2-10C195EC3D25}"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8" d="100"/>
          <a:sy n="98" d="100"/>
        </p:scale>
        <p:origin x="57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font" Target="fonts/font6.fntdata"/><Relationship Id="rId10" Type="http://schemas.openxmlformats.org/officeDocument/2006/relationships/font" Target="fonts/font1.fntdata"/><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font" Target="fonts/font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 name="Google Shape;227;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g16d9148d7ac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8" name="Google Shape;358;g16d9148d7ac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0"/>
        <p:cNvGrpSpPr/>
        <p:nvPr/>
      </p:nvGrpSpPr>
      <p:grpSpPr>
        <a:xfrm>
          <a:off x="0" y="0"/>
          <a:ext cx="0" cy="0"/>
          <a:chOff x="0" y="0"/>
          <a:chExt cx="0" cy="0"/>
        </a:xfrm>
      </p:grpSpPr>
      <p:sp>
        <p:nvSpPr>
          <p:cNvPr id="571" name="Google Shape;571;g16ffce89ddd_0_1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2" name="Google Shape;572;g16ffce89ddd_0_1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8"/>
        <p:cNvGrpSpPr/>
        <p:nvPr/>
      </p:nvGrpSpPr>
      <p:grpSpPr>
        <a:xfrm>
          <a:off x="0" y="0"/>
          <a:ext cx="0" cy="0"/>
          <a:chOff x="0" y="0"/>
          <a:chExt cx="0" cy="0"/>
        </a:xfrm>
      </p:grpSpPr>
      <p:sp>
        <p:nvSpPr>
          <p:cNvPr id="1189" name="Google Shape;1189;g16ffce89ddd_0_16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0" name="Google Shape;1190;g16ffce89ddd_0_16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2"/>
        <p:cNvGrpSpPr/>
        <p:nvPr/>
      </p:nvGrpSpPr>
      <p:grpSpPr>
        <a:xfrm>
          <a:off x="0" y="0"/>
          <a:ext cx="0" cy="0"/>
          <a:chOff x="0" y="0"/>
          <a:chExt cx="0" cy="0"/>
        </a:xfrm>
      </p:grpSpPr>
      <p:sp>
        <p:nvSpPr>
          <p:cNvPr id="1483" name="Google Shape;1483;g16e4bc26edf_3_11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4" name="Google Shape;1484;g16e4bc26edf_3_11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5"/>
        <p:cNvGrpSpPr/>
        <p:nvPr/>
      </p:nvGrpSpPr>
      <p:grpSpPr>
        <a:xfrm>
          <a:off x="0" y="0"/>
          <a:ext cx="0" cy="0"/>
          <a:chOff x="0" y="0"/>
          <a:chExt cx="0" cy="0"/>
        </a:xfrm>
      </p:grpSpPr>
      <p:sp>
        <p:nvSpPr>
          <p:cNvPr id="1746" name="Google Shape;1746;g16ffce89ddd_0_16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7" name="Google Shape;1747;g16ffce89ddd_0_16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4"/>
        <p:cNvGrpSpPr/>
        <p:nvPr/>
      </p:nvGrpSpPr>
      <p:grpSpPr>
        <a:xfrm>
          <a:off x="0" y="0"/>
          <a:ext cx="0" cy="0"/>
          <a:chOff x="0" y="0"/>
          <a:chExt cx="0" cy="0"/>
        </a:xfrm>
      </p:grpSpPr>
      <p:sp>
        <p:nvSpPr>
          <p:cNvPr id="965" name="Google Shape;965;g16e4bc26edf_3_7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6" name="Google Shape;966;g16e4bc26edf_3_7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833622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220538" y="1669675"/>
            <a:ext cx="6702900" cy="1737900"/>
          </a:xfrm>
          <a:prstGeom prst="rect">
            <a:avLst/>
          </a:prstGeom>
        </p:spPr>
        <p:txBody>
          <a:bodyPr spcFirstLastPara="1" wrap="square" lIns="91425" tIns="91425" rIns="91425" bIns="91425" anchor="b" anchorCtr="0">
            <a:noAutofit/>
          </a:bodyPr>
          <a:lstStyle>
            <a:lvl1pPr lvl="0">
              <a:spcBef>
                <a:spcPts val="0"/>
              </a:spcBef>
              <a:spcAft>
                <a:spcPts val="0"/>
              </a:spcAft>
              <a:buClr>
                <a:srgbClr val="191919"/>
              </a:buClr>
              <a:buSzPts val="5200"/>
              <a:buNone/>
              <a:defRPr sz="4800" b="1"/>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2307588" y="3426080"/>
            <a:ext cx="4528800" cy="4758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
        <p:nvSpPr>
          <p:cNvPr id="11" name="Google Shape;11;p2"/>
          <p:cNvSpPr txBox="1">
            <a:spLocks noGrp="1"/>
          </p:cNvSpPr>
          <p:nvPr>
            <p:ph type="subTitle" idx="2"/>
          </p:nvPr>
        </p:nvSpPr>
        <p:spPr>
          <a:xfrm>
            <a:off x="1607538" y="1179700"/>
            <a:ext cx="5928900" cy="475800"/>
          </a:xfrm>
          <a:prstGeom prst="rect">
            <a:avLst/>
          </a:prstGeom>
          <a:solidFill>
            <a:schemeClr val="dk1"/>
          </a:solidFill>
          <a:ln w="28575" cap="flat" cmpd="sng">
            <a:solidFill>
              <a:schemeClr val="accent4"/>
            </a:solidFill>
            <a:prstDash val="solid"/>
            <a:round/>
            <a:headEnd type="none" w="sm" len="sm"/>
            <a:tailEnd type="none" w="sm" len="sm"/>
          </a:ln>
          <a:effectLst>
            <a:outerShdw blurRad="57150" dist="19050" dir="5400000" algn="bl" rotWithShape="0">
              <a:schemeClr val="accent3">
                <a:alpha val="50000"/>
              </a:schemeClr>
            </a:outerShdw>
          </a:effectLst>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2100">
                <a:solidFill>
                  <a:schemeClr val="accent4"/>
                </a:solidFill>
                <a:latin typeface="McLaren"/>
                <a:ea typeface="McLaren"/>
                <a:cs typeface="McLaren"/>
                <a:sym typeface="McLaren"/>
              </a:defRPr>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sp>
        <p:nvSpPr>
          <p:cNvPr id="12" name="Google Shape;12;p2"/>
          <p:cNvSpPr/>
          <p:nvPr/>
        </p:nvSpPr>
        <p:spPr>
          <a:xfrm flipH="1">
            <a:off x="2388081" y="4695875"/>
            <a:ext cx="470318" cy="282210"/>
          </a:xfrm>
          <a:custGeom>
            <a:avLst/>
            <a:gdLst/>
            <a:ahLst/>
            <a:cxnLst/>
            <a:rect l="l" t="t" r="r" b="b"/>
            <a:pathLst>
              <a:path w="20037" h="12023" extrusionOk="0">
                <a:moveTo>
                  <a:pt x="8223" y="1"/>
                </a:moveTo>
                <a:lnTo>
                  <a:pt x="7739" y="139"/>
                </a:lnTo>
                <a:lnTo>
                  <a:pt x="7324" y="415"/>
                </a:lnTo>
                <a:lnTo>
                  <a:pt x="7117" y="623"/>
                </a:lnTo>
                <a:lnTo>
                  <a:pt x="6979" y="830"/>
                </a:lnTo>
                <a:lnTo>
                  <a:pt x="6703" y="1245"/>
                </a:lnTo>
                <a:lnTo>
                  <a:pt x="6703" y="1521"/>
                </a:lnTo>
                <a:lnTo>
                  <a:pt x="6703" y="1797"/>
                </a:lnTo>
                <a:lnTo>
                  <a:pt x="6703" y="2074"/>
                </a:lnTo>
                <a:lnTo>
                  <a:pt x="6772" y="2281"/>
                </a:lnTo>
                <a:lnTo>
                  <a:pt x="6219" y="1866"/>
                </a:lnTo>
                <a:lnTo>
                  <a:pt x="5666" y="1521"/>
                </a:lnTo>
                <a:lnTo>
                  <a:pt x="5045" y="1245"/>
                </a:lnTo>
                <a:lnTo>
                  <a:pt x="4354" y="1106"/>
                </a:lnTo>
                <a:lnTo>
                  <a:pt x="3732" y="1037"/>
                </a:lnTo>
                <a:lnTo>
                  <a:pt x="3041" y="1106"/>
                </a:lnTo>
                <a:lnTo>
                  <a:pt x="2695" y="1245"/>
                </a:lnTo>
                <a:lnTo>
                  <a:pt x="2419" y="1383"/>
                </a:lnTo>
                <a:lnTo>
                  <a:pt x="2143" y="1590"/>
                </a:lnTo>
                <a:lnTo>
                  <a:pt x="1935" y="1797"/>
                </a:lnTo>
                <a:lnTo>
                  <a:pt x="1728" y="2074"/>
                </a:lnTo>
                <a:lnTo>
                  <a:pt x="1590" y="2419"/>
                </a:lnTo>
                <a:lnTo>
                  <a:pt x="1452" y="2695"/>
                </a:lnTo>
                <a:lnTo>
                  <a:pt x="1383" y="3041"/>
                </a:lnTo>
                <a:lnTo>
                  <a:pt x="1383" y="3663"/>
                </a:lnTo>
                <a:lnTo>
                  <a:pt x="1521" y="4354"/>
                </a:lnTo>
                <a:lnTo>
                  <a:pt x="1797" y="4975"/>
                </a:lnTo>
                <a:lnTo>
                  <a:pt x="2143" y="5528"/>
                </a:lnTo>
                <a:lnTo>
                  <a:pt x="2557" y="6012"/>
                </a:lnTo>
                <a:lnTo>
                  <a:pt x="2972" y="6495"/>
                </a:lnTo>
                <a:lnTo>
                  <a:pt x="1935" y="6495"/>
                </a:lnTo>
                <a:lnTo>
                  <a:pt x="1383" y="6564"/>
                </a:lnTo>
                <a:lnTo>
                  <a:pt x="899" y="6772"/>
                </a:lnTo>
                <a:lnTo>
                  <a:pt x="692" y="6910"/>
                </a:lnTo>
                <a:lnTo>
                  <a:pt x="485" y="7186"/>
                </a:lnTo>
                <a:lnTo>
                  <a:pt x="277" y="7394"/>
                </a:lnTo>
                <a:lnTo>
                  <a:pt x="139" y="7670"/>
                </a:lnTo>
                <a:lnTo>
                  <a:pt x="70" y="7946"/>
                </a:lnTo>
                <a:lnTo>
                  <a:pt x="1" y="8223"/>
                </a:lnTo>
                <a:lnTo>
                  <a:pt x="1" y="8568"/>
                </a:lnTo>
                <a:lnTo>
                  <a:pt x="1" y="8844"/>
                </a:lnTo>
                <a:lnTo>
                  <a:pt x="139" y="9466"/>
                </a:lnTo>
                <a:lnTo>
                  <a:pt x="485" y="9950"/>
                </a:lnTo>
                <a:lnTo>
                  <a:pt x="830" y="10433"/>
                </a:lnTo>
                <a:lnTo>
                  <a:pt x="1314" y="10848"/>
                </a:lnTo>
                <a:lnTo>
                  <a:pt x="1797" y="11193"/>
                </a:lnTo>
                <a:lnTo>
                  <a:pt x="2419" y="11401"/>
                </a:lnTo>
                <a:lnTo>
                  <a:pt x="2972" y="11608"/>
                </a:lnTo>
                <a:lnTo>
                  <a:pt x="3594" y="11746"/>
                </a:lnTo>
                <a:lnTo>
                  <a:pt x="4285" y="11884"/>
                </a:lnTo>
                <a:lnTo>
                  <a:pt x="5045" y="11953"/>
                </a:lnTo>
                <a:lnTo>
                  <a:pt x="6495" y="12023"/>
                </a:lnTo>
                <a:lnTo>
                  <a:pt x="9466" y="12023"/>
                </a:lnTo>
                <a:lnTo>
                  <a:pt x="13128" y="11953"/>
                </a:lnTo>
                <a:lnTo>
                  <a:pt x="15270" y="11884"/>
                </a:lnTo>
                <a:lnTo>
                  <a:pt x="16030" y="11815"/>
                </a:lnTo>
                <a:lnTo>
                  <a:pt x="16583" y="11746"/>
                </a:lnTo>
                <a:lnTo>
                  <a:pt x="17412" y="11539"/>
                </a:lnTo>
                <a:lnTo>
                  <a:pt x="18172" y="11124"/>
                </a:lnTo>
                <a:lnTo>
                  <a:pt x="18862" y="10641"/>
                </a:lnTo>
                <a:lnTo>
                  <a:pt x="19208" y="10364"/>
                </a:lnTo>
                <a:lnTo>
                  <a:pt x="19484" y="10088"/>
                </a:lnTo>
                <a:lnTo>
                  <a:pt x="19761" y="9535"/>
                </a:lnTo>
                <a:lnTo>
                  <a:pt x="20037" y="8983"/>
                </a:lnTo>
                <a:lnTo>
                  <a:pt x="20037" y="8706"/>
                </a:lnTo>
                <a:lnTo>
                  <a:pt x="20037" y="8430"/>
                </a:lnTo>
                <a:lnTo>
                  <a:pt x="20037" y="8154"/>
                </a:lnTo>
                <a:lnTo>
                  <a:pt x="19899" y="7877"/>
                </a:lnTo>
                <a:lnTo>
                  <a:pt x="19761" y="7601"/>
                </a:lnTo>
                <a:lnTo>
                  <a:pt x="19553" y="7394"/>
                </a:lnTo>
                <a:lnTo>
                  <a:pt x="19139" y="7048"/>
                </a:lnTo>
                <a:lnTo>
                  <a:pt x="18586" y="6841"/>
                </a:lnTo>
                <a:lnTo>
                  <a:pt x="17964" y="6703"/>
                </a:lnTo>
                <a:lnTo>
                  <a:pt x="17273" y="6564"/>
                </a:lnTo>
                <a:lnTo>
                  <a:pt x="16168" y="6564"/>
                </a:lnTo>
                <a:lnTo>
                  <a:pt x="15823" y="6634"/>
                </a:lnTo>
                <a:lnTo>
                  <a:pt x="15477" y="6772"/>
                </a:lnTo>
                <a:lnTo>
                  <a:pt x="15201" y="6979"/>
                </a:lnTo>
                <a:lnTo>
                  <a:pt x="15408" y="6634"/>
                </a:lnTo>
                <a:lnTo>
                  <a:pt x="15615" y="6288"/>
                </a:lnTo>
                <a:lnTo>
                  <a:pt x="15823" y="5874"/>
                </a:lnTo>
                <a:lnTo>
                  <a:pt x="15892" y="5459"/>
                </a:lnTo>
                <a:lnTo>
                  <a:pt x="15892" y="5044"/>
                </a:lnTo>
                <a:lnTo>
                  <a:pt x="15823" y="4630"/>
                </a:lnTo>
                <a:lnTo>
                  <a:pt x="15684" y="4284"/>
                </a:lnTo>
                <a:lnTo>
                  <a:pt x="15477" y="3939"/>
                </a:lnTo>
                <a:lnTo>
                  <a:pt x="15063" y="3663"/>
                </a:lnTo>
                <a:lnTo>
                  <a:pt x="14648" y="3455"/>
                </a:lnTo>
                <a:lnTo>
                  <a:pt x="14233" y="3386"/>
                </a:lnTo>
                <a:lnTo>
                  <a:pt x="13750" y="3317"/>
                </a:lnTo>
                <a:lnTo>
                  <a:pt x="13197" y="3386"/>
                </a:lnTo>
                <a:lnTo>
                  <a:pt x="12575" y="3455"/>
                </a:lnTo>
                <a:lnTo>
                  <a:pt x="12092" y="3732"/>
                </a:lnTo>
                <a:lnTo>
                  <a:pt x="11815" y="3870"/>
                </a:lnTo>
                <a:lnTo>
                  <a:pt x="11608" y="4077"/>
                </a:lnTo>
                <a:lnTo>
                  <a:pt x="11608" y="3386"/>
                </a:lnTo>
                <a:lnTo>
                  <a:pt x="11470" y="2695"/>
                </a:lnTo>
                <a:lnTo>
                  <a:pt x="11194" y="2074"/>
                </a:lnTo>
                <a:lnTo>
                  <a:pt x="10848" y="1452"/>
                </a:lnTo>
                <a:lnTo>
                  <a:pt x="10572" y="1037"/>
                </a:lnTo>
                <a:lnTo>
                  <a:pt x="10157" y="692"/>
                </a:lnTo>
                <a:lnTo>
                  <a:pt x="9743" y="346"/>
                </a:lnTo>
                <a:lnTo>
                  <a:pt x="9259" y="139"/>
                </a:lnTo>
                <a:lnTo>
                  <a:pt x="8775" y="1"/>
                </a:lnTo>
                <a:close/>
              </a:path>
            </a:pathLst>
          </a:custGeom>
          <a:solidFill>
            <a:schemeClr val="accent4"/>
          </a:solidFill>
          <a:ln>
            <a:noFill/>
          </a:ln>
          <a:effectLst>
            <a:outerShdw blurRad="57150" algn="bl" rotWithShape="0">
              <a:schemeClr val="dk1">
                <a:alpha val="2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6171931" y="4695875"/>
            <a:ext cx="470318" cy="282210"/>
          </a:xfrm>
          <a:custGeom>
            <a:avLst/>
            <a:gdLst/>
            <a:ahLst/>
            <a:cxnLst/>
            <a:rect l="l" t="t" r="r" b="b"/>
            <a:pathLst>
              <a:path w="20037" h="12023" extrusionOk="0">
                <a:moveTo>
                  <a:pt x="8223" y="1"/>
                </a:moveTo>
                <a:lnTo>
                  <a:pt x="7739" y="139"/>
                </a:lnTo>
                <a:lnTo>
                  <a:pt x="7324" y="415"/>
                </a:lnTo>
                <a:lnTo>
                  <a:pt x="7117" y="623"/>
                </a:lnTo>
                <a:lnTo>
                  <a:pt x="6979" y="830"/>
                </a:lnTo>
                <a:lnTo>
                  <a:pt x="6703" y="1245"/>
                </a:lnTo>
                <a:lnTo>
                  <a:pt x="6703" y="1521"/>
                </a:lnTo>
                <a:lnTo>
                  <a:pt x="6703" y="1797"/>
                </a:lnTo>
                <a:lnTo>
                  <a:pt x="6703" y="2074"/>
                </a:lnTo>
                <a:lnTo>
                  <a:pt x="6772" y="2281"/>
                </a:lnTo>
                <a:lnTo>
                  <a:pt x="6219" y="1866"/>
                </a:lnTo>
                <a:lnTo>
                  <a:pt x="5666" y="1521"/>
                </a:lnTo>
                <a:lnTo>
                  <a:pt x="5045" y="1245"/>
                </a:lnTo>
                <a:lnTo>
                  <a:pt x="4354" y="1106"/>
                </a:lnTo>
                <a:lnTo>
                  <a:pt x="3732" y="1037"/>
                </a:lnTo>
                <a:lnTo>
                  <a:pt x="3041" y="1106"/>
                </a:lnTo>
                <a:lnTo>
                  <a:pt x="2695" y="1245"/>
                </a:lnTo>
                <a:lnTo>
                  <a:pt x="2419" y="1383"/>
                </a:lnTo>
                <a:lnTo>
                  <a:pt x="2143" y="1590"/>
                </a:lnTo>
                <a:lnTo>
                  <a:pt x="1935" y="1797"/>
                </a:lnTo>
                <a:lnTo>
                  <a:pt x="1728" y="2074"/>
                </a:lnTo>
                <a:lnTo>
                  <a:pt x="1590" y="2419"/>
                </a:lnTo>
                <a:lnTo>
                  <a:pt x="1452" y="2695"/>
                </a:lnTo>
                <a:lnTo>
                  <a:pt x="1383" y="3041"/>
                </a:lnTo>
                <a:lnTo>
                  <a:pt x="1383" y="3663"/>
                </a:lnTo>
                <a:lnTo>
                  <a:pt x="1521" y="4354"/>
                </a:lnTo>
                <a:lnTo>
                  <a:pt x="1797" y="4975"/>
                </a:lnTo>
                <a:lnTo>
                  <a:pt x="2143" y="5528"/>
                </a:lnTo>
                <a:lnTo>
                  <a:pt x="2557" y="6012"/>
                </a:lnTo>
                <a:lnTo>
                  <a:pt x="2972" y="6495"/>
                </a:lnTo>
                <a:lnTo>
                  <a:pt x="1935" y="6495"/>
                </a:lnTo>
                <a:lnTo>
                  <a:pt x="1383" y="6564"/>
                </a:lnTo>
                <a:lnTo>
                  <a:pt x="899" y="6772"/>
                </a:lnTo>
                <a:lnTo>
                  <a:pt x="692" y="6910"/>
                </a:lnTo>
                <a:lnTo>
                  <a:pt x="485" y="7186"/>
                </a:lnTo>
                <a:lnTo>
                  <a:pt x="277" y="7394"/>
                </a:lnTo>
                <a:lnTo>
                  <a:pt x="139" y="7670"/>
                </a:lnTo>
                <a:lnTo>
                  <a:pt x="70" y="7946"/>
                </a:lnTo>
                <a:lnTo>
                  <a:pt x="1" y="8223"/>
                </a:lnTo>
                <a:lnTo>
                  <a:pt x="1" y="8568"/>
                </a:lnTo>
                <a:lnTo>
                  <a:pt x="1" y="8844"/>
                </a:lnTo>
                <a:lnTo>
                  <a:pt x="139" y="9466"/>
                </a:lnTo>
                <a:lnTo>
                  <a:pt x="485" y="9950"/>
                </a:lnTo>
                <a:lnTo>
                  <a:pt x="830" y="10433"/>
                </a:lnTo>
                <a:lnTo>
                  <a:pt x="1314" y="10848"/>
                </a:lnTo>
                <a:lnTo>
                  <a:pt x="1797" y="11193"/>
                </a:lnTo>
                <a:lnTo>
                  <a:pt x="2419" y="11401"/>
                </a:lnTo>
                <a:lnTo>
                  <a:pt x="2972" y="11608"/>
                </a:lnTo>
                <a:lnTo>
                  <a:pt x="3594" y="11746"/>
                </a:lnTo>
                <a:lnTo>
                  <a:pt x="4285" y="11884"/>
                </a:lnTo>
                <a:lnTo>
                  <a:pt x="5045" y="11953"/>
                </a:lnTo>
                <a:lnTo>
                  <a:pt x="6495" y="12023"/>
                </a:lnTo>
                <a:lnTo>
                  <a:pt x="9466" y="12023"/>
                </a:lnTo>
                <a:lnTo>
                  <a:pt x="13128" y="11953"/>
                </a:lnTo>
                <a:lnTo>
                  <a:pt x="15270" y="11884"/>
                </a:lnTo>
                <a:lnTo>
                  <a:pt x="16030" y="11815"/>
                </a:lnTo>
                <a:lnTo>
                  <a:pt x="16583" y="11746"/>
                </a:lnTo>
                <a:lnTo>
                  <a:pt x="17412" y="11539"/>
                </a:lnTo>
                <a:lnTo>
                  <a:pt x="18172" y="11124"/>
                </a:lnTo>
                <a:lnTo>
                  <a:pt x="18862" y="10641"/>
                </a:lnTo>
                <a:lnTo>
                  <a:pt x="19208" y="10364"/>
                </a:lnTo>
                <a:lnTo>
                  <a:pt x="19484" y="10088"/>
                </a:lnTo>
                <a:lnTo>
                  <a:pt x="19761" y="9535"/>
                </a:lnTo>
                <a:lnTo>
                  <a:pt x="20037" y="8983"/>
                </a:lnTo>
                <a:lnTo>
                  <a:pt x="20037" y="8706"/>
                </a:lnTo>
                <a:lnTo>
                  <a:pt x="20037" y="8430"/>
                </a:lnTo>
                <a:lnTo>
                  <a:pt x="20037" y="8154"/>
                </a:lnTo>
                <a:lnTo>
                  <a:pt x="19899" y="7877"/>
                </a:lnTo>
                <a:lnTo>
                  <a:pt x="19761" y="7601"/>
                </a:lnTo>
                <a:lnTo>
                  <a:pt x="19553" y="7394"/>
                </a:lnTo>
                <a:lnTo>
                  <a:pt x="19139" y="7048"/>
                </a:lnTo>
                <a:lnTo>
                  <a:pt x="18586" y="6841"/>
                </a:lnTo>
                <a:lnTo>
                  <a:pt x="17964" y="6703"/>
                </a:lnTo>
                <a:lnTo>
                  <a:pt x="17273" y="6564"/>
                </a:lnTo>
                <a:lnTo>
                  <a:pt x="16168" y="6564"/>
                </a:lnTo>
                <a:lnTo>
                  <a:pt x="15823" y="6634"/>
                </a:lnTo>
                <a:lnTo>
                  <a:pt x="15477" y="6772"/>
                </a:lnTo>
                <a:lnTo>
                  <a:pt x="15201" y="6979"/>
                </a:lnTo>
                <a:lnTo>
                  <a:pt x="15408" y="6634"/>
                </a:lnTo>
                <a:lnTo>
                  <a:pt x="15615" y="6288"/>
                </a:lnTo>
                <a:lnTo>
                  <a:pt x="15823" y="5874"/>
                </a:lnTo>
                <a:lnTo>
                  <a:pt x="15892" y="5459"/>
                </a:lnTo>
                <a:lnTo>
                  <a:pt x="15892" y="5044"/>
                </a:lnTo>
                <a:lnTo>
                  <a:pt x="15823" y="4630"/>
                </a:lnTo>
                <a:lnTo>
                  <a:pt x="15684" y="4284"/>
                </a:lnTo>
                <a:lnTo>
                  <a:pt x="15477" y="3939"/>
                </a:lnTo>
                <a:lnTo>
                  <a:pt x="15063" y="3663"/>
                </a:lnTo>
                <a:lnTo>
                  <a:pt x="14648" y="3455"/>
                </a:lnTo>
                <a:lnTo>
                  <a:pt x="14233" y="3386"/>
                </a:lnTo>
                <a:lnTo>
                  <a:pt x="13750" y="3317"/>
                </a:lnTo>
                <a:lnTo>
                  <a:pt x="13197" y="3386"/>
                </a:lnTo>
                <a:lnTo>
                  <a:pt x="12575" y="3455"/>
                </a:lnTo>
                <a:lnTo>
                  <a:pt x="12092" y="3732"/>
                </a:lnTo>
                <a:lnTo>
                  <a:pt x="11815" y="3870"/>
                </a:lnTo>
                <a:lnTo>
                  <a:pt x="11608" y="4077"/>
                </a:lnTo>
                <a:lnTo>
                  <a:pt x="11608" y="3386"/>
                </a:lnTo>
                <a:lnTo>
                  <a:pt x="11470" y="2695"/>
                </a:lnTo>
                <a:lnTo>
                  <a:pt x="11194" y="2074"/>
                </a:lnTo>
                <a:lnTo>
                  <a:pt x="10848" y="1452"/>
                </a:lnTo>
                <a:lnTo>
                  <a:pt x="10572" y="1037"/>
                </a:lnTo>
                <a:lnTo>
                  <a:pt x="10157" y="692"/>
                </a:lnTo>
                <a:lnTo>
                  <a:pt x="9743" y="346"/>
                </a:lnTo>
                <a:lnTo>
                  <a:pt x="9259" y="139"/>
                </a:lnTo>
                <a:lnTo>
                  <a:pt x="8775" y="1"/>
                </a:lnTo>
                <a:close/>
              </a:path>
            </a:pathLst>
          </a:custGeom>
          <a:solidFill>
            <a:schemeClr val="accent4"/>
          </a:solidFill>
          <a:ln>
            <a:noFill/>
          </a:ln>
          <a:effectLst>
            <a:outerShdw blurRad="57150" algn="bl" rotWithShape="0">
              <a:schemeClr val="dk1">
                <a:alpha val="2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flipH="1">
            <a:off x="-261052" y="773324"/>
            <a:ext cx="553823" cy="332286"/>
          </a:xfrm>
          <a:custGeom>
            <a:avLst/>
            <a:gdLst/>
            <a:ahLst/>
            <a:cxnLst/>
            <a:rect l="l" t="t" r="r" b="b"/>
            <a:pathLst>
              <a:path w="20037" h="12023" extrusionOk="0">
                <a:moveTo>
                  <a:pt x="8223" y="1"/>
                </a:moveTo>
                <a:lnTo>
                  <a:pt x="7739" y="139"/>
                </a:lnTo>
                <a:lnTo>
                  <a:pt x="7324" y="415"/>
                </a:lnTo>
                <a:lnTo>
                  <a:pt x="7117" y="623"/>
                </a:lnTo>
                <a:lnTo>
                  <a:pt x="6979" y="830"/>
                </a:lnTo>
                <a:lnTo>
                  <a:pt x="6703" y="1245"/>
                </a:lnTo>
                <a:lnTo>
                  <a:pt x="6703" y="1521"/>
                </a:lnTo>
                <a:lnTo>
                  <a:pt x="6703" y="1797"/>
                </a:lnTo>
                <a:lnTo>
                  <a:pt x="6703" y="2074"/>
                </a:lnTo>
                <a:lnTo>
                  <a:pt x="6772" y="2281"/>
                </a:lnTo>
                <a:lnTo>
                  <a:pt x="6219" y="1866"/>
                </a:lnTo>
                <a:lnTo>
                  <a:pt x="5666" y="1521"/>
                </a:lnTo>
                <a:lnTo>
                  <a:pt x="5045" y="1245"/>
                </a:lnTo>
                <a:lnTo>
                  <a:pt x="4354" y="1106"/>
                </a:lnTo>
                <a:lnTo>
                  <a:pt x="3732" y="1037"/>
                </a:lnTo>
                <a:lnTo>
                  <a:pt x="3041" y="1106"/>
                </a:lnTo>
                <a:lnTo>
                  <a:pt x="2695" y="1245"/>
                </a:lnTo>
                <a:lnTo>
                  <a:pt x="2419" y="1383"/>
                </a:lnTo>
                <a:lnTo>
                  <a:pt x="2143" y="1590"/>
                </a:lnTo>
                <a:lnTo>
                  <a:pt x="1935" y="1797"/>
                </a:lnTo>
                <a:lnTo>
                  <a:pt x="1728" y="2074"/>
                </a:lnTo>
                <a:lnTo>
                  <a:pt x="1590" y="2419"/>
                </a:lnTo>
                <a:lnTo>
                  <a:pt x="1452" y="2695"/>
                </a:lnTo>
                <a:lnTo>
                  <a:pt x="1383" y="3041"/>
                </a:lnTo>
                <a:lnTo>
                  <a:pt x="1383" y="3663"/>
                </a:lnTo>
                <a:lnTo>
                  <a:pt x="1521" y="4354"/>
                </a:lnTo>
                <a:lnTo>
                  <a:pt x="1797" y="4975"/>
                </a:lnTo>
                <a:lnTo>
                  <a:pt x="2143" y="5528"/>
                </a:lnTo>
                <a:lnTo>
                  <a:pt x="2557" y="6012"/>
                </a:lnTo>
                <a:lnTo>
                  <a:pt x="2972" y="6495"/>
                </a:lnTo>
                <a:lnTo>
                  <a:pt x="1935" y="6495"/>
                </a:lnTo>
                <a:lnTo>
                  <a:pt x="1383" y="6564"/>
                </a:lnTo>
                <a:lnTo>
                  <a:pt x="899" y="6772"/>
                </a:lnTo>
                <a:lnTo>
                  <a:pt x="692" y="6910"/>
                </a:lnTo>
                <a:lnTo>
                  <a:pt x="485" y="7186"/>
                </a:lnTo>
                <a:lnTo>
                  <a:pt x="277" y="7394"/>
                </a:lnTo>
                <a:lnTo>
                  <a:pt x="139" y="7670"/>
                </a:lnTo>
                <a:lnTo>
                  <a:pt x="70" y="7946"/>
                </a:lnTo>
                <a:lnTo>
                  <a:pt x="1" y="8223"/>
                </a:lnTo>
                <a:lnTo>
                  <a:pt x="1" y="8568"/>
                </a:lnTo>
                <a:lnTo>
                  <a:pt x="1" y="8844"/>
                </a:lnTo>
                <a:lnTo>
                  <a:pt x="139" y="9466"/>
                </a:lnTo>
                <a:lnTo>
                  <a:pt x="485" y="9950"/>
                </a:lnTo>
                <a:lnTo>
                  <a:pt x="830" y="10433"/>
                </a:lnTo>
                <a:lnTo>
                  <a:pt x="1314" y="10848"/>
                </a:lnTo>
                <a:lnTo>
                  <a:pt x="1797" y="11193"/>
                </a:lnTo>
                <a:lnTo>
                  <a:pt x="2419" y="11401"/>
                </a:lnTo>
                <a:lnTo>
                  <a:pt x="2972" y="11608"/>
                </a:lnTo>
                <a:lnTo>
                  <a:pt x="3594" y="11746"/>
                </a:lnTo>
                <a:lnTo>
                  <a:pt x="4285" y="11884"/>
                </a:lnTo>
                <a:lnTo>
                  <a:pt x="5045" y="11953"/>
                </a:lnTo>
                <a:lnTo>
                  <a:pt x="6495" y="12023"/>
                </a:lnTo>
                <a:lnTo>
                  <a:pt x="9466" y="12023"/>
                </a:lnTo>
                <a:lnTo>
                  <a:pt x="13128" y="11953"/>
                </a:lnTo>
                <a:lnTo>
                  <a:pt x="15270" y="11884"/>
                </a:lnTo>
                <a:lnTo>
                  <a:pt x="16030" y="11815"/>
                </a:lnTo>
                <a:lnTo>
                  <a:pt x="16583" y="11746"/>
                </a:lnTo>
                <a:lnTo>
                  <a:pt x="17412" y="11539"/>
                </a:lnTo>
                <a:lnTo>
                  <a:pt x="18172" y="11124"/>
                </a:lnTo>
                <a:lnTo>
                  <a:pt x="18862" y="10641"/>
                </a:lnTo>
                <a:lnTo>
                  <a:pt x="19208" y="10364"/>
                </a:lnTo>
                <a:lnTo>
                  <a:pt x="19484" y="10088"/>
                </a:lnTo>
                <a:lnTo>
                  <a:pt x="19761" y="9535"/>
                </a:lnTo>
                <a:lnTo>
                  <a:pt x="20037" y="8983"/>
                </a:lnTo>
                <a:lnTo>
                  <a:pt x="20037" y="8706"/>
                </a:lnTo>
                <a:lnTo>
                  <a:pt x="20037" y="8430"/>
                </a:lnTo>
                <a:lnTo>
                  <a:pt x="20037" y="8154"/>
                </a:lnTo>
                <a:lnTo>
                  <a:pt x="19899" y="7877"/>
                </a:lnTo>
                <a:lnTo>
                  <a:pt x="19761" y="7601"/>
                </a:lnTo>
                <a:lnTo>
                  <a:pt x="19553" y="7394"/>
                </a:lnTo>
                <a:lnTo>
                  <a:pt x="19139" y="7048"/>
                </a:lnTo>
                <a:lnTo>
                  <a:pt x="18586" y="6841"/>
                </a:lnTo>
                <a:lnTo>
                  <a:pt x="17964" y="6703"/>
                </a:lnTo>
                <a:lnTo>
                  <a:pt x="17273" y="6564"/>
                </a:lnTo>
                <a:lnTo>
                  <a:pt x="16168" y="6564"/>
                </a:lnTo>
                <a:lnTo>
                  <a:pt x="15823" y="6634"/>
                </a:lnTo>
                <a:lnTo>
                  <a:pt x="15477" y="6772"/>
                </a:lnTo>
                <a:lnTo>
                  <a:pt x="15201" y="6979"/>
                </a:lnTo>
                <a:lnTo>
                  <a:pt x="15408" y="6634"/>
                </a:lnTo>
                <a:lnTo>
                  <a:pt x="15615" y="6288"/>
                </a:lnTo>
                <a:lnTo>
                  <a:pt x="15823" y="5874"/>
                </a:lnTo>
                <a:lnTo>
                  <a:pt x="15892" y="5459"/>
                </a:lnTo>
                <a:lnTo>
                  <a:pt x="15892" y="5044"/>
                </a:lnTo>
                <a:lnTo>
                  <a:pt x="15823" y="4630"/>
                </a:lnTo>
                <a:lnTo>
                  <a:pt x="15684" y="4284"/>
                </a:lnTo>
                <a:lnTo>
                  <a:pt x="15477" y="3939"/>
                </a:lnTo>
                <a:lnTo>
                  <a:pt x="15063" y="3663"/>
                </a:lnTo>
                <a:lnTo>
                  <a:pt x="14648" y="3455"/>
                </a:lnTo>
                <a:lnTo>
                  <a:pt x="14233" y="3386"/>
                </a:lnTo>
                <a:lnTo>
                  <a:pt x="13750" y="3317"/>
                </a:lnTo>
                <a:lnTo>
                  <a:pt x="13197" y="3386"/>
                </a:lnTo>
                <a:lnTo>
                  <a:pt x="12575" y="3455"/>
                </a:lnTo>
                <a:lnTo>
                  <a:pt x="12092" y="3732"/>
                </a:lnTo>
                <a:lnTo>
                  <a:pt x="11815" y="3870"/>
                </a:lnTo>
                <a:lnTo>
                  <a:pt x="11608" y="4077"/>
                </a:lnTo>
                <a:lnTo>
                  <a:pt x="11608" y="3386"/>
                </a:lnTo>
                <a:lnTo>
                  <a:pt x="11470" y="2695"/>
                </a:lnTo>
                <a:lnTo>
                  <a:pt x="11194" y="2074"/>
                </a:lnTo>
                <a:lnTo>
                  <a:pt x="10848" y="1452"/>
                </a:lnTo>
                <a:lnTo>
                  <a:pt x="10572" y="1037"/>
                </a:lnTo>
                <a:lnTo>
                  <a:pt x="10157" y="692"/>
                </a:lnTo>
                <a:lnTo>
                  <a:pt x="9743" y="346"/>
                </a:lnTo>
                <a:lnTo>
                  <a:pt x="9259" y="139"/>
                </a:lnTo>
                <a:lnTo>
                  <a:pt x="8775" y="1"/>
                </a:lnTo>
                <a:close/>
              </a:path>
            </a:pathLst>
          </a:custGeom>
          <a:solidFill>
            <a:schemeClr val="accent4"/>
          </a:solidFill>
          <a:ln>
            <a:noFill/>
          </a:ln>
          <a:effectLst>
            <a:outerShdw blurRad="57150" algn="bl" rotWithShape="0">
              <a:schemeClr val="dk1">
                <a:alpha val="2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8766424" y="956773"/>
            <a:ext cx="470318" cy="282180"/>
          </a:xfrm>
          <a:custGeom>
            <a:avLst/>
            <a:gdLst/>
            <a:ahLst/>
            <a:cxnLst/>
            <a:rect l="l" t="t" r="r" b="b"/>
            <a:pathLst>
              <a:path w="20037" h="12023" extrusionOk="0">
                <a:moveTo>
                  <a:pt x="8223" y="1"/>
                </a:moveTo>
                <a:lnTo>
                  <a:pt x="7739" y="139"/>
                </a:lnTo>
                <a:lnTo>
                  <a:pt x="7324" y="415"/>
                </a:lnTo>
                <a:lnTo>
                  <a:pt x="7117" y="623"/>
                </a:lnTo>
                <a:lnTo>
                  <a:pt x="6979" y="830"/>
                </a:lnTo>
                <a:lnTo>
                  <a:pt x="6703" y="1245"/>
                </a:lnTo>
                <a:lnTo>
                  <a:pt x="6703" y="1521"/>
                </a:lnTo>
                <a:lnTo>
                  <a:pt x="6703" y="1797"/>
                </a:lnTo>
                <a:lnTo>
                  <a:pt x="6703" y="2074"/>
                </a:lnTo>
                <a:lnTo>
                  <a:pt x="6772" y="2281"/>
                </a:lnTo>
                <a:lnTo>
                  <a:pt x="6219" y="1866"/>
                </a:lnTo>
                <a:lnTo>
                  <a:pt x="5666" y="1521"/>
                </a:lnTo>
                <a:lnTo>
                  <a:pt x="5045" y="1245"/>
                </a:lnTo>
                <a:lnTo>
                  <a:pt x="4354" y="1106"/>
                </a:lnTo>
                <a:lnTo>
                  <a:pt x="3732" y="1037"/>
                </a:lnTo>
                <a:lnTo>
                  <a:pt x="3041" y="1106"/>
                </a:lnTo>
                <a:lnTo>
                  <a:pt x="2695" y="1245"/>
                </a:lnTo>
                <a:lnTo>
                  <a:pt x="2419" y="1383"/>
                </a:lnTo>
                <a:lnTo>
                  <a:pt x="2143" y="1590"/>
                </a:lnTo>
                <a:lnTo>
                  <a:pt x="1935" y="1797"/>
                </a:lnTo>
                <a:lnTo>
                  <a:pt x="1728" y="2074"/>
                </a:lnTo>
                <a:lnTo>
                  <a:pt x="1590" y="2419"/>
                </a:lnTo>
                <a:lnTo>
                  <a:pt x="1452" y="2695"/>
                </a:lnTo>
                <a:lnTo>
                  <a:pt x="1383" y="3041"/>
                </a:lnTo>
                <a:lnTo>
                  <a:pt x="1383" y="3663"/>
                </a:lnTo>
                <a:lnTo>
                  <a:pt x="1521" y="4354"/>
                </a:lnTo>
                <a:lnTo>
                  <a:pt x="1797" y="4975"/>
                </a:lnTo>
                <a:lnTo>
                  <a:pt x="2143" y="5528"/>
                </a:lnTo>
                <a:lnTo>
                  <a:pt x="2557" y="6012"/>
                </a:lnTo>
                <a:lnTo>
                  <a:pt x="2972" y="6495"/>
                </a:lnTo>
                <a:lnTo>
                  <a:pt x="1935" y="6495"/>
                </a:lnTo>
                <a:lnTo>
                  <a:pt x="1383" y="6564"/>
                </a:lnTo>
                <a:lnTo>
                  <a:pt x="899" y="6772"/>
                </a:lnTo>
                <a:lnTo>
                  <a:pt x="692" y="6910"/>
                </a:lnTo>
                <a:lnTo>
                  <a:pt x="485" y="7186"/>
                </a:lnTo>
                <a:lnTo>
                  <a:pt x="277" y="7394"/>
                </a:lnTo>
                <a:lnTo>
                  <a:pt x="139" y="7670"/>
                </a:lnTo>
                <a:lnTo>
                  <a:pt x="70" y="7946"/>
                </a:lnTo>
                <a:lnTo>
                  <a:pt x="1" y="8223"/>
                </a:lnTo>
                <a:lnTo>
                  <a:pt x="1" y="8568"/>
                </a:lnTo>
                <a:lnTo>
                  <a:pt x="1" y="8844"/>
                </a:lnTo>
                <a:lnTo>
                  <a:pt x="139" y="9466"/>
                </a:lnTo>
                <a:lnTo>
                  <a:pt x="485" y="9950"/>
                </a:lnTo>
                <a:lnTo>
                  <a:pt x="830" y="10433"/>
                </a:lnTo>
                <a:lnTo>
                  <a:pt x="1314" y="10848"/>
                </a:lnTo>
                <a:lnTo>
                  <a:pt x="1797" y="11193"/>
                </a:lnTo>
                <a:lnTo>
                  <a:pt x="2419" y="11401"/>
                </a:lnTo>
                <a:lnTo>
                  <a:pt x="2972" y="11608"/>
                </a:lnTo>
                <a:lnTo>
                  <a:pt x="3594" y="11746"/>
                </a:lnTo>
                <a:lnTo>
                  <a:pt x="4285" y="11884"/>
                </a:lnTo>
                <a:lnTo>
                  <a:pt x="5045" y="11953"/>
                </a:lnTo>
                <a:lnTo>
                  <a:pt x="6495" y="12023"/>
                </a:lnTo>
                <a:lnTo>
                  <a:pt x="9466" y="12023"/>
                </a:lnTo>
                <a:lnTo>
                  <a:pt x="13128" y="11953"/>
                </a:lnTo>
                <a:lnTo>
                  <a:pt x="15270" y="11884"/>
                </a:lnTo>
                <a:lnTo>
                  <a:pt x="16030" y="11815"/>
                </a:lnTo>
                <a:lnTo>
                  <a:pt x="16583" y="11746"/>
                </a:lnTo>
                <a:lnTo>
                  <a:pt x="17412" y="11539"/>
                </a:lnTo>
                <a:lnTo>
                  <a:pt x="18172" y="11124"/>
                </a:lnTo>
                <a:lnTo>
                  <a:pt x="18862" y="10641"/>
                </a:lnTo>
                <a:lnTo>
                  <a:pt x="19208" y="10364"/>
                </a:lnTo>
                <a:lnTo>
                  <a:pt x="19484" y="10088"/>
                </a:lnTo>
                <a:lnTo>
                  <a:pt x="19761" y="9535"/>
                </a:lnTo>
                <a:lnTo>
                  <a:pt x="20037" y="8983"/>
                </a:lnTo>
                <a:lnTo>
                  <a:pt x="20037" y="8706"/>
                </a:lnTo>
                <a:lnTo>
                  <a:pt x="20037" y="8430"/>
                </a:lnTo>
                <a:lnTo>
                  <a:pt x="20037" y="8154"/>
                </a:lnTo>
                <a:lnTo>
                  <a:pt x="19899" y="7877"/>
                </a:lnTo>
                <a:lnTo>
                  <a:pt x="19761" y="7601"/>
                </a:lnTo>
                <a:lnTo>
                  <a:pt x="19553" y="7394"/>
                </a:lnTo>
                <a:lnTo>
                  <a:pt x="19139" y="7048"/>
                </a:lnTo>
                <a:lnTo>
                  <a:pt x="18586" y="6841"/>
                </a:lnTo>
                <a:lnTo>
                  <a:pt x="17964" y="6703"/>
                </a:lnTo>
                <a:lnTo>
                  <a:pt x="17273" y="6564"/>
                </a:lnTo>
                <a:lnTo>
                  <a:pt x="16168" y="6564"/>
                </a:lnTo>
                <a:lnTo>
                  <a:pt x="15823" y="6634"/>
                </a:lnTo>
                <a:lnTo>
                  <a:pt x="15477" y="6772"/>
                </a:lnTo>
                <a:lnTo>
                  <a:pt x="15201" y="6979"/>
                </a:lnTo>
                <a:lnTo>
                  <a:pt x="15408" y="6634"/>
                </a:lnTo>
                <a:lnTo>
                  <a:pt x="15615" y="6288"/>
                </a:lnTo>
                <a:lnTo>
                  <a:pt x="15823" y="5874"/>
                </a:lnTo>
                <a:lnTo>
                  <a:pt x="15892" y="5459"/>
                </a:lnTo>
                <a:lnTo>
                  <a:pt x="15892" y="5044"/>
                </a:lnTo>
                <a:lnTo>
                  <a:pt x="15823" y="4630"/>
                </a:lnTo>
                <a:lnTo>
                  <a:pt x="15684" y="4284"/>
                </a:lnTo>
                <a:lnTo>
                  <a:pt x="15477" y="3939"/>
                </a:lnTo>
                <a:lnTo>
                  <a:pt x="15063" y="3663"/>
                </a:lnTo>
                <a:lnTo>
                  <a:pt x="14648" y="3455"/>
                </a:lnTo>
                <a:lnTo>
                  <a:pt x="14233" y="3386"/>
                </a:lnTo>
                <a:lnTo>
                  <a:pt x="13750" y="3317"/>
                </a:lnTo>
                <a:lnTo>
                  <a:pt x="13197" y="3386"/>
                </a:lnTo>
                <a:lnTo>
                  <a:pt x="12575" y="3455"/>
                </a:lnTo>
                <a:lnTo>
                  <a:pt x="12092" y="3732"/>
                </a:lnTo>
                <a:lnTo>
                  <a:pt x="11815" y="3870"/>
                </a:lnTo>
                <a:lnTo>
                  <a:pt x="11608" y="4077"/>
                </a:lnTo>
                <a:lnTo>
                  <a:pt x="11608" y="3386"/>
                </a:lnTo>
                <a:lnTo>
                  <a:pt x="11470" y="2695"/>
                </a:lnTo>
                <a:lnTo>
                  <a:pt x="11194" y="2074"/>
                </a:lnTo>
                <a:lnTo>
                  <a:pt x="10848" y="1452"/>
                </a:lnTo>
                <a:lnTo>
                  <a:pt x="10572" y="1037"/>
                </a:lnTo>
                <a:lnTo>
                  <a:pt x="10157" y="692"/>
                </a:lnTo>
                <a:lnTo>
                  <a:pt x="9743" y="346"/>
                </a:lnTo>
                <a:lnTo>
                  <a:pt x="9259" y="139"/>
                </a:lnTo>
                <a:lnTo>
                  <a:pt x="8775" y="1"/>
                </a:lnTo>
                <a:close/>
              </a:path>
            </a:pathLst>
          </a:custGeom>
          <a:solidFill>
            <a:schemeClr val="accent4"/>
          </a:solidFill>
          <a:ln>
            <a:noFill/>
          </a:ln>
          <a:effectLst>
            <a:outerShdw blurRad="57150" algn="bl" rotWithShape="0">
              <a:schemeClr val="dk1">
                <a:alpha val="2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6"/>
        <p:cNvGrpSpPr/>
        <p:nvPr/>
      </p:nvGrpSpPr>
      <p:grpSpPr>
        <a:xfrm>
          <a:off x="0" y="0"/>
          <a:ext cx="0" cy="0"/>
          <a:chOff x="0" y="0"/>
          <a:chExt cx="0" cy="0"/>
        </a:xfrm>
      </p:grpSpPr>
      <p:sp>
        <p:nvSpPr>
          <p:cNvPr id="17" name="Google Shape;17;p3"/>
          <p:cNvSpPr txBox="1">
            <a:spLocks noGrp="1"/>
          </p:cNvSpPr>
          <p:nvPr>
            <p:ph type="title"/>
          </p:nvPr>
        </p:nvSpPr>
        <p:spPr>
          <a:xfrm>
            <a:off x="1241725" y="1691688"/>
            <a:ext cx="6446400" cy="15342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5000">
                <a:solidFill>
                  <a:schemeClr val="accent4"/>
                </a:solidFill>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8" name="Google Shape;18;p3"/>
          <p:cNvSpPr txBox="1">
            <a:spLocks noGrp="1"/>
          </p:cNvSpPr>
          <p:nvPr>
            <p:ph type="title" idx="2" hasCustomPrompt="1"/>
          </p:nvPr>
        </p:nvSpPr>
        <p:spPr>
          <a:xfrm>
            <a:off x="3846325" y="969188"/>
            <a:ext cx="1237200" cy="8418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6000">
                <a:solidFill>
                  <a:schemeClr val="accent4"/>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19" name="Google Shape;19;p3"/>
          <p:cNvSpPr txBox="1">
            <a:spLocks noGrp="1"/>
          </p:cNvSpPr>
          <p:nvPr>
            <p:ph type="subTitle" idx="1"/>
          </p:nvPr>
        </p:nvSpPr>
        <p:spPr>
          <a:xfrm>
            <a:off x="2137975" y="3399250"/>
            <a:ext cx="4653900" cy="375000"/>
          </a:xfrm>
          <a:prstGeom prst="rect">
            <a:avLst/>
          </a:prstGeom>
          <a:solidFill>
            <a:schemeClr val="lt1"/>
          </a:solidFill>
          <a:ln w="28575" cap="flat" cmpd="sng">
            <a:solidFill>
              <a:schemeClr val="accent4"/>
            </a:solidFill>
            <a:prstDash val="solid"/>
            <a:round/>
            <a:headEnd type="none" w="sm" len="sm"/>
            <a:tailEnd type="none" w="sm" len="sm"/>
          </a:ln>
          <a:effectLst>
            <a:outerShdw blurRad="57150" dist="19050" dir="6000000" algn="bl" rotWithShape="0">
              <a:schemeClr val="accent3">
                <a:alpha val="50000"/>
              </a:schemeClr>
            </a:outerShdw>
          </a:effectLst>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20" name="Google Shape;20;p3"/>
          <p:cNvSpPr/>
          <p:nvPr/>
        </p:nvSpPr>
        <p:spPr>
          <a:xfrm>
            <a:off x="8520300" y="1274246"/>
            <a:ext cx="475678" cy="285426"/>
          </a:xfrm>
          <a:custGeom>
            <a:avLst/>
            <a:gdLst/>
            <a:ahLst/>
            <a:cxnLst/>
            <a:rect l="l" t="t" r="r" b="b"/>
            <a:pathLst>
              <a:path w="20037" h="12023" extrusionOk="0">
                <a:moveTo>
                  <a:pt x="8223" y="1"/>
                </a:moveTo>
                <a:lnTo>
                  <a:pt x="7739" y="139"/>
                </a:lnTo>
                <a:lnTo>
                  <a:pt x="7324" y="415"/>
                </a:lnTo>
                <a:lnTo>
                  <a:pt x="7117" y="623"/>
                </a:lnTo>
                <a:lnTo>
                  <a:pt x="6979" y="830"/>
                </a:lnTo>
                <a:lnTo>
                  <a:pt x="6703" y="1245"/>
                </a:lnTo>
                <a:lnTo>
                  <a:pt x="6703" y="1521"/>
                </a:lnTo>
                <a:lnTo>
                  <a:pt x="6703" y="1797"/>
                </a:lnTo>
                <a:lnTo>
                  <a:pt x="6703" y="2074"/>
                </a:lnTo>
                <a:lnTo>
                  <a:pt x="6772" y="2281"/>
                </a:lnTo>
                <a:lnTo>
                  <a:pt x="6219" y="1866"/>
                </a:lnTo>
                <a:lnTo>
                  <a:pt x="5666" y="1521"/>
                </a:lnTo>
                <a:lnTo>
                  <a:pt x="5045" y="1245"/>
                </a:lnTo>
                <a:lnTo>
                  <a:pt x="4354" y="1106"/>
                </a:lnTo>
                <a:lnTo>
                  <a:pt x="3732" y="1037"/>
                </a:lnTo>
                <a:lnTo>
                  <a:pt x="3041" y="1106"/>
                </a:lnTo>
                <a:lnTo>
                  <a:pt x="2695" y="1245"/>
                </a:lnTo>
                <a:lnTo>
                  <a:pt x="2419" y="1383"/>
                </a:lnTo>
                <a:lnTo>
                  <a:pt x="2143" y="1590"/>
                </a:lnTo>
                <a:lnTo>
                  <a:pt x="1935" y="1797"/>
                </a:lnTo>
                <a:lnTo>
                  <a:pt x="1728" y="2074"/>
                </a:lnTo>
                <a:lnTo>
                  <a:pt x="1590" y="2419"/>
                </a:lnTo>
                <a:lnTo>
                  <a:pt x="1452" y="2695"/>
                </a:lnTo>
                <a:lnTo>
                  <a:pt x="1383" y="3041"/>
                </a:lnTo>
                <a:lnTo>
                  <a:pt x="1383" y="3663"/>
                </a:lnTo>
                <a:lnTo>
                  <a:pt x="1521" y="4354"/>
                </a:lnTo>
                <a:lnTo>
                  <a:pt x="1797" y="4975"/>
                </a:lnTo>
                <a:lnTo>
                  <a:pt x="2143" y="5528"/>
                </a:lnTo>
                <a:lnTo>
                  <a:pt x="2557" y="6012"/>
                </a:lnTo>
                <a:lnTo>
                  <a:pt x="2972" y="6495"/>
                </a:lnTo>
                <a:lnTo>
                  <a:pt x="1935" y="6495"/>
                </a:lnTo>
                <a:lnTo>
                  <a:pt x="1383" y="6564"/>
                </a:lnTo>
                <a:lnTo>
                  <a:pt x="899" y="6772"/>
                </a:lnTo>
                <a:lnTo>
                  <a:pt x="692" y="6910"/>
                </a:lnTo>
                <a:lnTo>
                  <a:pt x="485" y="7186"/>
                </a:lnTo>
                <a:lnTo>
                  <a:pt x="277" y="7394"/>
                </a:lnTo>
                <a:lnTo>
                  <a:pt x="139" y="7670"/>
                </a:lnTo>
                <a:lnTo>
                  <a:pt x="70" y="7946"/>
                </a:lnTo>
                <a:lnTo>
                  <a:pt x="1" y="8223"/>
                </a:lnTo>
                <a:lnTo>
                  <a:pt x="1" y="8568"/>
                </a:lnTo>
                <a:lnTo>
                  <a:pt x="1" y="8844"/>
                </a:lnTo>
                <a:lnTo>
                  <a:pt x="139" y="9466"/>
                </a:lnTo>
                <a:lnTo>
                  <a:pt x="485" y="9950"/>
                </a:lnTo>
                <a:lnTo>
                  <a:pt x="830" y="10433"/>
                </a:lnTo>
                <a:lnTo>
                  <a:pt x="1314" y="10848"/>
                </a:lnTo>
                <a:lnTo>
                  <a:pt x="1797" y="11193"/>
                </a:lnTo>
                <a:lnTo>
                  <a:pt x="2419" y="11401"/>
                </a:lnTo>
                <a:lnTo>
                  <a:pt x="2972" y="11608"/>
                </a:lnTo>
                <a:lnTo>
                  <a:pt x="3594" y="11746"/>
                </a:lnTo>
                <a:lnTo>
                  <a:pt x="4285" y="11884"/>
                </a:lnTo>
                <a:lnTo>
                  <a:pt x="5045" y="11953"/>
                </a:lnTo>
                <a:lnTo>
                  <a:pt x="6495" y="12023"/>
                </a:lnTo>
                <a:lnTo>
                  <a:pt x="9466" y="12023"/>
                </a:lnTo>
                <a:lnTo>
                  <a:pt x="13128" y="11953"/>
                </a:lnTo>
                <a:lnTo>
                  <a:pt x="15270" y="11884"/>
                </a:lnTo>
                <a:lnTo>
                  <a:pt x="16030" y="11815"/>
                </a:lnTo>
                <a:lnTo>
                  <a:pt x="16583" y="11746"/>
                </a:lnTo>
                <a:lnTo>
                  <a:pt x="17412" y="11539"/>
                </a:lnTo>
                <a:lnTo>
                  <a:pt x="18172" y="11124"/>
                </a:lnTo>
                <a:lnTo>
                  <a:pt x="18862" y="10641"/>
                </a:lnTo>
                <a:lnTo>
                  <a:pt x="19208" y="10364"/>
                </a:lnTo>
                <a:lnTo>
                  <a:pt x="19484" y="10088"/>
                </a:lnTo>
                <a:lnTo>
                  <a:pt x="19761" y="9535"/>
                </a:lnTo>
                <a:lnTo>
                  <a:pt x="20037" y="8983"/>
                </a:lnTo>
                <a:lnTo>
                  <a:pt x="20037" y="8706"/>
                </a:lnTo>
                <a:lnTo>
                  <a:pt x="20037" y="8430"/>
                </a:lnTo>
                <a:lnTo>
                  <a:pt x="20037" y="8154"/>
                </a:lnTo>
                <a:lnTo>
                  <a:pt x="19899" y="7877"/>
                </a:lnTo>
                <a:lnTo>
                  <a:pt x="19761" y="7601"/>
                </a:lnTo>
                <a:lnTo>
                  <a:pt x="19553" y="7394"/>
                </a:lnTo>
                <a:lnTo>
                  <a:pt x="19139" y="7048"/>
                </a:lnTo>
                <a:lnTo>
                  <a:pt x="18586" y="6841"/>
                </a:lnTo>
                <a:lnTo>
                  <a:pt x="17964" y="6703"/>
                </a:lnTo>
                <a:lnTo>
                  <a:pt x="17273" y="6564"/>
                </a:lnTo>
                <a:lnTo>
                  <a:pt x="16168" y="6564"/>
                </a:lnTo>
                <a:lnTo>
                  <a:pt x="15823" y="6634"/>
                </a:lnTo>
                <a:lnTo>
                  <a:pt x="15477" y="6772"/>
                </a:lnTo>
                <a:lnTo>
                  <a:pt x="15201" y="6979"/>
                </a:lnTo>
                <a:lnTo>
                  <a:pt x="15408" y="6634"/>
                </a:lnTo>
                <a:lnTo>
                  <a:pt x="15615" y="6288"/>
                </a:lnTo>
                <a:lnTo>
                  <a:pt x="15823" y="5874"/>
                </a:lnTo>
                <a:lnTo>
                  <a:pt x="15892" y="5459"/>
                </a:lnTo>
                <a:lnTo>
                  <a:pt x="15892" y="5044"/>
                </a:lnTo>
                <a:lnTo>
                  <a:pt x="15823" y="4630"/>
                </a:lnTo>
                <a:lnTo>
                  <a:pt x="15684" y="4284"/>
                </a:lnTo>
                <a:lnTo>
                  <a:pt x="15477" y="3939"/>
                </a:lnTo>
                <a:lnTo>
                  <a:pt x="15063" y="3663"/>
                </a:lnTo>
                <a:lnTo>
                  <a:pt x="14648" y="3455"/>
                </a:lnTo>
                <a:lnTo>
                  <a:pt x="14233" y="3386"/>
                </a:lnTo>
                <a:lnTo>
                  <a:pt x="13750" y="3317"/>
                </a:lnTo>
                <a:lnTo>
                  <a:pt x="13197" y="3386"/>
                </a:lnTo>
                <a:lnTo>
                  <a:pt x="12575" y="3455"/>
                </a:lnTo>
                <a:lnTo>
                  <a:pt x="12092" y="3732"/>
                </a:lnTo>
                <a:lnTo>
                  <a:pt x="11815" y="3870"/>
                </a:lnTo>
                <a:lnTo>
                  <a:pt x="11608" y="4077"/>
                </a:lnTo>
                <a:lnTo>
                  <a:pt x="11608" y="3386"/>
                </a:lnTo>
                <a:lnTo>
                  <a:pt x="11470" y="2695"/>
                </a:lnTo>
                <a:lnTo>
                  <a:pt x="11194" y="2074"/>
                </a:lnTo>
                <a:lnTo>
                  <a:pt x="10848" y="1452"/>
                </a:lnTo>
                <a:lnTo>
                  <a:pt x="10572" y="1037"/>
                </a:lnTo>
                <a:lnTo>
                  <a:pt x="10157" y="692"/>
                </a:lnTo>
                <a:lnTo>
                  <a:pt x="9743" y="346"/>
                </a:lnTo>
                <a:lnTo>
                  <a:pt x="9259" y="139"/>
                </a:lnTo>
                <a:lnTo>
                  <a:pt x="8775" y="1"/>
                </a:lnTo>
                <a:close/>
              </a:path>
            </a:pathLst>
          </a:custGeom>
          <a:solidFill>
            <a:schemeClr val="accent4"/>
          </a:solidFill>
          <a:ln>
            <a:noFill/>
          </a:ln>
          <a:effectLst>
            <a:outerShdw blurRad="57150" dist="19050" dir="6000000" algn="bl" rotWithShape="0">
              <a:schemeClr val="accent3">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3"/>
          <p:cNvSpPr/>
          <p:nvPr/>
        </p:nvSpPr>
        <p:spPr>
          <a:xfrm flipH="1">
            <a:off x="4319262" y="4663963"/>
            <a:ext cx="505483" cy="303400"/>
          </a:xfrm>
          <a:custGeom>
            <a:avLst/>
            <a:gdLst/>
            <a:ahLst/>
            <a:cxnLst/>
            <a:rect l="l" t="t" r="r" b="b"/>
            <a:pathLst>
              <a:path w="20037" h="12023" extrusionOk="0">
                <a:moveTo>
                  <a:pt x="8223" y="1"/>
                </a:moveTo>
                <a:lnTo>
                  <a:pt x="7739" y="139"/>
                </a:lnTo>
                <a:lnTo>
                  <a:pt x="7324" y="415"/>
                </a:lnTo>
                <a:lnTo>
                  <a:pt x="7117" y="623"/>
                </a:lnTo>
                <a:lnTo>
                  <a:pt x="6979" y="830"/>
                </a:lnTo>
                <a:lnTo>
                  <a:pt x="6703" y="1245"/>
                </a:lnTo>
                <a:lnTo>
                  <a:pt x="6703" y="1521"/>
                </a:lnTo>
                <a:lnTo>
                  <a:pt x="6703" y="1797"/>
                </a:lnTo>
                <a:lnTo>
                  <a:pt x="6703" y="2074"/>
                </a:lnTo>
                <a:lnTo>
                  <a:pt x="6772" y="2281"/>
                </a:lnTo>
                <a:lnTo>
                  <a:pt x="6219" y="1866"/>
                </a:lnTo>
                <a:lnTo>
                  <a:pt x="5666" y="1521"/>
                </a:lnTo>
                <a:lnTo>
                  <a:pt x="5045" y="1245"/>
                </a:lnTo>
                <a:lnTo>
                  <a:pt x="4354" y="1106"/>
                </a:lnTo>
                <a:lnTo>
                  <a:pt x="3732" y="1037"/>
                </a:lnTo>
                <a:lnTo>
                  <a:pt x="3041" y="1106"/>
                </a:lnTo>
                <a:lnTo>
                  <a:pt x="2695" y="1245"/>
                </a:lnTo>
                <a:lnTo>
                  <a:pt x="2419" y="1383"/>
                </a:lnTo>
                <a:lnTo>
                  <a:pt x="2143" y="1590"/>
                </a:lnTo>
                <a:lnTo>
                  <a:pt x="1935" y="1797"/>
                </a:lnTo>
                <a:lnTo>
                  <a:pt x="1728" y="2074"/>
                </a:lnTo>
                <a:lnTo>
                  <a:pt x="1590" y="2419"/>
                </a:lnTo>
                <a:lnTo>
                  <a:pt x="1452" y="2695"/>
                </a:lnTo>
                <a:lnTo>
                  <a:pt x="1383" y="3041"/>
                </a:lnTo>
                <a:lnTo>
                  <a:pt x="1383" y="3663"/>
                </a:lnTo>
                <a:lnTo>
                  <a:pt x="1521" y="4354"/>
                </a:lnTo>
                <a:lnTo>
                  <a:pt x="1797" y="4975"/>
                </a:lnTo>
                <a:lnTo>
                  <a:pt x="2143" y="5528"/>
                </a:lnTo>
                <a:lnTo>
                  <a:pt x="2557" y="6012"/>
                </a:lnTo>
                <a:lnTo>
                  <a:pt x="2972" y="6495"/>
                </a:lnTo>
                <a:lnTo>
                  <a:pt x="1935" y="6495"/>
                </a:lnTo>
                <a:lnTo>
                  <a:pt x="1383" y="6564"/>
                </a:lnTo>
                <a:lnTo>
                  <a:pt x="899" y="6772"/>
                </a:lnTo>
                <a:lnTo>
                  <a:pt x="692" y="6910"/>
                </a:lnTo>
                <a:lnTo>
                  <a:pt x="485" y="7186"/>
                </a:lnTo>
                <a:lnTo>
                  <a:pt x="277" y="7394"/>
                </a:lnTo>
                <a:lnTo>
                  <a:pt x="139" y="7670"/>
                </a:lnTo>
                <a:lnTo>
                  <a:pt x="70" y="7946"/>
                </a:lnTo>
                <a:lnTo>
                  <a:pt x="1" y="8223"/>
                </a:lnTo>
                <a:lnTo>
                  <a:pt x="1" y="8568"/>
                </a:lnTo>
                <a:lnTo>
                  <a:pt x="1" y="8844"/>
                </a:lnTo>
                <a:lnTo>
                  <a:pt x="139" y="9466"/>
                </a:lnTo>
                <a:lnTo>
                  <a:pt x="485" y="9950"/>
                </a:lnTo>
                <a:lnTo>
                  <a:pt x="830" y="10433"/>
                </a:lnTo>
                <a:lnTo>
                  <a:pt x="1314" y="10848"/>
                </a:lnTo>
                <a:lnTo>
                  <a:pt x="1797" y="11193"/>
                </a:lnTo>
                <a:lnTo>
                  <a:pt x="2419" y="11401"/>
                </a:lnTo>
                <a:lnTo>
                  <a:pt x="2972" y="11608"/>
                </a:lnTo>
                <a:lnTo>
                  <a:pt x="3594" y="11746"/>
                </a:lnTo>
                <a:lnTo>
                  <a:pt x="4285" y="11884"/>
                </a:lnTo>
                <a:lnTo>
                  <a:pt x="5045" y="11953"/>
                </a:lnTo>
                <a:lnTo>
                  <a:pt x="6495" y="12023"/>
                </a:lnTo>
                <a:lnTo>
                  <a:pt x="9466" y="12023"/>
                </a:lnTo>
                <a:lnTo>
                  <a:pt x="13128" y="11953"/>
                </a:lnTo>
                <a:lnTo>
                  <a:pt x="15270" y="11884"/>
                </a:lnTo>
                <a:lnTo>
                  <a:pt x="16030" y="11815"/>
                </a:lnTo>
                <a:lnTo>
                  <a:pt x="16583" y="11746"/>
                </a:lnTo>
                <a:lnTo>
                  <a:pt x="17412" y="11539"/>
                </a:lnTo>
                <a:lnTo>
                  <a:pt x="18172" y="11124"/>
                </a:lnTo>
                <a:lnTo>
                  <a:pt x="18862" y="10641"/>
                </a:lnTo>
                <a:lnTo>
                  <a:pt x="19208" y="10364"/>
                </a:lnTo>
                <a:lnTo>
                  <a:pt x="19484" y="10088"/>
                </a:lnTo>
                <a:lnTo>
                  <a:pt x="19761" y="9535"/>
                </a:lnTo>
                <a:lnTo>
                  <a:pt x="20037" y="8983"/>
                </a:lnTo>
                <a:lnTo>
                  <a:pt x="20037" y="8706"/>
                </a:lnTo>
                <a:lnTo>
                  <a:pt x="20037" y="8430"/>
                </a:lnTo>
                <a:lnTo>
                  <a:pt x="20037" y="8154"/>
                </a:lnTo>
                <a:lnTo>
                  <a:pt x="19899" y="7877"/>
                </a:lnTo>
                <a:lnTo>
                  <a:pt x="19761" y="7601"/>
                </a:lnTo>
                <a:lnTo>
                  <a:pt x="19553" y="7394"/>
                </a:lnTo>
                <a:lnTo>
                  <a:pt x="19139" y="7048"/>
                </a:lnTo>
                <a:lnTo>
                  <a:pt x="18586" y="6841"/>
                </a:lnTo>
                <a:lnTo>
                  <a:pt x="17964" y="6703"/>
                </a:lnTo>
                <a:lnTo>
                  <a:pt x="17273" y="6564"/>
                </a:lnTo>
                <a:lnTo>
                  <a:pt x="16168" y="6564"/>
                </a:lnTo>
                <a:lnTo>
                  <a:pt x="15823" y="6634"/>
                </a:lnTo>
                <a:lnTo>
                  <a:pt x="15477" y="6772"/>
                </a:lnTo>
                <a:lnTo>
                  <a:pt x="15201" y="6979"/>
                </a:lnTo>
                <a:lnTo>
                  <a:pt x="15408" y="6634"/>
                </a:lnTo>
                <a:lnTo>
                  <a:pt x="15615" y="6288"/>
                </a:lnTo>
                <a:lnTo>
                  <a:pt x="15823" y="5874"/>
                </a:lnTo>
                <a:lnTo>
                  <a:pt x="15892" y="5459"/>
                </a:lnTo>
                <a:lnTo>
                  <a:pt x="15892" y="5044"/>
                </a:lnTo>
                <a:lnTo>
                  <a:pt x="15823" y="4630"/>
                </a:lnTo>
                <a:lnTo>
                  <a:pt x="15684" y="4284"/>
                </a:lnTo>
                <a:lnTo>
                  <a:pt x="15477" y="3939"/>
                </a:lnTo>
                <a:lnTo>
                  <a:pt x="15063" y="3663"/>
                </a:lnTo>
                <a:lnTo>
                  <a:pt x="14648" y="3455"/>
                </a:lnTo>
                <a:lnTo>
                  <a:pt x="14233" y="3386"/>
                </a:lnTo>
                <a:lnTo>
                  <a:pt x="13750" y="3317"/>
                </a:lnTo>
                <a:lnTo>
                  <a:pt x="13197" y="3386"/>
                </a:lnTo>
                <a:lnTo>
                  <a:pt x="12575" y="3455"/>
                </a:lnTo>
                <a:lnTo>
                  <a:pt x="12092" y="3732"/>
                </a:lnTo>
                <a:lnTo>
                  <a:pt x="11815" y="3870"/>
                </a:lnTo>
                <a:lnTo>
                  <a:pt x="11608" y="4077"/>
                </a:lnTo>
                <a:lnTo>
                  <a:pt x="11608" y="3386"/>
                </a:lnTo>
                <a:lnTo>
                  <a:pt x="11470" y="2695"/>
                </a:lnTo>
                <a:lnTo>
                  <a:pt x="11194" y="2074"/>
                </a:lnTo>
                <a:lnTo>
                  <a:pt x="10848" y="1452"/>
                </a:lnTo>
                <a:lnTo>
                  <a:pt x="10572" y="1037"/>
                </a:lnTo>
                <a:lnTo>
                  <a:pt x="10157" y="692"/>
                </a:lnTo>
                <a:lnTo>
                  <a:pt x="9743" y="346"/>
                </a:lnTo>
                <a:lnTo>
                  <a:pt x="9259" y="139"/>
                </a:lnTo>
                <a:lnTo>
                  <a:pt x="8775" y="1"/>
                </a:lnTo>
                <a:close/>
              </a:path>
            </a:pathLst>
          </a:custGeom>
          <a:solidFill>
            <a:schemeClr val="accent4"/>
          </a:solidFill>
          <a:ln>
            <a:noFill/>
          </a:ln>
          <a:effectLst>
            <a:outerShdw blurRad="57150" dist="19050" dir="6000000" algn="bl" rotWithShape="0">
              <a:schemeClr val="accent3">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3"/>
          <p:cNvSpPr/>
          <p:nvPr/>
        </p:nvSpPr>
        <p:spPr>
          <a:xfrm>
            <a:off x="4404881" y="95266"/>
            <a:ext cx="475678" cy="285486"/>
          </a:xfrm>
          <a:custGeom>
            <a:avLst/>
            <a:gdLst/>
            <a:ahLst/>
            <a:cxnLst/>
            <a:rect l="l" t="t" r="r" b="b"/>
            <a:pathLst>
              <a:path w="20037" h="12023" extrusionOk="0">
                <a:moveTo>
                  <a:pt x="8223" y="1"/>
                </a:moveTo>
                <a:lnTo>
                  <a:pt x="7739" y="139"/>
                </a:lnTo>
                <a:lnTo>
                  <a:pt x="7324" y="415"/>
                </a:lnTo>
                <a:lnTo>
                  <a:pt x="7117" y="623"/>
                </a:lnTo>
                <a:lnTo>
                  <a:pt x="6979" y="830"/>
                </a:lnTo>
                <a:lnTo>
                  <a:pt x="6703" y="1245"/>
                </a:lnTo>
                <a:lnTo>
                  <a:pt x="6703" y="1521"/>
                </a:lnTo>
                <a:lnTo>
                  <a:pt x="6703" y="1797"/>
                </a:lnTo>
                <a:lnTo>
                  <a:pt x="6703" y="2074"/>
                </a:lnTo>
                <a:lnTo>
                  <a:pt x="6772" y="2281"/>
                </a:lnTo>
                <a:lnTo>
                  <a:pt x="6219" y="1866"/>
                </a:lnTo>
                <a:lnTo>
                  <a:pt x="5666" y="1521"/>
                </a:lnTo>
                <a:lnTo>
                  <a:pt x="5045" y="1245"/>
                </a:lnTo>
                <a:lnTo>
                  <a:pt x="4354" y="1106"/>
                </a:lnTo>
                <a:lnTo>
                  <a:pt x="3732" y="1037"/>
                </a:lnTo>
                <a:lnTo>
                  <a:pt x="3041" y="1106"/>
                </a:lnTo>
                <a:lnTo>
                  <a:pt x="2695" y="1245"/>
                </a:lnTo>
                <a:lnTo>
                  <a:pt x="2419" y="1383"/>
                </a:lnTo>
                <a:lnTo>
                  <a:pt x="2143" y="1590"/>
                </a:lnTo>
                <a:lnTo>
                  <a:pt x="1935" y="1797"/>
                </a:lnTo>
                <a:lnTo>
                  <a:pt x="1728" y="2074"/>
                </a:lnTo>
                <a:lnTo>
                  <a:pt x="1590" y="2419"/>
                </a:lnTo>
                <a:lnTo>
                  <a:pt x="1452" y="2695"/>
                </a:lnTo>
                <a:lnTo>
                  <a:pt x="1383" y="3041"/>
                </a:lnTo>
                <a:lnTo>
                  <a:pt x="1383" y="3663"/>
                </a:lnTo>
                <a:lnTo>
                  <a:pt x="1521" y="4354"/>
                </a:lnTo>
                <a:lnTo>
                  <a:pt x="1797" y="4975"/>
                </a:lnTo>
                <a:lnTo>
                  <a:pt x="2143" y="5528"/>
                </a:lnTo>
                <a:lnTo>
                  <a:pt x="2557" y="6012"/>
                </a:lnTo>
                <a:lnTo>
                  <a:pt x="2972" y="6495"/>
                </a:lnTo>
                <a:lnTo>
                  <a:pt x="1935" y="6495"/>
                </a:lnTo>
                <a:lnTo>
                  <a:pt x="1383" y="6564"/>
                </a:lnTo>
                <a:lnTo>
                  <a:pt x="899" y="6772"/>
                </a:lnTo>
                <a:lnTo>
                  <a:pt x="692" y="6910"/>
                </a:lnTo>
                <a:lnTo>
                  <a:pt x="485" y="7186"/>
                </a:lnTo>
                <a:lnTo>
                  <a:pt x="277" y="7394"/>
                </a:lnTo>
                <a:lnTo>
                  <a:pt x="139" y="7670"/>
                </a:lnTo>
                <a:lnTo>
                  <a:pt x="70" y="7946"/>
                </a:lnTo>
                <a:lnTo>
                  <a:pt x="1" y="8223"/>
                </a:lnTo>
                <a:lnTo>
                  <a:pt x="1" y="8568"/>
                </a:lnTo>
                <a:lnTo>
                  <a:pt x="1" y="8844"/>
                </a:lnTo>
                <a:lnTo>
                  <a:pt x="139" y="9466"/>
                </a:lnTo>
                <a:lnTo>
                  <a:pt x="485" y="9950"/>
                </a:lnTo>
                <a:lnTo>
                  <a:pt x="830" y="10433"/>
                </a:lnTo>
                <a:lnTo>
                  <a:pt x="1314" y="10848"/>
                </a:lnTo>
                <a:lnTo>
                  <a:pt x="1797" y="11193"/>
                </a:lnTo>
                <a:lnTo>
                  <a:pt x="2419" y="11401"/>
                </a:lnTo>
                <a:lnTo>
                  <a:pt x="2972" y="11608"/>
                </a:lnTo>
                <a:lnTo>
                  <a:pt x="3594" y="11746"/>
                </a:lnTo>
                <a:lnTo>
                  <a:pt x="4285" y="11884"/>
                </a:lnTo>
                <a:lnTo>
                  <a:pt x="5045" y="11953"/>
                </a:lnTo>
                <a:lnTo>
                  <a:pt x="6495" y="12023"/>
                </a:lnTo>
                <a:lnTo>
                  <a:pt x="9466" y="12023"/>
                </a:lnTo>
                <a:lnTo>
                  <a:pt x="13128" y="11953"/>
                </a:lnTo>
                <a:lnTo>
                  <a:pt x="15270" y="11884"/>
                </a:lnTo>
                <a:lnTo>
                  <a:pt x="16030" y="11815"/>
                </a:lnTo>
                <a:lnTo>
                  <a:pt x="16583" y="11746"/>
                </a:lnTo>
                <a:lnTo>
                  <a:pt x="17412" y="11539"/>
                </a:lnTo>
                <a:lnTo>
                  <a:pt x="18172" y="11124"/>
                </a:lnTo>
                <a:lnTo>
                  <a:pt x="18862" y="10641"/>
                </a:lnTo>
                <a:lnTo>
                  <a:pt x="19208" y="10364"/>
                </a:lnTo>
                <a:lnTo>
                  <a:pt x="19484" y="10088"/>
                </a:lnTo>
                <a:lnTo>
                  <a:pt x="19761" y="9535"/>
                </a:lnTo>
                <a:lnTo>
                  <a:pt x="20037" y="8983"/>
                </a:lnTo>
                <a:lnTo>
                  <a:pt x="20037" y="8706"/>
                </a:lnTo>
                <a:lnTo>
                  <a:pt x="20037" y="8430"/>
                </a:lnTo>
                <a:lnTo>
                  <a:pt x="20037" y="8154"/>
                </a:lnTo>
                <a:lnTo>
                  <a:pt x="19899" y="7877"/>
                </a:lnTo>
                <a:lnTo>
                  <a:pt x="19761" y="7601"/>
                </a:lnTo>
                <a:lnTo>
                  <a:pt x="19553" y="7394"/>
                </a:lnTo>
                <a:lnTo>
                  <a:pt x="19139" y="7048"/>
                </a:lnTo>
                <a:lnTo>
                  <a:pt x="18586" y="6841"/>
                </a:lnTo>
                <a:lnTo>
                  <a:pt x="17964" y="6703"/>
                </a:lnTo>
                <a:lnTo>
                  <a:pt x="17273" y="6564"/>
                </a:lnTo>
                <a:lnTo>
                  <a:pt x="16168" y="6564"/>
                </a:lnTo>
                <a:lnTo>
                  <a:pt x="15823" y="6634"/>
                </a:lnTo>
                <a:lnTo>
                  <a:pt x="15477" y="6772"/>
                </a:lnTo>
                <a:lnTo>
                  <a:pt x="15201" y="6979"/>
                </a:lnTo>
                <a:lnTo>
                  <a:pt x="15408" y="6634"/>
                </a:lnTo>
                <a:lnTo>
                  <a:pt x="15615" y="6288"/>
                </a:lnTo>
                <a:lnTo>
                  <a:pt x="15823" y="5874"/>
                </a:lnTo>
                <a:lnTo>
                  <a:pt x="15892" y="5459"/>
                </a:lnTo>
                <a:lnTo>
                  <a:pt x="15892" y="5044"/>
                </a:lnTo>
                <a:lnTo>
                  <a:pt x="15823" y="4630"/>
                </a:lnTo>
                <a:lnTo>
                  <a:pt x="15684" y="4284"/>
                </a:lnTo>
                <a:lnTo>
                  <a:pt x="15477" y="3939"/>
                </a:lnTo>
                <a:lnTo>
                  <a:pt x="15063" y="3663"/>
                </a:lnTo>
                <a:lnTo>
                  <a:pt x="14648" y="3455"/>
                </a:lnTo>
                <a:lnTo>
                  <a:pt x="14233" y="3386"/>
                </a:lnTo>
                <a:lnTo>
                  <a:pt x="13750" y="3317"/>
                </a:lnTo>
                <a:lnTo>
                  <a:pt x="13197" y="3386"/>
                </a:lnTo>
                <a:lnTo>
                  <a:pt x="12575" y="3455"/>
                </a:lnTo>
                <a:lnTo>
                  <a:pt x="12092" y="3732"/>
                </a:lnTo>
                <a:lnTo>
                  <a:pt x="11815" y="3870"/>
                </a:lnTo>
                <a:lnTo>
                  <a:pt x="11608" y="4077"/>
                </a:lnTo>
                <a:lnTo>
                  <a:pt x="11608" y="3386"/>
                </a:lnTo>
                <a:lnTo>
                  <a:pt x="11470" y="2695"/>
                </a:lnTo>
                <a:lnTo>
                  <a:pt x="11194" y="2074"/>
                </a:lnTo>
                <a:lnTo>
                  <a:pt x="10848" y="1452"/>
                </a:lnTo>
                <a:lnTo>
                  <a:pt x="10572" y="1037"/>
                </a:lnTo>
                <a:lnTo>
                  <a:pt x="10157" y="692"/>
                </a:lnTo>
                <a:lnTo>
                  <a:pt x="9743" y="346"/>
                </a:lnTo>
                <a:lnTo>
                  <a:pt x="9259" y="139"/>
                </a:lnTo>
                <a:lnTo>
                  <a:pt x="8775" y="1"/>
                </a:lnTo>
                <a:close/>
              </a:path>
            </a:pathLst>
          </a:custGeom>
          <a:solidFill>
            <a:schemeClr val="accent4"/>
          </a:solidFill>
          <a:ln>
            <a:noFill/>
          </a:ln>
          <a:effectLst>
            <a:outerShdw blurRad="57150" dist="9525" dir="6000000" algn="bl" rotWithShape="0">
              <a:schemeClr val="accent3">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3"/>
          <p:cNvSpPr/>
          <p:nvPr/>
        </p:nvSpPr>
        <p:spPr>
          <a:xfrm flipH="1">
            <a:off x="154511" y="2316061"/>
            <a:ext cx="475728" cy="285486"/>
          </a:xfrm>
          <a:custGeom>
            <a:avLst/>
            <a:gdLst/>
            <a:ahLst/>
            <a:cxnLst/>
            <a:rect l="l" t="t" r="r" b="b"/>
            <a:pathLst>
              <a:path w="20037" h="12023" extrusionOk="0">
                <a:moveTo>
                  <a:pt x="8223" y="1"/>
                </a:moveTo>
                <a:lnTo>
                  <a:pt x="7739" y="139"/>
                </a:lnTo>
                <a:lnTo>
                  <a:pt x="7324" y="415"/>
                </a:lnTo>
                <a:lnTo>
                  <a:pt x="7117" y="623"/>
                </a:lnTo>
                <a:lnTo>
                  <a:pt x="6979" y="830"/>
                </a:lnTo>
                <a:lnTo>
                  <a:pt x="6703" y="1245"/>
                </a:lnTo>
                <a:lnTo>
                  <a:pt x="6703" y="1521"/>
                </a:lnTo>
                <a:lnTo>
                  <a:pt x="6703" y="1797"/>
                </a:lnTo>
                <a:lnTo>
                  <a:pt x="6703" y="2074"/>
                </a:lnTo>
                <a:lnTo>
                  <a:pt x="6772" y="2281"/>
                </a:lnTo>
                <a:lnTo>
                  <a:pt x="6219" y="1866"/>
                </a:lnTo>
                <a:lnTo>
                  <a:pt x="5666" y="1521"/>
                </a:lnTo>
                <a:lnTo>
                  <a:pt x="5045" y="1245"/>
                </a:lnTo>
                <a:lnTo>
                  <a:pt x="4354" y="1106"/>
                </a:lnTo>
                <a:lnTo>
                  <a:pt x="3732" y="1037"/>
                </a:lnTo>
                <a:lnTo>
                  <a:pt x="3041" y="1106"/>
                </a:lnTo>
                <a:lnTo>
                  <a:pt x="2695" y="1245"/>
                </a:lnTo>
                <a:lnTo>
                  <a:pt x="2419" y="1383"/>
                </a:lnTo>
                <a:lnTo>
                  <a:pt x="2143" y="1590"/>
                </a:lnTo>
                <a:lnTo>
                  <a:pt x="1935" y="1797"/>
                </a:lnTo>
                <a:lnTo>
                  <a:pt x="1728" y="2074"/>
                </a:lnTo>
                <a:lnTo>
                  <a:pt x="1590" y="2419"/>
                </a:lnTo>
                <a:lnTo>
                  <a:pt x="1452" y="2695"/>
                </a:lnTo>
                <a:lnTo>
                  <a:pt x="1383" y="3041"/>
                </a:lnTo>
                <a:lnTo>
                  <a:pt x="1383" y="3663"/>
                </a:lnTo>
                <a:lnTo>
                  <a:pt x="1521" y="4354"/>
                </a:lnTo>
                <a:lnTo>
                  <a:pt x="1797" y="4975"/>
                </a:lnTo>
                <a:lnTo>
                  <a:pt x="2143" y="5528"/>
                </a:lnTo>
                <a:lnTo>
                  <a:pt x="2557" y="6012"/>
                </a:lnTo>
                <a:lnTo>
                  <a:pt x="2972" y="6495"/>
                </a:lnTo>
                <a:lnTo>
                  <a:pt x="1935" y="6495"/>
                </a:lnTo>
                <a:lnTo>
                  <a:pt x="1383" y="6564"/>
                </a:lnTo>
                <a:lnTo>
                  <a:pt x="899" y="6772"/>
                </a:lnTo>
                <a:lnTo>
                  <a:pt x="692" y="6910"/>
                </a:lnTo>
                <a:lnTo>
                  <a:pt x="485" y="7186"/>
                </a:lnTo>
                <a:lnTo>
                  <a:pt x="277" y="7394"/>
                </a:lnTo>
                <a:lnTo>
                  <a:pt x="139" y="7670"/>
                </a:lnTo>
                <a:lnTo>
                  <a:pt x="70" y="7946"/>
                </a:lnTo>
                <a:lnTo>
                  <a:pt x="1" y="8223"/>
                </a:lnTo>
                <a:lnTo>
                  <a:pt x="1" y="8568"/>
                </a:lnTo>
                <a:lnTo>
                  <a:pt x="1" y="8844"/>
                </a:lnTo>
                <a:lnTo>
                  <a:pt x="139" y="9466"/>
                </a:lnTo>
                <a:lnTo>
                  <a:pt x="485" y="9950"/>
                </a:lnTo>
                <a:lnTo>
                  <a:pt x="830" y="10433"/>
                </a:lnTo>
                <a:lnTo>
                  <a:pt x="1314" y="10848"/>
                </a:lnTo>
                <a:lnTo>
                  <a:pt x="1797" y="11193"/>
                </a:lnTo>
                <a:lnTo>
                  <a:pt x="2419" y="11401"/>
                </a:lnTo>
                <a:lnTo>
                  <a:pt x="2972" y="11608"/>
                </a:lnTo>
                <a:lnTo>
                  <a:pt x="3594" y="11746"/>
                </a:lnTo>
                <a:lnTo>
                  <a:pt x="4285" y="11884"/>
                </a:lnTo>
                <a:lnTo>
                  <a:pt x="5045" y="11953"/>
                </a:lnTo>
                <a:lnTo>
                  <a:pt x="6495" y="12023"/>
                </a:lnTo>
                <a:lnTo>
                  <a:pt x="9466" y="12023"/>
                </a:lnTo>
                <a:lnTo>
                  <a:pt x="13128" y="11953"/>
                </a:lnTo>
                <a:lnTo>
                  <a:pt x="15270" y="11884"/>
                </a:lnTo>
                <a:lnTo>
                  <a:pt x="16030" y="11815"/>
                </a:lnTo>
                <a:lnTo>
                  <a:pt x="16583" y="11746"/>
                </a:lnTo>
                <a:lnTo>
                  <a:pt x="17412" y="11539"/>
                </a:lnTo>
                <a:lnTo>
                  <a:pt x="18172" y="11124"/>
                </a:lnTo>
                <a:lnTo>
                  <a:pt x="18862" y="10641"/>
                </a:lnTo>
                <a:lnTo>
                  <a:pt x="19208" y="10364"/>
                </a:lnTo>
                <a:lnTo>
                  <a:pt x="19484" y="10088"/>
                </a:lnTo>
                <a:lnTo>
                  <a:pt x="19761" y="9535"/>
                </a:lnTo>
                <a:lnTo>
                  <a:pt x="20037" y="8983"/>
                </a:lnTo>
                <a:lnTo>
                  <a:pt x="20037" y="8706"/>
                </a:lnTo>
                <a:lnTo>
                  <a:pt x="20037" y="8430"/>
                </a:lnTo>
                <a:lnTo>
                  <a:pt x="20037" y="8154"/>
                </a:lnTo>
                <a:lnTo>
                  <a:pt x="19899" y="7877"/>
                </a:lnTo>
                <a:lnTo>
                  <a:pt x="19761" y="7601"/>
                </a:lnTo>
                <a:lnTo>
                  <a:pt x="19553" y="7394"/>
                </a:lnTo>
                <a:lnTo>
                  <a:pt x="19139" y="7048"/>
                </a:lnTo>
                <a:lnTo>
                  <a:pt x="18586" y="6841"/>
                </a:lnTo>
                <a:lnTo>
                  <a:pt x="17964" y="6703"/>
                </a:lnTo>
                <a:lnTo>
                  <a:pt x="17273" y="6564"/>
                </a:lnTo>
                <a:lnTo>
                  <a:pt x="16168" y="6564"/>
                </a:lnTo>
                <a:lnTo>
                  <a:pt x="15823" y="6634"/>
                </a:lnTo>
                <a:lnTo>
                  <a:pt x="15477" y="6772"/>
                </a:lnTo>
                <a:lnTo>
                  <a:pt x="15201" y="6979"/>
                </a:lnTo>
                <a:lnTo>
                  <a:pt x="15408" y="6634"/>
                </a:lnTo>
                <a:lnTo>
                  <a:pt x="15615" y="6288"/>
                </a:lnTo>
                <a:lnTo>
                  <a:pt x="15823" y="5874"/>
                </a:lnTo>
                <a:lnTo>
                  <a:pt x="15892" y="5459"/>
                </a:lnTo>
                <a:lnTo>
                  <a:pt x="15892" y="5044"/>
                </a:lnTo>
                <a:lnTo>
                  <a:pt x="15823" y="4630"/>
                </a:lnTo>
                <a:lnTo>
                  <a:pt x="15684" y="4284"/>
                </a:lnTo>
                <a:lnTo>
                  <a:pt x="15477" y="3939"/>
                </a:lnTo>
                <a:lnTo>
                  <a:pt x="15063" y="3663"/>
                </a:lnTo>
                <a:lnTo>
                  <a:pt x="14648" y="3455"/>
                </a:lnTo>
                <a:lnTo>
                  <a:pt x="14233" y="3386"/>
                </a:lnTo>
                <a:lnTo>
                  <a:pt x="13750" y="3317"/>
                </a:lnTo>
                <a:lnTo>
                  <a:pt x="13197" y="3386"/>
                </a:lnTo>
                <a:lnTo>
                  <a:pt x="12575" y="3455"/>
                </a:lnTo>
                <a:lnTo>
                  <a:pt x="12092" y="3732"/>
                </a:lnTo>
                <a:lnTo>
                  <a:pt x="11815" y="3870"/>
                </a:lnTo>
                <a:lnTo>
                  <a:pt x="11608" y="4077"/>
                </a:lnTo>
                <a:lnTo>
                  <a:pt x="11608" y="3386"/>
                </a:lnTo>
                <a:lnTo>
                  <a:pt x="11470" y="2695"/>
                </a:lnTo>
                <a:lnTo>
                  <a:pt x="11194" y="2074"/>
                </a:lnTo>
                <a:lnTo>
                  <a:pt x="10848" y="1452"/>
                </a:lnTo>
                <a:lnTo>
                  <a:pt x="10572" y="1037"/>
                </a:lnTo>
                <a:lnTo>
                  <a:pt x="10157" y="692"/>
                </a:lnTo>
                <a:lnTo>
                  <a:pt x="9743" y="346"/>
                </a:lnTo>
                <a:lnTo>
                  <a:pt x="9259" y="139"/>
                </a:lnTo>
                <a:lnTo>
                  <a:pt x="8775" y="1"/>
                </a:lnTo>
                <a:close/>
              </a:path>
            </a:pathLst>
          </a:custGeom>
          <a:solidFill>
            <a:schemeClr val="accent4"/>
          </a:solidFill>
          <a:ln>
            <a:noFill/>
          </a:ln>
          <a:effectLst>
            <a:outerShdw blurRad="57150" dist="19050" dir="6000000" algn="bl" rotWithShape="0">
              <a:schemeClr val="accent3">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0"/>
        <p:cNvGrpSpPr/>
        <p:nvPr/>
      </p:nvGrpSpPr>
      <p:grpSpPr>
        <a:xfrm>
          <a:off x="0" y="0"/>
          <a:ext cx="0" cy="0"/>
          <a:chOff x="0" y="0"/>
          <a:chExt cx="0" cy="0"/>
        </a:xfrm>
      </p:grpSpPr>
      <p:sp>
        <p:nvSpPr>
          <p:cNvPr id="31" name="Google Shape;31;p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2" name="Google Shape;32;p5"/>
          <p:cNvSpPr txBox="1">
            <a:spLocks noGrp="1"/>
          </p:cNvSpPr>
          <p:nvPr>
            <p:ph type="subTitle" idx="1"/>
          </p:nvPr>
        </p:nvSpPr>
        <p:spPr>
          <a:xfrm>
            <a:off x="2194175" y="1791225"/>
            <a:ext cx="4730400" cy="558900"/>
          </a:xfrm>
          <a:prstGeom prst="rect">
            <a:avLst/>
          </a:prstGeom>
          <a:noFill/>
          <a:ln>
            <a:noFill/>
          </a:ln>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400">
                <a:solidFill>
                  <a:schemeClr val="accent4"/>
                </a:solidFill>
                <a:latin typeface="McLaren"/>
                <a:ea typeface="McLaren"/>
                <a:cs typeface="McLaren"/>
                <a:sym typeface="McLaren"/>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3" name="Google Shape;33;p5"/>
          <p:cNvSpPr txBox="1">
            <a:spLocks noGrp="1"/>
          </p:cNvSpPr>
          <p:nvPr>
            <p:ph type="subTitle" idx="2"/>
          </p:nvPr>
        </p:nvSpPr>
        <p:spPr>
          <a:xfrm>
            <a:off x="2194175" y="2965200"/>
            <a:ext cx="4322100" cy="558900"/>
          </a:xfrm>
          <a:prstGeom prst="rect">
            <a:avLst/>
          </a:prstGeom>
          <a:noFill/>
          <a:ln>
            <a:noFill/>
          </a:ln>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400">
                <a:latin typeface="McLaren"/>
                <a:ea typeface="McLaren"/>
                <a:cs typeface="McLaren"/>
                <a:sym typeface="McLaren"/>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4" name="Google Shape;34;p5"/>
          <p:cNvSpPr/>
          <p:nvPr/>
        </p:nvSpPr>
        <p:spPr>
          <a:xfrm flipH="1">
            <a:off x="245027" y="3322915"/>
            <a:ext cx="377447" cy="226513"/>
          </a:xfrm>
          <a:custGeom>
            <a:avLst/>
            <a:gdLst/>
            <a:ahLst/>
            <a:cxnLst/>
            <a:rect l="l" t="t" r="r" b="b"/>
            <a:pathLst>
              <a:path w="20037" h="12023" extrusionOk="0">
                <a:moveTo>
                  <a:pt x="8223" y="1"/>
                </a:moveTo>
                <a:lnTo>
                  <a:pt x="7739" y="139"/>
                </a:lnTo>
                <a:lnTo>
                  <a:pt x="7324" y="415"/>
                </a:lnTo>
                <a:lnTo>
                  <a:pt x="7117" y="623"/>
                </a:lnTo>
                <a:lnTo>
                  <a:pt x="6979" y="830"/>
                </a:lnTo>
                <a:lnTo>
                  <a:pt x="6703" y="1245"/>
                </a:lnTo>
                <a:lnTo>
                  <a:pt x="6703" y="1521"/>
                </a:lnTo>
                <a:lnTo>
                  <a:pt x="6703" y="1797"/>
                </a:lnTo>
                <a:lnTo>
                  <a:pt x="6703" y="2074"/>
                </a:lnTo>
                <a:lnTo>
                  <a:pt x="6772" y="2281"/>
                </a:lnTo>
                <a:lnTo>
                  <a:pt x="6219" y="1866"/>
                </a:lnTo>
                <a:lnTo>
                  <a:pt x="5666" y="1521"/>
                </a:lnTo>
                <a:lnTo>
                  <a:pt x="5045" y="1245"/>
                </a:lnTo>
                <a:lnTo>
                  <a:pt x="4354" y="1106"/>
                </a:lnTo>
                <a:lnTo>
                  <a:pt x="3732" y="1037"/>
                </a:lnTo>
                <a:lnTo>
                  <a:pt x="3041" y="1106"/>
                </a:lnTo>
                <a:lnTo>
                  <a:pt x="2695" y="1245"/>
                </a:lnTo>
                <a:lnTo>
                  <a:pt x="2419" y="1383"/>
                </a:lnTo>
                <a:lnTo>
                  <a:pt x="2143" y="1590"/>
                </a:lnTo>
                <a:lnTo>
                  <a:pt x="1935" y="1797"/>
                </a:lnTo>
                <a:lnTo>
                  <a:pt x="1728" y="2074"/>
                </a:lnTo>
                <a:lnTo>
                  <a:pt x="1590" y="2419"/>
                </a:lnTo>
                <a:lnTo>
                  <a:pt x="1452" y="2695"/>
                </a:lnTo>
                <a:lnTo>
                  <a:pt x="1383" y="3041"/>
                </a:lnTo>
                <a:lnTo>
                  <a:pt x="1383" y="3663"/>
                </a:lnTo>
                <a:lnTo>
                  <a:pt x="1521" y="4354"/>
                </a:lnTo>
                <a:lnTo>
                  <a:pt x="1797" y="4975"/>
                </a:lnTo>
                <a:lnTo>
                  <a:pt x="2143" y="5528"/>
                </a:lnTo>
                <a:lnTo>
                  <a:pt x="2557" y="6012"/>
                </a:lnTo>
                <a:lnTo>
                  <a:pt x="2972" y="6495"/>
                </a:lnTo>
                <a:lnTo>
                  <a:pt x="1935" y="6495"/>
                </a:lnTo>
                <a:lnTo>
                  <a:pt x="1383" y="6564"/>
                </a:lnTo>
                <a:lnTo>
                  <a:pt x="899" y="6772"/>
                </a:lnTo>
                <a:lnTo>
                  <a:pt x="692" y="6910"/>
                </a:lnTo>
                <a:lnTo>
                  <a:pt x="485" y="7186"/>
                </a:lnTo>
                <a:lnTo>
                  <a:pt x="277" y="7394"/>
                </a:lnTo>
                <a:lnTo>
                  <a:pt x="139" y="7670"/>
                </a:lnTo>
                <a:lnTo>
                  <a:pt x="70" y="7946"/>
                </a:lnTo>
                <a:lnTo>
                  <a:pt x="1" y="8223"/>
                </a:lnTo>
                <a:lnTo>
                  <a:pt x="1" y="8568"/>
                </a:lnTo>
                <a:lnTo>
                  <a:pt x="1" y="8844"/>
                </a:lnTo>
                <a:lnTo>
                  <a:pt x="139" y="9466"/>
                </a:lnTo>
                <a:lnTo>
                  <a:pt x="485" y="9950"/>
                </a:lnTo>
                <a:lnTo>
                  <a:pt x="830" y="10433"/>
                </a:lnTo>
                <a:lnTo>
                  <a:pt x="1314" y="10848"/>
                </a:lnTo>
                <a:lnTo>
                  <a:pt x="1797" y="11193"/>
                </a:lnTo>
                <a:lnTo>
                  <a:pt x="2419" y="11401"/>
                </a:lnTo>
                <a:lnTo>
                  <a:pt x="2972" y="11608"/>
                </a:lnTo>
                <a:lnTo>
                  <a:pt x="3594" y="11746"/>
                </a:lnTo>
                <a:lnTo>
                  <a:pt x="4285" y="11884"/>
                </a:lnTo>
                <a:lnTo>
                  <a:pt x="5045" y="11953"/>
                </a:lnTo>
                <a:lnTo>
                  <a:pt x="6495" y="12023"/>
                </a:lnTo>
                <a:lnTo>
                  <a:pt x="9466" y="12023"/>
                </a:lnTo>
                <a:lnTo>
                  <a:pt x="13128" y="11953"/>
                </a:lnTo>
                <a:lnTo>
                  <a:pt x="15270" y="11884"/>
                </a:lnTo>
                <a:lnTo>
                  <a:pt x="16030" y="11815"/>
                </a:lnTo>
                <a:lnTo>
                  <a:pt x="16583" y="11746"/>
                </a:lnTo>
                <a:lnTo>
                  <a:pt x="17412" y="11539"/>
                </a:lnTo>
                <a:lnTo>
                  <a:pt x="18172" y="11124"/>
                </a:lnTo>
                <a:lnTo>
                  <a:pt x="18862" y="10641"/>
                </a:lnTo>
                <a:lnTo>
                  <a:pt x="19208" y="10364"/>
                </a:lnTo>
                <a:lnTo>
                  <a:pt x="19484" y="10088"/>
                </a:lnTo>
                <a:lnTo>
                  <a:pt x="19761" y="9535"/>
                </a:lnTo>
                <a:lnTo>
                  <a:pt x="20037" y="8983"/>
                </a:lnTo>
                <a:lnTo>
                  <a:pt x="20037" y="8706"/>
                </a:lnTo>
                <a:lnTo>
                  <a:pt x="20037" y="8430"/>
                </a:lnTo>
                <a:lnTo>
                  <a:pt x="20037" y="8154"/>
                </a:lnTo>
                <a:lnTo>
                  <a:pt x="19899" y="7877"/>
                </a:lnTo>
                <a:lnTo>
                  <a:pt x="19761" y="7601"/>
                </a:lnTo>
                <a:lnTo>
                  <a:pt x="19553" y="7394"/>
                </a:lnTo>
                <a:lnTo>
                  <a:pt x="19139" y="7048"/>
                </a:lnTo>
                <a:lnTo>
                  <a:pt x="18586" y="6841"/>
                </a:lnTo>
                <a:lnTo>
                  <a:pt x="17964" y="6703"/>
                </a:lnTo>
                <a:lnTo>
                  <a:pt x="17273" y="6564"/>
                </a:lnTo>
                <a:lnTo>
                  <a:pt x="16168" y="6564"/>
                </a:lnTo>
                <a:lnTo>
                  <a:pt x="15823" y="6634"/>
                </a:lnTo>
                <a:lnTo>
                  <a:pt x="15477" y="6772"/>
                </a:lnTo>
                <a:lnTo>
                  <a:pt x="15201" y="6979"/>
                </a:lnTo>
                <a:lnTo>
                  <a:pt x="15408" y="6634"/>
                </a:lnTo>
                <a:lnTo>
                  <a:pt x="15615" y="6288"/>
                </a:lnTo>
                <a:lnTo>
                  <a:pt x="15823" y="5874"/>
                </a:lnTo>
                <a:lnTo>
                  <a:pt x="15892" y="5459"/>
                </a:lnTo>
                <a:lnTo>
                  <a:pt x="15892" y="5044"/>
                </a:lnTo>
                <a:lnTo>
                  <a:pt x="15823" y="4630"/>
                </a:lnTo>
                <a:lnTo>
                  <a:pt x="15684" y="4284"/>
                </a:lnTo>
                <a:lnTo>
                  <a:pt x="15477" y="3939"/>
                </a:lnTo>
                <a:lnTo>
                  <a:pt x="15063" y="3663"/>
                </a:lnTo>
                <a:lnTo>
                  <a:pt x="14648" y="3455"/>
                </a:lnTo>
                <a:lnTo>
                  <a:pt x="14233" y="3386"/>
                </a:lnTo>
                <a:lnTo>
                  <a:pt x="13750" y="3317"/>
                </a:lnTo>
                <a:lnTo>
                  <a:pt x="13197" y="3386"/>
                </a:lnTo>
                <a:lnTo>
                  <a:pt x="12575" y="3455"/>
                </a:lnTo>
                <a:lnTo>
                  <a:pt x="12092" y="3732"/>
                </a:lnTo>
                <a:lnTo>
                  <a:pt x="11815" y="3870"/>
                </a:lnTo>
                <a:lnTo>
                  <a:pt x="11608" y="4077"/>
                </a:lnTo>
                <a:lnTo>
                  <a:pt x="11608" y="3386"/>
                </a:lnTo>
                <a:lnTo>
                  <a:pt x="11470" y="2695"/>
                </a:lnTo>
                <a:lnTo>
                  <a:pt x="11194" y="2074"/>
                </a:lnTo>
                <a:lnTo>
                  <a:pt x="10848" y="1452"/>
                </a:lnTo>
                <a:lnTo>
                  <a:pt x="10572" y="1037"/>
                </a:lnTo>
                <a:lnTo>
                  <a:pt x="10157" y="692"/>
                </a:lnTo>
                <a:lnTo>
                  <a:pt x="9743" y="346"/>
                </a:lnTo>
                <a:lnTo>
                  <a:pt x="9259" y="139"/>
                </a:lnTo>
                <a:lnTo>
                  <a:pt x="8775" y="1"/>
                </a:lnTo>
                <a:close/>
              </a:path>
            </a:pathLst>
          </a:custGeom>
          <a:solidFill>
            <a:schemeClr val="accent4"/>
          </a:solidFill>
          <a:ln>
            <a:noFill/>
          </a:ln>
          <a:effectLst>
            <a:outerShdw blurRad="57150" algn="bl" rotWithShape="0">
              <a:schemeClr val="dk1">
                <a:alpha val="2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5"/>
          <p:cNvSpPr/>
          <p:nvPr/>
        </p:nvSpPr>
        <p:spPr>
          <a:xfrm>
            <a:off x="8589925" y="932002"/>
            <a:ext cx="459248" cy="275567"/>
          </a:xfrm>
          <a:custGeom>
            <a:avLst/>
            <a:gdLst/>
            <a:ahLst/>
            <a:cxnLst/>
            <a:rect l="l" t="t" r="r" b="b"/>
            <a:pathLst>
              <a:path w="20037" h="12023" extrusionOk="0">
                <a:moveTo>
                  <a:pt x="8223" y="1"/>
                </a:moveTo>
                <a:lnTo>
                  <a:pt x="7739" y="139"/>
                </a:lnTo>
                <a:lnTo>
                  <a:pt x="7324" y="415"/>
                </a:lnTo>
                <a:lnTo>
                  <a:pt x="7117" y="623"/>
                </a:lnTo>
                <a:lnTo>
                  <a:pt x="6979" y="830"/>
                </a:lnTo>
                <a:lnTo>
                  <a:pt x="6703" y="1245"/>
                </a:lnTo>
                <a:lnTo>
                  <a:pt x="6703" y="1521"/>
                </a:lnTo>
                <a:lnTo>
                  <a:pt x="6703" y="1797"/>
                </a:lnTo>
                <a:lnTo>
                  <a:pt x="6703" y="2074"/>
                </a:lnTo>
                <a:lnTo>
                  <a:pt x="6772" y="2281"/>
                </a:lnTo>
                <a:lnTo>
                  <a:pt x="6219" y="1866"/>
                </a:lnTo>
                <a:lnTo>
                  <a:pt x="5666" y="1521"/>
                </a:lnTo>
                <a:lnTo>
                  <a:pt x="5045" y="1245"/>
                </a:lnTo>
                <a:lnTo>
                  <a:pt x="4354" y="1106"/>
                </a:lnTo>
                <a:lnTo>
                  <a:pt x="3732" y="1037"/>
                </a:lnTo>
                <a:lnTo>
                  <a:pt x="3041" y="1106"/>
                </a:lnTo>
                <a:lnTo>
                  <a:pt x="2695" y="1245"/>
                </a:lnTo>
                <a:lnTo>
                  <a:pt x="2419" y="1383"/>
                </a:lnTo>
                <a:lnTo>
                  <a:pt x="2143" y="1590"/>
                </a:lnTo>
                <a:lnTo>
                  <a:pt x="1935" y="1797"/>
                </a:lnTo>
                <a:lnTo>
                  <a:pt x="1728" y="2074"/>
                </a:lnTo>
                <a:lnTo>
                  <a:pt x="1590" y="2419"/>
                </a:lnTo>
                <a:lnTo>
                  <a:pt x="1452" y="2695"/>
                </a:lnTo>
                <a:lnTo>
                  <a:pt x="1383" y="3041"/>
                </a:lnTo>
                <a:lnTo>
                  <a:pt x="1383" y="3663"/>
                </a:lnTo>
                <a:lnTo>
                  <a:pt x="1521" y="4354"/>
                </a:lnTo>
                <a:lnTo>
                  <a:pt x="1797" y="4975"/>
                </a:lnTo>
                <a:lnTo>
                  <a:pt x="2143" y="5528"/>
                </a:lnTo>
                <a:lnTo>
                  <a:pt x="2557" y="6012"/>
                </a:lnTo>
                <a:lnTo>
                  <a:pt x="2972" y="6495"/>
                </a:lnTo>
                <a:lnTo>
                  <a:pt x="1935" y="6495"/>
                </a:lnTo>
                <a:lnTo>
                  <a:pt x="1383" y="6564"/>
                </a:lnTo>
                <a:lnTo>
                  <a:pt x="899" y="6772"/>
                </a:lnTo>
                <a:lnTo>
                  <a:pt x="692" y="6910"/>
                </a:lnTo>
                <a:lnTo>
                  <a:pt x="485" y="7186"/>
                </a:lnTo>
                <a:lnTo>
                  <a:pt x="277" y="7394"/>
                </a:lnTo>
                <a:lnTo>
                  <a:pt x="139" y="7670"/>
                </a:lnTo>
                <a:lnTo>
                  <a:pt x="70" y="7946"/>
                </a:lnTo>
                <a:lnTo>
                  <a:pt x="1" y="8223"/>
                </a:lnTo>
                <a:lnTo>
                  <a:pt x="1" y="8568"/>
                </a:lnTo>
                <a:lnTo>
                  <a:pt x="1" y="8844"/>
                </a:lnTo>
                <a:lnTo>
                  <a:pt x="139" y="9466"/>
                </a:lnTo>
                <a:lnTo>
                  <a:pt x="485" y="9950"/>
                </a:lnTo>
                <a:lnTo>
                  <a:pt x="830" y="10433"/>
                </a:lnTo>
                <a:lnTo>
                  <a:pt x="1314" y="10848"/>
                </a:lnTo>
                <a:lnTo>
                  <a:pt x="1797" y="11193"/>
                </a:lnTo>
                <a:lnTo>
                  <a:pt x="2419" y="11401"/>
                </a:lnTo>
                <a:lnTo>
                  <a:pt x="2972" y="11608"/>
                </a:lnTo>
                <a:lnTo>
                  <a:pt x="3594" y="11746"/>
                </a:lnTo>
                <a:lnTo>
                  <a:pt x="4285" y="11884"/>
                </a:lnTo>
                <a:lnTo>
                  <a:pt x="5045" y="11953"/>
                </a:lnTo>
                <a:lnTo>
                  <a:pt x="6495" y="12023"/>
                </a:lnTo>
                <a:lnTo>
                  <a:pt x="9466" y="12023"/>
                </a:lnTo>
                <a:lnTo>
                  <a:pt x="13128" y="11953"/>
                </a:lnTo>
                <a:lnTo>
                  <a:pt x="15270" y="11884"/>
                </a:lnTo>
                <a:lnTo>
                  <a:pt x="16030" y="11815"/>
                </a:lnTo>
                <a:lnTo>
                  <a:pt x="16583" y="11746"/>
                </a:lnTo>
                <a:lnTo>
                  <a:pt x="17412" y="11539"/>
                </a:lnTo>
                <a:lnTo>
                  <a:pt x="18172" y="11124"/>
                </a:lnTo>
                <a:lnTo>
                  <a:pt x="18862" y="10641"/>
                </a:lnTo>
                <a:lnTo>
                  <a:pt x="19208" y="10364"/>
                </a:lnTo>
                <a:lnTo>
                  <a:pt x="19484" y="10088"/>
                </a:lnTo>
                <a:lnTo>
                  <a:pt x="19761" y="9535"/>
                </a:lnTo>
                <a:lnTo>
                  <a:pt x="20037" y="8983"/>
                </a:lnTo>
                <a:lnTo>
                  <a:pt x="20037" y="8706"/>
                </a:lnTo>
                <a:lnTo>
                  <a:pt x="20037" y="8430"/>
                </a:lnTo>
                <a:lnTo>
                  <a:pt x="20037" y="8154"/>
                </a:lnTo>
                <a:lnTo>
                  <a:pt x="19899" y="7877"/>
                </a:lnTo>
                <a:lnTo>
                  <a:pt x="19761" y="7601"/>
                </a:lnTo>
                <a:lnTo>
                  <a:pt x="19553" y="7394"/>
                </a:lnTo>
                <a:lnTo>
                  <a:pt x="19139" y="7048"/>
                </a:lnTo>
                <a:lnTo>
                  <a:pt x="18586" y="6841"/>
                </a:lnTo>
                <a:lnTo>
                  <a:pt x="17964" y="6703"/>
                </a:lnTo>
                <a:lnTo>
                  <a:pt x="17273" y="6564"/>
                </a:lnTo>
                <a:lnTo>
                  <a:pt x="16168" y="6564"/>
                </a:lnTo>
                <a:lnTo>
                  <a:pt x="15823" y="6634"/>
                </a:lnTo>
                <a:lnTo>
                  <a:pt x="15477" y="6772"/>
                </a:lnTo>
                <a:lnTo>
                  <a:pt x="15201" y="6979"/>
                </a:lnTo>
                <a:lnTo>
                  <a:pt x="15408" y="6634"/>
                </a:lnTo>
                <a:lnTo>
                  <a:pt x="15615" y="6288"/>
                </a:lnTo>
                <a:lnTo>
                  <a:pt x="15823" y="5874"/>
                </a:lnTo>
                <a:lnTo>
                  <a:pt x="15892" y="5459"/>
                </a:lnTo>
                <a:lnTo>
                  <a:pt x="15892" y="5044"/>
                </a:lnTo>
                <a:lnTo>
                  <a:pt x="15823" y="4630"/>
                </a:lnTo>
                <a:lnTo>
                  <a:pt x="15684" y="4284"/>
                </a:lnTo>
                <a:lnTo>
                  <a:pt x="15477" y="3939"/>
                </a:lnTo>
                <a:lnTo>
                  <a:pt x="15063" y="3663"/>
                </a:lnTo>
                <a:lnTo>
                  <a:pt x="14648" y="3455"/>
                </a:lnTo>
                <a:lnTo>
                  <a:pt x="14233" y="3386"/>
                </a:lnTo>
                <a:lnTo>
                  <a:pt x="13750" y="3317"/>
                </a:lnTo>
                <a:lnTo>
                  <a:pt x="13197" y="3386"/>
                </a:lnTo>
                <a:lnTo>
                  <a:pt x="12575" y="3455"/>
                </a:lnTo>
                <a:lnTo>
                  <a:pt x="12092" y="3732"/>
                </a:lnTo>
                <a:lnTo>
                  <a:pt x="11815" y="3870"/>
                </a:lnTo>
                <a:lnTo>
                  <a:pt x="11608" y="4077"/>
                </a:lnTo>
                <a:lnTo>
                  <a:pt x="11608" y="3386"/>
                </a:lnTo>
                <a:lnTo>
                  <a:pt x="11470" y="2695"/>
                </a:lnTo>
                <a:lnTo>
                  <a:pt x="11194" y="2074"/>
                </a:lnTo>
                <a:lnTo>
                  <a:pt x="10848" y="1452"/>
                </a:lnTo>
                <a:lnTo>
                  <a:pt x="10572" y="1037"/>
                </a:lnTo>
                <a:lnTo>
                  <a:pt x="10157" y="692"/>
                </a:lnTo>
                <a:lnTo>
                  <a:pt x="9743" y="346"/>
                </a:lnTo>
                <a:lnTo>
                  <a:pt x="9259" y="139"/>
                </a:lnTo>
                <a:lnTo>
                  <a:pt x="8775" y="1"/>
                </a:lnTo>
                <a:close/>
              </a:path>
            </a:pathLst>
          </a:custGeom>
          <a:solidFill>
            <a:schemeClr val="accent4"/>
          </a:solidFill>
          <a:ln>
            <a:noFill/>
          </a:ln>
          <a:effectLst>
            <a:outerShdw blurRad="57150" algn="bl" rotWithShape="0">
              <a:schemeClr val="dk1">
                <a:alpha val="2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2"/>
        <p:cNvGrpSpPr/>
        <p:nvPr/>
      </p:nvGrpSpPr>
      <p:grpSpPr>
        <a:xfrm>
          <a:off x="0" y="0"/>
          <a:ext cx="0" cy="0"/>
          <a:chOff x="0" y="0"/>
          <a:chExt cx="0" cy="0"/>
        </a:xfrm>
      </p:grpSpPr>
      <p:sp>
        <p:nvSpPr>
          <p:cNvPr id="43" name="Google Shape;43;p7"/>
          <p:cNvSpPr txBox="1">
            <a:spLocks noGrp="1"/>
          </p:cNvSpPr>
          <p:nvPr>
            <p:ph type="title"/>
          </p:nvPr>
        </p:nvSpPr>
        <p:spPr>
          <a:xfrm>
            <a:off x="720000" y="445025"/>
            <a:ext cx="77109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44" name="Google Shape;44;p7"/>
          <p:cNvSpPr txBox="1">
            <a:spLocks noGrp="1"/>
          </p:cNvSpPr>
          <p:nvPr>
            <p:ph type="subTitle" idx="1"/>
          </p:nvPr>
        </p:nvSpPr>
        <p:spPr>
          <a:xfrm>
            <a:off x="720000" y="1541950"/>
            <a:ext cx="4294800" cy="2298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Font typeface="Nunito Light"/>
              <a:buChar char="●"/>
              <a:defRPr sz="1600"/>
            </a:lvl1pPr>
            <a:lvl2pPr lvl="1" algn="ctr" rtl="0">
              <a:lnSpc>
                <a:spcPct val="100000"/>
              </a:lnSpc>
              <a:spcBef>
                <a:spcPts val="0"/>
              </a:spcBef>
              <a:spcAft>
                <a:spcPts val="0"/>
              </a:spcAft>
              <a:buClr>
                <a:srgbClr val="E76A28"/>
              </a:buClr>
              <a:buSzPts val="1600"/>
              <a:buFont typeface="Nunito Light"/>
              <a:buChar char="○"/>
              <a:defRPr/>
            </a:lvl2pPr>
            <a:lvl3pPr lvl="2" algn="ctr" rtl="0">
              <a:lnSpc>
                <a:spcPct val="100000"/>
              </a:lnSpc>
              <a:spcBef>
                <a:spcPts val="1600"/>
              </a:spcBef>
              <a:spcAft>
                <a:spcPts val="0"/>
              </a:spcAft>
              <a:buClr>
                <a:srgbClr val="E76A28"/>
              </a:buClr>
              <a:buSzPts val="1500"/>
              <a:buFont typeface="Nunito Light"/>
              <a:buChar char="■"/>
              <a:defRPr/>
            </a:lvl3pPr>
            <a:lvl4pPr lvl="3" algn="ctr" rtl="0">
              <a:lnSpc>
                <a:spcPct val="100000"/>
              </a:lnSpc>
              <a:spcBef>
                <a:spcPts val="1600"/>
              </a:spcBef>
              <a:spcAft>
                <a:spcPts val="0"/>
              </a:spcAft>
              <a:buClr>
                <a:srgbClr val="E76A28"/>
              </a:buClr>
              <a:buSzPts val="1500"/>
              <a:buFont typeface="Nunito Light"/>
              <a:buChar char="●"/>
              <a:defRPr/>
            </a:lvl4pPr>
            <a:lvl5pPr lvl="4" algn="ctr" rtl="0">
              <a:lnSpc>
                <a:spcPct val="100000"/>
              </a:lnSpc>
              <a:spcBef>
                <a:spcPts val="1600"/>
              </a:spcBef>
              <a:spcAft>
                <a:spcPts val="0"/>
              </a:spcAft>
              <a:buClr>
                <a:srgbClr val="E76A28"/>
              </a:buClr>
              <a:buSzPts val="1400"/>
              <a:buFont typeface="Nunito Light"/>
              <a:buChar char="○"/>
              <a:defRPr/>
            </a:lvl5pPr>
            <a:lvl6pPr lvl="5" algn="ctr" rtl="0">
              <a:lnSpc>
                <a:spcPct val="100000"/>
              </a:lnSpc>
              <a:spcBef>
                <a:spcPts val="1600"/>
              </a:spcBef>
              <a:spcAft>
                <a:spcPts val="0"/>
              </a:spcAft>
              <a:buClr>
                <a:srgbClr val="999999"/>
              </a:buClr>
              <a:buSzPts val="1400"/>
              <a:buFont typeface="Nunito Light"/>
              <a:buChar char="■"/>
              <a:defRPr/>
            </a:lvl6pPr>
            <a:lvl7pPr lvl="6" algn="ctr" rtl="0">
              <a:lnSpc>
                <a:spcPct val="100000"/>
              </a:lnSpc>
              <a:spcBef>
                <a:spcPts val="1600"/>
              </a:spcBef>
              <a:spcAft>
                <a:spcPts val="0"/>
              </a:spcAft>
              <a:buClr>
                <a:srgbClr val="999999"/>
              </a:buClr>
              <a:buSzPts val="1300"/>
              <a:buFont typeface="Nunito Light"/>
              <a:buChar char="●"/>
              <a:defRPr/>
            </a:lvl7pPr>
            <a:lvl8pPr lvl="7" algn="ctr" rtl="0">
              <a:lnSpc>
                <a:spcPct val="100000"/>
              </a:lnSpc>
              <a:spcBef>
                <a:spcPts val="1600"/>
              </a:spcBef>
              <a:spcAft>
                <a:spcPts val="0"/>
              </a:spcAft>
              <a:buClr>
                <a:srgbClr val="999999"/>
              </a:buClr>
              <a:buSzPts val="1300"/>
              <a:buFont typeface="Nunito Light"/>
              <a:buChar char="○"/>
              <a:defRPr/>
            </a:lvl8pPr>
            <a:lvl9pPr lvl="8" algn="ctr" rtl="0">
              <a:lnSpc>
                <a:spcPct val="100000"/>
              </a:lnSpc>
              <a:spcBef>
                <a:spcPts val="1600"/>
              </a:spcBef>
              <a:spcAft>
                <a:spcPts val="1600"/>
              </a:spcAft>
              <a:buClr>
                <a:srgbClr val="999999"/>
              </a:buClr>
              <a:buSzPts val="1400"/>
              <a:buFont typeface="Nunito Light"/>
              <a:buChar char="■"/>
              <a:defRPr/>
            </a:lvl9pPr>
          </a:lstStyle>
          <a:p>
            <a:endParaRPr/>
          </a:p>
        </p:txBody>
      </p:sp>
      <p:sp>
        <p:nvSpPr>
          <p:cNvPr id="45" name="Google Shape;45;p7"/>
          <p:cNvSpPr/>
          <p:nvPr/>
        </p:nvSpPr>
        <p:spPr>
          <a:xfrm flipH="1">
            <a:off x="8576836" y="1453036"/>
            <a:ext cx="475728" cy="285486"/>
          </a:xfrm>
          <a:custGeom>
            <a:avLst/>
            <a:gdLst/>
            <a:ahLst/>
            <a:cxnLst/>
            <a:rect l="l" t="t" r="r" b="b"/>
            <a:pathLst>
              <a:path w="20037" h="12023" extrusionOk="0">
                <a:moveTo>
                  <a:pt x="8223" y="1"/>
                </a:moveTo>
                <a:lnTo>
                  <a:pt x="7739" y="139"/>
                </a:lnTo>
                <a:lnTo>
                  <a:pt x="7324" y="415"/>
                </a:lnTo>
                <a:lnTo>
                  <a:pt x="7117" y="623"/>
                </a:lnTo>
                <a:lnTo>
                  <a:pt x="6979" y="830"/>
                </a:lnTo>
                <a:lnTo>
                  <a:pt x="6703" y="1245"/>
                </a:lnTo>
                <a:lnTo>
                  <a:pt x="6703" y="1521"/>
                </a:lnTo>
                <a:lnTo>
                  <a:pt x="6703" y="1797"/>
                </a:lnTo>
                <a:lnTo>
                  <a:pt x="6703" y="2074"/>
                </a:lnTo>
                <a:lnTo>
                  <a:pt x="6772" y="2281"/>
                </a:lnTo>
                <a:lnTo>
                  <a:pt x="6219" y="1866"/>
                </a:lnTo>
                <a:lnTo>
                  <a:pt x="5666" y="1521"/>
                </a:lnTo>
                <a:lnTo>
                  <a:pt x="5045" y="1245"/>
                </a:lnTo>
                <a:lnTo>
                  <a:pt x="4354" y="1106"/>
                </a:lnTo>
                <a:lnTo>
                  <a:pt x="3732" y="1037"/>
                </a:lnTo>
                <a:lnTo>
                  <a:pt x="3041" y="1106"/>
                </a:lnTo>
                <a:lnTo>
                  <a:pt x="2695" y="1245"/>
                </a:lnTo>
                <a:lnTo>
                  <a:pt x="2419" y="1383"/>
                </a:lnTo>
                <a:lnTo>
                  <a:pt x="2143" y="1590"/>
                </a:lnTo>
                <a:lnTo>
                  <a:pt x="1935" y="1797"/>
                </a:lnTo>
                <a:lnTo>
                  <a:pt x="1728" y="2074"/>
                </a:lnTo>
                <a:lnTo>
                  <a:pt x="1590" y="2419"/>
                </a:lnTo>
                <a:lnTo>
                  <a:pt x="1452" y="2695"/>
                </a:lnTo>
                <a:lnTo>
                  <a:pt x="1383" y="3041"/>
                </a:lnTo>
                <a:lnTo>
                  <a:pt x="1383" y="3663"/>
                </a:lnTo>
                <a:lnTo>
                  <a:pt x="1521" y="4354"/>
                </a:lnTo>
                <a:lnTo>
                  <a:pt x="1797" y="4975"/>
                </a:lnTo>
                <a:lnTo>
                  <a:pt x="2143" y="5528"/>
                </a:lnTo>
                <a:lnTo>
                  <a:pt x="2557" y="6012"/>
                </a:lnTo>
                <a:lnTo>
                  <a:pt x="2972" y="6495"/>
                </a:lnTo>
                <a:lnTo>
                  <a:pt x="1935" y="6495"/>
                </a:lnTo>
                <a:lnTo>
                  <a:pt x="1383" y="6564"/>
                </a:lnTo>
                <a:lnTo>
                  <a:pt x="899" y="6772"/>
                </a:lnTo>
                <a:lnTo>
                  <a:pt x="692" y="6910"/>
                </a:lnTo>
                <a:lnTo>
                  <a:pt x="485" y="7186"/>
                </a:lnTo>
                <a:lnTo>
                  <a:pt x="277" y="7394"/>
                </a:lnTo>
                <a:lnTo>
                  <a:pt x="139" y="7670"/>
                </a:lnTo>
                <a:lnTo>
                  <a:pt x="70" y="7946"/>
                </a:lnTo>
                <a:lnTo>
                  <a:pt x="1" y="8223"/>
                </a:lnTo>
                <a:lnTo>
                  <a:pt x="1" y="8568"/>
                </a:lnTo>
                <a:lnTo>
                  <a:pt x="1" y="8844"/>
                </a:lnTo>
                <a:lnTo>
                  <a:pt x="139" y="9466"/>
                </a:lnTo>
                <a:lnTo>
                  <a:pt x="485" y="9950"/>
                </a:lnTo>
                <a:lnTo>
                  <a:pt x="830" y="10433"/>
                </a:lnTo>
                <a:lnTo>
                  <a:pt x="1314" y="10848"/>
                </a:lnTo>
                <a:lnTo>
                  <a:pt x="1797" y="11193"/>
                </a:lnTo>
                <a:lnTo>
                  <a:pt x="2419" y="11401"/>
                </a:lnTo>
                <a:lnTo>
                  <a:pt x="2972" y="11608"/>
                </a:lnTo>
                <a:lnTo>
                  <a:pt x="3594" y="11746"/>
                </a:lnTo>
                <a:lnTo>
                  <a:pt x="4285" y="11884"/>
                </a:lnTo>
                <a:lnTo>
                  <a:pt x="5045" y="11953"/>
                </a:lnTo>
                <a:lnTo>
                  <a:pt x="6495" y="12023"/>
                </a:lnTo>
                <a:lnTo>
                  <a:pt x="9466" y="12023"/>
                </a:lnTo>
                <a:lnTo>
                  <a:pt x="13128" y="11953"/>
                </a:lnTo>
                <a:lnTo>
                  <a:pt x="15270" y="11884"/>
                </a:lnTo>
                <a:lnTo>
                  <a:pt x="16030" y="11815"/>
                </a:lnTo>
                <a:lnTo>
                  <a:pt x="16583" y="11746"/>
                </a:lnTo>
                <a:lnTo>
                  <a:pt x="17412" y="11539"/>
                </a:lnTo>
                <a:lnTo>
                  <a:pt x="18172" y="11124"/>
                </a:lnTo>
                <a:lnTo>
                  <a:pt x="18862" y="10641"/>
                </a:lnTo>
                <a:lnTo>
                  <a:pt x="19208" y="10364"/>
                </a:lnTo>
                <a:lnTo>
                  <a:pt x="19484" y="10088"/>
                </a:lnTo>
                <a:lnTo>
                  <a:pt x="19761" y="9535"/>
                </a:lnTo>
                <a:lnTo>
                  <a:pt x="20037" y="8983"/>
                </a:lnTo>
                <a:lnTo>
                  <a:pt x="20037" y="8706"/>
                </a:lnTo>
                <a:lnTo>
                  <a:pt x="20037" y="8430"/>
                </a:lnTo>
                <a:lnTo>
                  <a:pt x="20037" y="8154"/>
                </a:lnTo>
                <a:lnTo>
                  <a:pt x="19899" y="7877"/>
                </a:lnTo>
                <a:lnTo>
                  <a:pt x="19761" y="7601"/>
                </a:lnTo>
                <a:lnTo>
                  <a:pt x="19553" y="7394"/>
                </a:lnTo>
                <a:lnTo>
                  <a:pt x="19139" y="7048"/>
                </a:lnTo>
                <a:lnTo>
                  <a:pt x="18586" y="6841"/>
                </a:lnTo>
                <a:lnTo>
                  <a:pt x="17964" y="6703"/>
                </a:lnTo>
                <a:lnTo>
                  <a:pt x="17273" y="6564"/>
                </a:lnTo>
                <a:lnTo>
                  <a:pt x="16168" y="6564"/>
                </a:lnTo>
                <a:lnTo>
                  <a:pt x="15823" y="6634"/>
                </a:lnTo>
                <a:lnTo>
                  <a:pt x="15477" y="6772"/>
                </a:lnTo>
                <a:lnTo>
                  <a:pt x="15201" y="6979"/>
                </a:lnTo>
                <a:lnTo>
                  <a:pt x="15408" y="6634"/>
                </a:lnTo>
                <a:lnTo>
                  <a:pt x="15615" y="6288"/>
                </a:lnTo>
                <a:lnTo>
                  <a:pt x="15823" y="5874"/>
                </a:lnTo>
                <a:lnTo>
                  <a:pt x="15892" y="5459"/>
                </a:lnTo>
                <a:lnTo>
                  <a:pt x="15892" y="5044"/>
                </a:lnTo>
                <a:lnTo>
                  <a:pt x="15823" y="4630"/>
                </a:lnTo>
                <a:lnTo>
                  <a:pt x="15684" y="4284"/>
                </a:lnTo>
                <a:lnTo>
                  <a:pt x="15477" y="3939"/>
                </a:lnTo>
                <a:lnTo>
                  <a:pt x="15063" y="3663"/>
                </a:lnTo>
                <a:lnTo>
                  <a:pt x="14648" y="3455"/>
                </a:lnTo>
                <a:lnTo>
                  <a:pt x="14233" y="3386"/>
                </a:lnTo>
                <a:lnTo>
                  <a:pt x="13750" y="3317"/>
                </a:lnTo>
                <a:lnTo>
                  <a:pt x="13197" y="3386"/>
                </a:lnTo>
                <a:lnTo>
                  <a:pt x="12575" y="3455"/>
                </a:lnTo>
                <a:lnTo>
                  <a:pt x="12092" y="3732"/>
                </a:lnTo>
                <a:lnTo>
                  <a:pt x="11815" y="3870"/>
                </a:lnTo>
                <a:lnTo>
                  <a:pt x="11608" y="4077"/>
                </a:lnTo>
                <a:lnTo>
                  <a:pt x="11608" y="3386"/>
                </a:lnTo>
                <a:lnTo>
                  <a:pt x="11470" y="2695"/>
                </a:lnTo>
                <a:lnTo>
                  <a:pt x="11194" y="2074"/>
                </a:lnTo>
                <a:lnTo>
                  <a:pt x="10848" y="1452"/>
                </a:lnTo>
                <a:lnTo>
                  <a:pt x="10572" y="1037"/>
                </a:lnTo>
                <a:lnTo>
                  <a:pt x="10157" y="692"/>
                </a:lnTo>
                <a:lnTo>
                  <a:pt x="9743" y="346"/>
                </a:lnTo>
                <a:lnTo>
                  <a:pt x="9259" y="139"/>
                </a:lnTo>
                <a:lnTo>
                  <a:pt x="8775" y="1"/>
                </a:lnTo>
                <a:close/>
              </a:path>
            </a:pathLst>
          </a:custGeom>
          <a:solidFill>
            <a:schemeClr val="accent4"/>
          </a:solidFill>
          <a:ln>
            <a:noFill/>
          </a:ln>
          <a:effectLst>
            <a:outerShdw blurRad="57150" algn="bl" rotWithShape="0">
              <a:schemeClr val="dk1">
                <a:alpha val="2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7"/>
          <p:cNvSpPr/>
          <p:nvPr/>
        </p:nvSpPr>
        <p:spPr>
          <a:xfrm>
            <a:off x="132486" y="3435436"/>
            <a:ext cx="475728" cy="285486"/>
          </a:xfrm>
          <a:custGeom>
            <a:avLst/>
            <a:gdLst/>
            <a:ahLst/>
            <a:cxnLst/>
            <a:rect l="l" t="t" r="r" b="b"/>
            <a:pathLst>
              <a:path w="20037" h="12023" extrusionOk="0">
                <a:moveTo>
                  <a:pt x="8223" y="1"/>
                </a:moveTo>
                <a:lnTo>
                  <a:pt x="7739" y="139"/>
                </a:lnTo>
                <a:lnTo>
                  <a:pt x="7324" y="415"/>
                </a:lnTo>
                <a:lnTo>
                  <a:pt x="7117" y="623"/>
                </a:lnTo>
                <a:lnTo>
                  <a:pt x="6979" y="830"/>
                </a:lnTo>
                <a:lnTo>
                  <a:pt x="6703" y="1245"/>
                </a:lnTo>
                <a:lnTo>
                  <a:pt x="6703" y="1521"/>
                </a:lnTo>
                <a:lnTo>
                  <a:pt x="6703" y="1797"/>
                </a:lnTo>
                <a:lnTo>
                  <a:pt x="6703" y="2074"/>
                </a:lnTo>
                <a:lnTo>
                  <a:pt x="6772" y="2281"/>
                </a:lnTo>
                <a:lnTo>
                  <a:pt x="6219" y="1866"/>
                </a:lnTo>
                <a:lnTo>
                  <a:pt x="5666" y="1521"/>
                </a:lnTo>
                <a:lnTo>
                  <a:pt x="5045" y="1245"/>
                </a:lnTo>
                <a:lnTo>
                  <a:pt x="4354" y="1106"/>
                </a:lnTo>
                <a:lnTo>
                  <a:pt x="3732" y="1037"/>
                </a:lnTo>
                <a:lnTo>
                  <a:pt x="3041" y="1106"/>
                </a:lnTo>
                <a:lnTo>
                  <a:pt x="2695" y="1245"/>
                </a:lnTo>
                <a:lnTo>
                  <a:pt x="2419" y="1383"/>
                </a:lnTo>
                <a:lnTo>
                  <a:pt x="2143" y="1590"/>
                </a:lnTo>
                <a:lnTo>
                  <a:pt x="1935" y="1797"/>
                </a:lnTo>
                <a:lnTo>
                  <a:pt x="1728" y="2074"/>
                </a:lnTo>
                <a:lnTo>
                  <a:pt x="1590" y="2419"/>
                </a:lnTo>
                <a:lnTo>
                  <a:pt x="1452" y="2695"/>
                </a:lnTo>
                <a:lnTo>
                  <a:pt x="1383" y="3041"/>
                </a:lnTo>
                <a:lnTo>
                  <a:pt x="1383" y="3663"/>
                </a:lnTo>
                <a:lnTo>
                  <a:pt x="1521" y="4354"/>
                </a:lnTo>
                <a:lnTo>
                  <a:pt x="1797" y="4975"/>
                </a:lnTo>
                <a:lnTo>
                  <a:pt x="2143" y="5528"/>
                </a:lnTo>
                <a:lnTo>
                  <a:pt x="2557" y="6012"/>
                </a:lnTo>
                <a:lnTo>
                  <a:pt x="2972" y="6495"/>
                </a:lnTo>
                <a:lnTo>
                  <a:pt x="1935" y="6495"/>
                </a:lnTo>
                <a:lnTo>
                  <a:pt x="1383" y="6564"/>
                </a:lnTo>
                <a:lnTo>
                  <a:pt x="899" y="6772"/>
                </a:lnTo>
                <a:lnTo>
                  <a:pt x="692" y="6910"/>
                </a:lnTo>
                <a:lnTo>
                  <a:pt x="485" y="7186"/>
                </a:lnTo>
                <a:lnTo>
                  <a:pt x="277" y="7394"/>
                </a:lnTo>
                <a:lnTo>
                  <a:pt x="139" y="7670"/>
                </a:lnTo>
                <a:lnTo>
                  <a:pt x="70" y="7946"/>
                </a:lnTo>
                <a:lnTo>
                  <a:pt x="1" y="8223"/>
                </a:lnTo>
                <a:lnTo>
                  <a:pt x="1" y="8568"/>
                </a:lnTo>
                <a:lnTo>
                  <a:pt x="1" y="8844"/>
                </a:lnTo>
                <a:lnTo>
                  <a:pt x="139" y="9466"/>
                </a:lnTo>
                <a:lnTo>
                  <a:pt x="485" y="9950"/>
                </a:lnTo>
                <a:lnTo>
                  <a:pt x="830" y="10433"/>
                </a:lnTo>
                <a:lnTo>
                  <a:pt x="1314" y="10848"/>
                </a:lnTo>
                <a:lnTo>
                  <a:pt x="1797" y="11193"/>
                </a:lnTo>
                <a:lnTo>
                  <a:pt x="2419" y="11401"/>
                </a:lnTo>
                <a:lnTo>
                  <a:pt x="2972" y="11608"/>
                </a:lnTo>
                <a:lnTo>
                  <a:pt x="3594" y="11746"/>
                </a:lnTo>
                <a:lnTo>
                  <a:pt x="4285" y="11884"/>
                </a:lnTo>
                <a:lnTo>
                  <a:pt x="5045" y="11953"/>
                </a:lnTo>
                <a:lnTo>
                  <a:pt x="6495" y="12023"/>
                </a:lnTo>
                <a:lnTo>
                  <a:pt x="9466" y="12023"/>
                </a:lnTo>
                <a:lnTo>
                  <a:pt x="13128" y="11953"/>
                </a:lnTo>
                <a:lnTo>
                  <a:pt x="15270" y="11884"/>
                </a:lnTo>
                <a:lnTo>
                  <a:pt x="16030" y="11815"/>
                </a:lnTo>
                <a:lnTo>
                  <a:pt x="16583" y="11746"/>
                </a:lnTo>
                <a:lnTo>
                  <a:pt x="17412" y="11539"/>
                </a:lnTo>
                <a:lnTo>
                  <a:pt x="18172" y="11124"/>
                </a:lnTo>
                <a:lnTo>
                  <a:pt x="18862" y="10641"/>
                </a:lnTo>
                <a:lnTo>
                  <a:pt x="19208" y="10364"/>
                </a:lnTo>
                <a:lnTo>
                  <a:pt x="19484" y="10088"/>
                </a:lnTo>
                <a:lnTo>
                  <a:pt x="19761" y="9535"/>
                </a:lnTo>
                <a:lnTo>
                  <a:pt x="20037" y="8983"/>
                </a:lnTo>
                <a:lnTo>
                  <a:pt x="20037" y="8706"/>
                </a:lnTo>
                <a:lnTo>
                  <a:pt x="20037" y="8430"/>
                </a:lnTo>
                <a:lnTo>
                  <a:pt x="20037" y="8154"/>
                </a:lnTo>
                <a:lnTo>
                  <a:pt x="19899" y="7877"/>
                </a:lnTo>
                <a:lnTo>
                  <a:pt x="19761" y="7601"/>
                </a:lnTo>
                <a:lnTo>
                  <a:pt x="19553" y="7394"/>
                </a:lnTo>
                <a:lnTo>
                  <a:pt x="19139" y="7048"/>
                </a:lnTo>
                <a:lnTo>
                  <a:pt x="18586" y="6841"/>
                </a:lnTo>
                <a:lnTo>
                  <a:pt x="17964" y="6703"/>
                </a:lnTo>
                <a:lnTo>
                  <a:pt x="17273" y="6564"/>
                </a:lnTo>
                <a:lnTo>
                  <a:pt x="16168" y="6564"/>
                </a:lnTo>
                <a:lnTo>
                  <a:pt x="15823" y="6634"/>
                </a:lnTo>
                <a:lnTo>
                  <a:pt x="15477" y="6772"/>
                </a:lnTo>
                <a:lnTo>
                  <a:pt x="15201" y="6979"/>
                </a:lnTo>
                <a:lnTo>
                  <a:pt x="15408" y="6634"/>
                </a:lnTo>
                <a:lnTo>
                  <a:pt x="15615" y="6288"/>
                </a:lnTo>
                <a:lnTo>
                  <a:pt x="15823" y="5874"/>
                </a:lnTo>
                <a:lnTo>
                  <a:pt x="15892" y="5459"/>
                </a:lnTo>
                <a:lnTo>
                  <a:pt x="15892" y="5044"/>
                </a:lnTo>
                <a:lnTo>
                  <a:pt x="15823" y="4630"/>
                </a:lnTo>
                <a:lnTo>
                  <a:pt x="15684" y="4284"/>
                </a:lnTo>
                <a:lnTo>
                  <a:pt x="15477" y="3939"/>
                </a:lnTo>
                <a:lnTo>
                  <a:pt x="15063" y="3663"/>
                </a:lnTo>
                <a:lnTo>
                  <a:pt x="14648" y="3455"/>
                </a:lnTo>
                <a:lnTo>
                  <a:pt x="14233" y="3386"/>
                </a:lnTo>
                <a:lnTo>
                  <a:pt x="13750" y="3317"/>
                </a:lnTo>
                <a:lnTo>
                  <a:pt x="13197" y="3386"/>
                </a:lnTo>
                <a:lnTo>
                  <a:pt x="12575" y="3455"/>
                </a:lnTo>
                <a:lnTo>
                  <a:pt x="12092" y="3732"/>
                </a:lnTo>
                <a:lnTo>
                  <a:pt x="11815" y="3870"/>
                </a:lnTo>
                <a:lnTo>
                  <a:pt x="11608" y="4077"/>
                </a:lnTo>
                <a:lnTo>
                  <a:pt x="11608" y="3386"/>
                </a:lnTo>
                <a:lnTo>
                  <a:pt x="11470" y="2695"/>
                </a:lnTo>
                <a:lnTo>
                  <a:pt x="11194" y="2074"/>
                </a:lnTo>
                <a:lnTo>
                  <a:pt x="10848" y="1452"/>
                </a:lnTo>
                <a:lnTo>
                  <a:pt x="10572" y="1037"/>
                </a:lnTo>
                <a:lnTo>
                  <a:pt x="10157" y="692"/>
                </a:lnTo>
                <a:lnTo>
                  <a:pt x="9743" y="346"/>
                </a:lnTo>
                <a:lnTo>
                  <a:pt x="9259" y="139"/>
                </a:lnTo>
                <a:lnTo>
                  <a:pt x="8775" y="1"/>
                </a:lnTo>
                <a:close/>
              </a:path>
            </a:pathLst>
          </a:custGeom>
          <a:solidFill>
            <a:schemeClr val="accent4"/>
          </a:solidFill>
          <a:ln>
            <a:noFill/>
          </a:ln>
          <a:effectLst>
            <a:outerShdw blurRad="57150" algn="bl" rotWithShape="0">
              <a:schemeClr val="dk1">
                <a:alpha val="2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7"/>
          <p:cNvSpPr/>
          <p:nvPr/>
        </p:nvSpPr>
        <p:spPr>
          <a:xfrm flipH="1">
            <a:off x="4262636" y="4746761"/>
            <a:ext cx="475728" cy="285486"/>
          </a:xfrm>
          <a:custGeom>
            <a:avLst/>
            <a:gdLst/>
            <a:ahLst/>
            <a:cxnLst/>
            <a:rect l="l" t="t" r="r" b="b"/>
            <a:pathLst>
              <a:path w="20037" h="12023" extrusionOk="0">
                <a:moveTo>
                  <a:pt x="8223" y="1"/>
                </a:moveTo>
                <a:lnTo>
                  <a:pt x="7739" y="139"/>
                </a:lnTo>
                <a:lnTo>
                  <a:pt x="7324" y="415"/>
                </a:lnTo>
                <a:lnTo>
                  <a:pt x="7117" y="623"/>
                </a:lnTo>
                <a:lnTo>
                  <a:pt x="6979" y="830"/>
                </a:lnTo>
                <a:lnTo>
                  <a:pt x="6703" y="1245"/>
                </a:lnTo>
                <a:lnTo>
                  <a:pt x="6703" y="1521"/>
                </a:lnTo>
                <a:lnTo>
                  <a:pt x="6703" y="1797"/>
                </a:lnTo>
                <a:lnTo>
                  <a:pt x="6703" y="2074"/>
                </a:lnTo>
                <a:lnTo>
                  <a:pt x="6772" y="2281"/>
                </a:lnTo>
                <a:lnTo>
                  <a:pt x="6219" y="1866"/>
                </a:lnTo>
                <a:lnTo>
                  <a:pt x="5666" y="1521"/>
                </a:lnTo>
                <a:lnTo>
                  <a:pt x="5045" y="1245"/>
                </a:lnTo>
                <a:lnTo>
                  <a:pt x="4354" y="1106"/>
                </a:lnTo>
                <a:lnTo>
                  <a:pt x="3732" y="1037"/>
                </a:lnTo>
                <a:lnTo>
                  <a:pt x="3041" y="1106"/>
                </a:lnTo>
                <a:lnTo>
                  <a:pt x="2695" y="1245"/>
                </a:lnTo>
                <a:lnTo>
                  <a:pt x="2419" y="1383"/>
                </a:lnTo>
                <a:lnTo>
                  <a:pt x="2143" y="1590"/>
                </a:lnTo>
                <a:lnTo>
                  <a:pt x="1935" y="1797"/>
                </a:lnTo>
                <a:lnTo>
                  <a:pt x="1728" y="2074"/>
                </a:lnTo>
                <a:lnTo>
                  <a:pt x="1590" y="2419"/>
                </a:lnTo>
                <a:lnTo>
                  <a:pt x="1452" y="2695"/>
                </a:lnTo>
                <a:lnTo>
                  <a:pt x="1383" y="3041"/>
                </a:lnTo>
                <a:lnTo>
                  <a:pt x="1383" y="3663"/>
                </a:lnTo>
                <a:lnTo>
                  <a:pt x="1521" y="4354"/>
                </a:lnTo>
                <a:lnTo>
                  <a:pt x="1797" y="4975"/>
                </a:lnTo>
                <a:lnTo>
                  <a:pt x="2143" y="5528"/>
                </a:lnTo>
                <a:lnTo>
                  <a:pt x="2557" y="6012"/>
                </a:lnTo>
                <a:lnTo>
                  <a:pt x="2972" y="6495"/>
                </a:lnTo>
                <a:lnTo>
                  <a:pt x="1935" y="6495"/>
                </a:lnTo>
                <a:lnTo>
                  <a:pt x="1383" y="6564"/>
                </a:lnTo>
                <a:lnTo>
                  <a:pt x="899" y="6772"/>
                </a:lnTo>
                <a:lnTo>
                  <a:pt x="692" y="6910"/>
                </a:lnTo>
                <a:lnTo>
                  <a:pt x="485" y="7186"/>
                </a:lnTo>
                <a:lnTo>
                  <a:pt x="277" y="7394"/>
                </a:lnTo>
                <a:lnTo>
                  <a:pt x="139" y="7670"/>
                </a:lnTo>
                <a:lnTo>
                  <a:pt x="70" y="7946"/>
                </a:lnTo>
                <a:lnTo>
                  <a:pt x="1" y="8223"/>
                </a:lnTo>
                <a:lnTo>
                  <a:pt x="1" y="8568"/>
                </a:lnTo>
                <a:lnTo>
                  <a:pt x="1" y="8844"/>
                </a:lnTo>
                <a:lnTo>
                  <a:pt x="139" y="9466"/>
                </a:lnTo>
                <a:lnTo>
                  <a:pt x="485" y="9950"/>
                </a:lnTo>
                <a:lnTo>
                  <a:pt x="830" y="10433"/>
                </a:lnTo>
                <a:lnTo>
                  <a:pt x="1314" y="10848"/>
                </a:lnTo>
                <a:lnTo>
                  <a:pt x="1797" y="11193"/>
                </a:lnTo>
                <a:lnTo>
                  <a:pt x="2419" y="11401"/>
                </a:lnTo>
                <a:lnTo>
                  <a:pt x="2972" y="11608"/>
                </a:lnTo>
                <a:lnTo>
                  <a:pt x="3594" y="11746"/>
                </a:lnTo>
                <a:lnTo>
                  <a:pt x="4285" y="11884"/>
                </a:lnTo>
                <a:lnTo>
                  <a:pt x="5045" y="11953"/>
                </a:lnTo>
                <a:lnTo>
                  <a:pt x="6495" y="12023"/>
                </a:lnTo>
                <a:lnTo>
                  <a:pt x="9466" y="12023"/>
                </a:lnTo>
                <a:lnTo>
                  <a:pt x="13128" y="11953"/>
                </a:lnTo>
                <a:lnTo>
                  <a:pt x="15270" y="11884"/>
                </a:lnTo>
                <a:lnTo>
                  <a:pt x="16030" y="11815"/>
                </a:lnTo>
                <a:lnTo>
                  <a:pt x="16583" y="11746"/>
                </a:lnTo>
                <a:lnTo>
                  <a:pt x="17412" y="11539"/>
                </a:lnTo>
                <a:lnTo>
                  <a:pt x="18172" y="11124"/>
                </a:lnTo>
                <a:lnTo>
                  <a:pt x="18862" y="10641"/>
                </a:lnTo>
                <a:lnTo>
                  <a:pt x="19208" y="10364"/>
                </a:lnTo>
                <a:lnTo>
                  <a:pt x="19484" y="10088"/>
                </a:lnTo>
                <a:lnTo>
                  <a:pt x="19761" y="9535"/>
                </a:lnTo>
                <a:lnTo>
                  <a:pt x="20037" y="8983"/>
                </a:lnTo>
                <a:lnTo>
                  <a:pt x="20037" y="8706"/>
                </a:lnTo>
                <a:lnTo>
                  <a:pt x="20037" y="8430"/>
                </a:lnTo>
                <a:lnTo>
                  <a:pt x="20037" y="8154"/>
                </a:lnTo>
                <a:lnTo>
                  <a:pt x="19899" y="7877"/>
                </a:lnTo>
                <a:lnTo>
                  <a:pt x="19761" y="7601"/>
                </a:lnTo>
                <a:lnTo>
                  <a:pt x="19553" y="7394"/>
                </a:lnTo>
                <a:lnTo>
                  <a:pt x="19139" y="7048"/>
                </a:lnTo>
                <a:lnTo>
                  <a:pt x="18586" y="6841"/>
                </a:lnTo>
                <a:lnTo>
                  <a:pt x="17964" y="6703"/>
                </a:lnTo>
                <a:lnTo>
                  <a:pt x="17273" y="6564"/>
                </a:lnTo>
                <a:lnTo>
                  <a:pt x="16168" y="6564"/>
                </a:lnTo>
                <a:lnTo>
                  <a:pt x="15823" y="6634"/>
                </a:lnTo>
                <a:lnTo>
                  <a:pt x="15477" y="6772"/>
                </a:lnTo>
                <a:lnTo>
                  <a:pt x="15201" y="6979"/>
                </a:lnTo>
                <a:lnTo>
                  <a:pt x="15408" y="6634"/>
                </a:lnTo>
                <a:lnTo>
                  <a:pt x="15615" y="6288"/>
                </a:lnTo>
                <a:lnTo>
                  <a:pt x="15823" y="5874"/>
                </a:lnTo>
                <a:lnTo>
                  <a:pt x="15892" y="5459"/>
                </a:lnTo>
                <a:lnTo>
                  <a:pt x="15892" y="5044"/>
                </a:lnTo>
                <a:lnTo>
                  <a:pt x="15823" y="4630"/>
                </a:lnTo>
                <a:lnTo>
                  <a:pt x="15684" y="4284"/>
                </a:lnTo>
                <a:lnTo>
                  <a:pt x="15477" y="3939"/>
                </a:lnTo>
                <a:lnTo>
                  <a:pt x="15063" y="3663"/>
                </a:lnTo>
                <a:lnTo>
                  <a:pt x="14648" y="3455"/>
                </a:lnTo>
                <a:lnTo>
                  <a:pt x="14233" y="3386"/>
                </a:lnTo>
                <a:lnTo>
                  <a:pt x="13750" y="3317"/>
                </a:lnTo>
                <a:lnTo>
                  <a:pt x="13197" y="3386"/>
                </a:lnTo>
                <a:lnTo>
                  <a:pt x="12575" y="3455"/>
                </a:lnTo>
                <a:lnTo>
                  <a:pt x="12092" y="3732"/>
                </a:lnTo>
                <a:lnTo>
                  <a:pt x="11815" y="3870"/>
                </a:lnTo>
                <a:lnTo>
                  <a:pt x="11608" y="4077"/>
                </a:lnTo>
                <a:lnTo>
                  <a:pt x="11608" y="3386"/>
                </a:lnTo>
                <a:lnTo>
                  <a:pt x="11470" y="2695"/>
                </a:lnTo>
                <a:lnTo>
                  <a:pt x="11194" y="2074"/>
                </a:lnTo>
                <a:lnTo>
                  <a:pt x="10848" y="1452"/>
                </a:lnTo>
                <a:lnTo>
                  <a:pt x="10572" y="1037"/>
                </a:lnTo>
                <a:lnTo>
                  <a:pt x="10157" y="692"/>
                </a:lnTo>
                <a:lnTo>
                  <a:pt x="9743" y="346"/>
                </a:lnTo>
                <a:lnTo>
                  <a:pt x="9259" y="139"/>
                </a:lnTo>
                <a:lnTo>
                  <a:pt x="8775" y="1"/>
                </a:lnTo>
                <a:close/>
              </a:path>
            </a:pathLst>
          </a:custGeom>
          <a:solidFill>
            <a:schemeClr val="accent4"/>
          </a:solidFill>
          <a:ln>
            <a:noFill/>
          </a:ln>
          <a:effectLst>
            <a:outerShdw blurRad="57150" algn="bl" rotWithShape="0">
              <a:schemeClr val="dk1">
                <a:alpha val="2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7"/>
          <p:cNvSpPr/>
          <p:nvPr/>
        </p:nvSpPr>
        <p:spPr>
          <a:xfrm>
            <a:off x="4334136" y="60886"/>
            <a:ext cx="475728" cy="285486"/>
          </a:xfrm>
          <a:custGeom>
            <a:avLst/>
            <a:gdLst/>
            <a:ahLst/>
            <a:cxnLst/>
            <a:rect l="l" t="t" r="r" b="b"/>
            <a:pathLst>
              <a:path w="20037" h="12023" extrusionOk="0">
                <a:moveTo>
                  <a:pt x="8223" y="1"/>
                </a:moveTo>
                <a:lnTo>
                  <a:pt x="7739" y="139"/>
                </a:lnTo>
                <a:lnTo>
                  <a:pt x="7324" y="415"/>
                </a:lnTo>
                <a:lnTo>
                  <a:pt x="7117" y="623"/>
                </a:lnTo>
                <a:lnTo>
                  <a:pt x="6979" y="830"/>
                </a:lnTo>
                <a:lnTo>
                  <a:pt x="6703" y="1245"/>
                </a:lnTo>
                <a:lnTo>
                  <a:pt x="6703" y="1521"/>
                </a:lnTo>
                <a:lnTo>
                  <a:pt x="6703" y="1797"/>
                </a:lnTo>
                <a:lnTo>
                  <a:pt x="6703" y="2074"/>
                </a:lnTo>
                <a:lnTo>
                  <a:pt x="6772" y="2281"/>
                </a:lnTo>
                <a:lnTo>
                  <a:pt x="6219" y="1866"/>
                </a:lnTo>
                <a:lnTo>
                  <a:pt x="5666" y="1521"/>
                </a:lnTo>
                <a:lnTo>
                  <a:pt x="5045" y="1245"/>
                </a:lnTo>
                <a:lnTo>
                  <a:pt x="4354" y="1106"/>
                </a:lnTo>
                <a:lnTo>
                  <a:pt x="3732" y="1037"/>
                </a:lnTo>
                <a:lnTo>
                  <a:pt x="3041" y="1106"/>
                </a:lnTo>
                <a:lnTo>
                  <a:pt x="2695" y="1245"/>
                </a:lnTo>
                <a:lnTo>
                  <a:pt x="2419" y="1383"/>
                </a:lnTo>
                <a:lnTo>
                  <a:pt x="2143" y="1590"/>
                </a:lnTo>
                <a:lnTo>
                  <a:pt x="1935" y="1797"/>
                </a:lnTo>
                <a:lnTo>
                  <a:pt x="1728" y="2074"/>
                </a:lnTo>
                <a:lnTo>
                  <a:pt x="1590" y="2419"/>
                </a:lnTo>
                <a:lnTo>
                  <a:pt x="1452" y="2695"/>
                </a:lnTo>
                <a:lnTo>
                  <a:pt x="1383" y="3041"/>
                </a:lnTo>
                <a:lnTo>
                  <a:pt x="1383" y="3663"/>
                </a:lnTo>
                <a:lnTo>
                  <a:pt x="1521" y="4354"/>
                </a:lnTo>
                <a:lnTo>
                  <a:pt x="1797" y="4975"/>
                </a:lnTo>
                <a:lnTo>
                  <a:pt x="2143" y="5528"/>
                </a:lnTo>
                <a:lnTo>
                  <a:pt x="2557" y="6012"/>
                </a:lnTo>
                <a:lnTo>
                  <a:pt x="2972" y="6495"/>
                </a:lnTo>
                <a:lnTo>
                  <a:pt x="1935" y="6495"/>
                </a:lnTo>
                <a:lnTo>
                  <a:pt x="1383" y="6564"/>
                </a:lnTo>
                <a:lnTo>
                  <a:pt x="899" y="6772"/>
                </a:lnTo>
                <a:lnTo>
                  <a:pt x="692" y="6910"/>
                </a:lnTo>
                <a:lnTo>
                  <a:pt x="485" y="7186"/>
                </a:lnTo>
                <a:lnTo>
                  <a:pt x="277" y="7394"/>
                </a:lnTo>
                <a:lnTo>
                  <a:pt x="139" y="7670"/>
                </a:lnTo>
                <a:lnTo>
                  <a:pt x="70" y="7946"/>
                </a:lnTo>
                <a:lnTo>
                  <a:pt x="1" y="8223"/>
                </a:lnTo>
                <a:lnTo>
                  <a:pt x="1" y="8568"/>
                </a:lnTo>
                <a:lnTo>
                  <a:pt x="1" y="8844"/>
                </a:lnTo>
                <a:lnTo>
                  <a:pt x="139" y="9466"/>
                </a:lnTo>
                <a:lnTo>
                  <a:pt x="485" y="9950"/>
                </a:lnTo>
                <a:lnTo>
                  <a:pt x="830" y="10433"/>
                </a:lnTo>
                <a:lnTo>
                  <a:pt x="1314" y="10848"/>
                </a:lnTo>
                <a:lnTo>
                  <a:pt x="1797" y="11193"/>
                </a:lnTo>
                <a:lnTo>
                  <a:pt x="2419" y="11401"/>
                </a:lnTo>
                <a:lnTo>
                  <a:pt x="2972" y="11608"/>
                </a:lnTo>
                <a:lnTo>
                  <a:pt x="3594" y="11746"/>
                </a:lnTo>
                <a:lnTo>
                  <a:pt x="4285" y="11884"/>
                </a:lnTo>
                <a:lnTo>
                  <a:pt x="5045" y="11953"/>
                </a:lnTo>
                <a:lnTo>
                  <a:pt x="6495" y="12023"/>
                </a:lnTo>
                <a:lnTo>
                  <a:pt x="9466" y="12023"/>
                </a:lnTo>
                <a:lnTo>
                  <a:pt x="13128" y="11953"/>
                </a:lnTo>
                <a:lnTo>
                  <a:pt x="15270" y="11884"/>
                </a:lnTo>
                <a:lnTo>
                  <a:pt x="16030" y="11815"/>
                </a:lnTo>
                <a:lnTo>
                  <a:pt x="16583" y="11746"/>
                </a:lnTo>
                <a:lnTo>
                  <a:pt x="17412" y="11539"/>
                </a:lnTo>
                <a:lnTo>
                  <a:pt x="18172" y="11124"/>
                </a:lnTo>
                <a:lnTo>
                  <a:pt x="18862" y="10641"/>
                </a:lnTo>
                <a:lnTo>
                  <a:pt x="19208" y="10364"/>
                </a:lnTo>
                <a:lnTo>
                  <a:pt x="19484" y="10088"/>
                </a:lnTo>
                <a:lnTo>
                  <a:pt x="19761" y="9535"/>
                </a:lnTo>
                <a:lnTo>
                  <a:pt x="20037" y="8983"/>
                </a:lnTo>
                <a:lnTo>
                  <a:pt x="20037" y="8706"/>
                </a:lnTo>
                <a:lnTo>
                  <a:pt x="20037" y="8430"/>
                </a:lnTo>
                <a:lnTo>
                  <a:pt x="20037" y="8154"/>
                </a:lnTo>
                <a:lnTo>
                  <a:pt x="19899" y="7877"/>
                </a:lnTo>
                <a:lnTo>
                  <a:pt x="19761" y="7601"/>
                </a:lnTo>
                <a:lnTo>
                  <a:pt x="19553" y="7394"/>
                </a:lnTo>
                <a:lnTo>
                  <a:pt x="19139" y="7048"/>
                </a:lnTo>
                <a:lnTo>
                  <a:pt x="18586" y="6841"/>
                </a:lnTo>
                <a:lnTo>
                  <a:pt x="17964" y="6703"/>
                </a:lnTo>
                <a:lnTo>
                  <a:pt x="17273" y="6564"/>
                </a:lnTo>
                <a:lnTo>
                  <a:pt x="16168" y="6564"/>
                </a:lnTo>
                <a:lnTo>
                  <a:pt x="15823" y="6634"/>
                </a:lnTo>
                <a:lnTo>
                  <a:pt x="15477" y="6772"/>
                </a:lnTo>
                <a:lnTo>
                  <a:pt x="15201" y="6979"/>
                </a:lnTo>
                <a:lnTo>
                  <a:pt x="15408" y="6634"/>
                </a:lnTo>
                <a:lnTo>
                  <a:pt x="15615" y="6288"/>
                </a:lnTo>
                <a:lnTo>
                  <a:pt x="15823" y="5874"/>
                </a:lnTo>
                <a:lnTo>
                  <a:pt x="15892" y="5459"/>
                </a:lnTo>
                <a:lnTo>
                  <a:pt x="15892" y="5044"/>
                </a:lnTo>
                <a:lnTo>
                  <a:pt x="15823" y="4630"/>
                </a:lnTo>
                <a:lnTo>
                  <a:pt x="15684" y="4284"/>
                </a:lnTo>
                <a:lnTo>
                  <a:pt x="15477" y="3939"/>
                </a:lnTo>
                <a:lnTo>
                  <a:pt x="15063" y="3663"/>
                </a:lnTo>
                <a:lnTo>
                  <a:pt x="14648" y="3455"/>
                </a:lnTo>
                <a:lnTo>
                  <a:pt x="14233" y="3386"/>
                </a:lnTo>
                <a:lnTo>
                  <a:pt x="13750" y="3317"/>
                </a:lnTo>
                <a:lnTo>
                  <a:pt x="13197" y="3386"/>
                </a:lnTo>
                <a:lnTo>
                  <a:pt x="12575" y="3455"/>
                </a:lnTo>
                <a:lnTo>
                  <a:pt x="12092" y="3732"/>
                </a:lnTo>
                <a:lnTo>
                  <a:pt x="11815" y="3870"/>
                </a:lnTo>
                <a:lnTo>
                  <a:pt x="11608" y="4077"/>
                </a:lnTo>
                <a:lnTo>
                  <a:pt x="11608" y="3386"/>
                </a:lnTo>
                <a:lnTo>
                  <a:pt x="11470" y="2695"/>
                </a:lnTo>
                <a:lnTo>
                  <a:pt x="11194" y="2074"/>
                </a:lnTo>
                <a:lnTo>
                  <a:pt x="10848" y="1452"/>
                </a:lnTo>
                <a:lnTo>
                  <a:pt x="10572" y="1037"/>
                </a:lnTo>
                <a:lnTo>
                  <a:pt x="10157" y="692"/>
                </a:lnTo>
                <a:lnTo>
                  <a:pt x="9743" y="346"/>
                </a:lnTo>
                <a:lnTo>
                  <a:pt x="9259" y="139"/>
                </a:lnTo>
                <a:lnTo>
                  <a:pt x="8775" y="1"/>
                </a:lnTo>
                <a:close/>
              </a:path>
            </a:pathLst>
          </a:custGeom>
          <a:solidFill>
            <a:schemeClr val="accent4"/>
          </a:solidFill>
          <a:ln>
            <a:noFill/>
          </a:ln>
          <a:effectLst>
            <a:outerShdw blurRad="57150" algn="bl" rotWithShape="0">
              <a:schemeClr val="dk1">
                <a:alpha val="2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912475" y="1307100"/>
            <a:ext cx="7318800" cy="25293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4800"/>
              <a:buNone/>
              <a:defRPr sz="10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51" name="Google Shape;51;p8"/>
          <p:cNvSpPr/>
          <p:nvPr/>
        </p:nvSpPr>
        <p:spPr>
          <a:xfrm>
            <a:off x="186025" y="4573608"/>
            <a:ext cx="540849" cy="324561"/>
          </a:xfrm>
          <a:custGeom>
            <a:avLst/>
            <a:gdLst/>
            <a:ahLst/>
            <a:cxnLst/>
            <a:rect l="l" t="t" r="r" b="b"/>
            <a:pathLst>
              <a:path w="20037" h="12023" extrusionOk="0">
                <a:moveTo>
                  <a:pt x="8223" y="1"/>
                </a:moveTo>
                <a:lnTo>
                  <a:pt x="7739" y="139"/>
                </a:lnTo>
                <a:lnTo>
                  <a:pt x="7324" y="415"/>
                </a:lnTo>
                <a:lnTo>
                  <a:pt x="7117" y="623"/>
                </a:lnTo>
                <a:lnTo>
                  <a:pt x="6979" y="830"/>
                </a:lnTo>
                <a:lnTo>
                  <a:pt x="6703" y="1245"/>
                </a:lnTo>
                <a:lnTo>
                  <a:pt x="6703" y="1521"/>
                </a:lnTo>
                <a:lnTo>
                  <a:pt x="6703" y="1797"/>
                </a:lnTo>
                <a:lnTo>
                  <a:pt x="6703" y="2074"/>
                </a:lnTo>
                <a:lnTo>
                  <a:pt x="6772" y="2281"/>
                </a:lnTo>
                <a:lnTo>
                  <a:pt x="6219" y="1866"/>
                </a:lnTo>
                <a:lnTo>
                  <a:pt x="5666" y="1521"/>
                </a:lnTo>
                <a:lnTo>
                  <a:pt x="5045" y="1245"/>
                </a:lnTo>
                <a:lnTo>
                  <a:pt x="4354" y="1106"/>
                </a:lnTo>
                <a:lnTo>
                  <a:pt x="3732" y="1037"/>
                </a:lnTo>
                <a:lnTo>
                  <a:pt x="3041" y="1106"/>
                </a:lnTo>
                <a:lnTo>
                  <a:pt x="2695" y="1245"/>
                </a:lnTo>
                <a:lnTo>
                  <a:pt x="2419" y="1383"/>
                </a:lnTo>
                <a:lnTo>
                  <a:pt x="2143" y="1590"/>
                </a:lnTo>
                <a:lnTo>
                  <a:pt x="1935" y="1797"/>
                </a:lnTo>
                <a:lnTo>
                  <a:pt x="1728" y="2074"/>
                </a:lnTo>
                <a:lnTo>
                  <a:pt x="1590" y="2419"/>
                </a:lnTo>
                <a:lnTo>
                  <a:pt x="1452" y="2695"/>
                </a:lnTo>
                <a:lnTo>
                  <a:pt x="1383" y="3041"/>
                </a:lnTo>
                <a:lnTo>
                  <a:pt x="1383" y="3663"/>
                </a:lnTo>
                <a:lnTo>
                  <a:pt x="1521" y="4354"/>
                </a:lnTo>
                <a:lnTo>
                  <a:pt x="1797" y="4975"/>
                </a:lnTo>
                <a:lnTo>
                  <a:pt x="2143" y="5528"/>
                </a:lnTo>
                <a:lnTo>
                  <a:pt x="2557" y="6012"/>
                </a:lnTo>
                <a:lnTo>
                  <a:pt x="2972" y="6495"/>
                </a:lnTo>
                <a:lnTo>
                  <a:pt x="1935" y="6495"/>
                </a:lnTo>
                <a:lnTo>
                  <a:pt x="1383" y="6564"/>
                </a:lnTo>
                <a:lnTo>
                  <a:pt x="899" y="6772"/>
                </a:lnTo>
                <a:lnTo>
                  <a:pt x="692" y="6910"/>
                </a:lnTo>
                <a:lnTo>
                  <a:pt x="485" y="7186"/>
                </a:lnTo>
                <a:lnTo>
                  <a:pt x="277" y="7394"/>
                </a:lnTo>
                <a:lnTo>
                  <a:pt x="139" y="7670"/>
                </a:lnTo>
                <a:lnTo>
                  <a:pt x="70" y="7946"/>
                </a:lnTo>
                <a:lnTo>
                  <a:pt x="1" y="8223"/>
                </a:lnTo>
                <a:lnTo>
                  <a:pt x="1" y="8568"/>
                </a:lnTo>
                <a:lnTo>
                  <a:pt x="1" y="8844"/>
                </a:lnTo>
                <a:lnTo>
                  <a:pt x="139" y="9466"/>
                </a:lnTo>
                <a:lnTo>
                  <a:pt x="485" y="9950"/>
                </a:lnTo>
                <a:lnTo>
                  <a:pt x="830" y="10433"/>
                </a:lnTo>
                <a:lnTo>
                  <a:pt x="1314" y="10848"/>
                </a:lnTo>
                <a:lnTo>
                  <a:pt x="1797" y="11193"/>
                </a:lnTo>
                <a:lnTo>
                  <a:pt x="2419" y="11401"/>
                </a:lnTo>
                <a:lnTo>
                  <a:pt x="2972" y="11608"/>
                </a:lnTo>
                <a:lnTo>
                  <a:pt x="3594" y="11746"/>
                </a:lnTo>
                <a:lnTo>
                  <a:pt x="4285" y="11884"/>
                </a:lnTo>
                <a:lnTo>
                  <a:pt x="5045" y="11953"/>
                </a:lnTo>
                <a:lnTo>
                  <a:pt x="6495" y="12023"/>
                </a:lnTo>
                <a:lnTo>
                  <a:pt x="9466" y="12023"/>
                </a:lnTo>
                <a:lnTo>
                  <a:pt x="13128" y="11953"/>
                </a:lnTo>
                <a:lnTo>
                  <a:pt x="15270" y="11884"/>
                </a:lnTo>
                <a:lnTo>
                  <a:pt x="16030" y="11815"/>
                </a:lnTo>
                <a:lnTo>
                  <a:pt x="16583" y="11746"/>
                </a:lnTo>
                <a:lnTo>
                  <a:pt x="17412" y="11539"/>
                </a:lnTo>
                <a:lnTo>
                  <a:pt x="18172" y="11124"/>
                </a:lnTo>
                <a:lnTo>
                  <a:pt x="18862" y="10641"/>
                </a:lnTo>
                <a:lnTo>
                  <a:pt x="19208" y="10364"/>
                </a:lnTo>
                <a:lnTo>
                  <a:pt x="19484" y="10088"/>
                </a:lnTo>
                <a:lnTo>
                  <a:pt x="19761" y="9535"/>
                </a:lnTo>
                <a:lnTo>
                  <a:pt x="20037" y="8983"/>
                </a:lnTo>
                <a:lnTo>
                  <a:pt x="20037" y="8706"/>
                </a:lnTo>
                <a:lnTo>
                  <a:pt x="20037" y="8430"/>
                </a:lnTo>
                <a:lnTo>
                  <a:pt x="20037" y="8154"/>
                </a:lnTo>
                <a:lnTo>
                  <a:pt x="19899" y="7877"/>
                </a:lnTo>
                <a:lnTo>
                  <a:pt x="19761" y="7601"/>
                </a:lnTo>
                <a:lnTo>
                  <a:pt x="19553" y="7394"/>
                </a:lnTo>
                <a:lnTo>
                  <a:pt x="19139" y="7048"/>
                </a:lnTo>
                <a:lnTo>
                  <a:pt x="18586" y="6841"/>
                </a:lnTo>
                <a:lnTo>
                  <a:pt x="17964" y="6703"/>
                </a:lnTo>
                <a:lnTo>
                  <a:pt x="17273" y="6564"/>
                </a:lnTo>
                <a:lnTo>
                  <a:pt x="16168" y="6564"/>
                </a:lnTo>
                <a:lnTo>
                  <a:pt x="15823" y="6634"/>
                </a:lnTo>
                <a:lnTo>
                  <a:pt x="15477" y="6772"/>
                </a:lnTo>
                <a:lnTo>
                  <a:pt x="15201" y="6979"/>
                </a:lnTo>
                <a:lnTo>
                  <a:pt x="15408" y="6634"/>
                </a:lnTo>
                <a:lnTo>
                  <a:pt x="15615" y="6288"/>
                </a:lnTo>
                <a:lnTo>
                  <a:pt x="15823" y="5874"/>
                </a:lnTo>
                <a:lnTo>
                  <a:pt x="15892" y="5459"/>
                </a:lnTo>
                <a:lnTo>
                  <a:pt x="15892" y="5044"/>
                </a:lnTo>
                <a:lnTo>
                  <a:pt x="15823" y="4630"/>
                </a:lnTo>
                <a:lnTo>
                  <a:pt x="15684" y="4284"/>
                </a:lnTo>
                <a:lnTo>
                  <a:pt x="15477" y="3939"/>
                </a:lnTo>
                <a:lnTo>
                  <a:pt x="15063" y="3663"/>
                </a:lnTo>
                <a:lnTo>
                  <a:pt x="14648" y="3455"/>
                </a:lnTo>
                <a:lnTo>
                  <a:pt x="14233" y="3386"/>
                </a:lnTo>
                <a:lnTo>
                  <a:pt x="13750" y="3317"/>
                </a:lnTo>
                <a:lnTo>
                  <a:pt x="13197" y="3386"/>
                </a:lnTo>
                <a:lnTo>
                  <a:pt x="12575" y="3455"/>
                </a:lnTo>
                <a:lnTo>
                  <a:pt x="12092" y="3732"/>
                </a:lnTo>
                <a:lnTo>
                  <a:pt x="11815" y="3870"/>
                </a:lnTo>
                <a:lnTo>
                  <a:pt x="11608" y="4077"/>
                </a:lnTo>
                <a:lnTo>
                  <a:pt x="11608" y="3386"/>
                </a:lnTo>
                <a:lnTo>
                  <a:pt x="11470" y="2695"/>
                </a:lnTo>
                <a:lnTo>
                  <a:pt x="11194" y="2074"/>
                </a:lnTo>
                <a:lnTo>
                  <a:pt x="10848" y="1452"/>
                </a:lnTo>
                <a:lnTo>
                  <a:pt x="10572" y="1037"/>
                </a:lnTo>
                <a:lnTo>
                  <a:pt x="10157" y="692"/>
                </a:lnTo>
                <a:lnTo>
                  <a:pt x="9743" y="346"/>
                </a:lnTo>
                <a:lnTo>
                  <a:pt x="9259" y="139"/>
                </a:lnTo>
                <a:lnTo>
                  <a:pt x="8775" y="1"/>
                </a:lnTo>
                <a:close/>
              </a:path>
            </a:pathLst>
          </a:custGeom>
          <a:solidFill>
            <a:schemeClr val="accent4"/>
          </a:solidFill>
          <a:ln>
            <a:noFill/>
          </a:ln>
          <a:effectLst>
            <a:outerShdw blurRad="57150" algn="bl" rotWithShape="0">
              <a:schemeClr val="dk1">
                <a:alpha val="2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8"/>
          <p:cNvSpPr/>
          <p:nvPr/>
        </p:nvSpPr>
        <p:spPr>
          <a:xfrm flipH="1">
            <a:off x="8543087" y="974259"/>
            <a:ext cx="540849" cy="324591"/>
          </a:xfrm>
          <a:custGeom>
            <a:avLst/>
            <a:gdLst/>
            <a:ahLst/>
            <a:cxnLst/>
            <a:rect l="l" t="t" r="r" b="b"/>
            <a:pathLst>
              <a:path w="20037" h="12023" extrusionOk="0">
                <a:moveTo>
                  <a:pt x="8223" y="1"/>
                </a:moveTo>
                <a:lnTo>
                  <a:pt x="7739" y="139"/>
                </a:lnTo>
                <a:lnTo>
                  <a:pt x="7324" y="415"/>
                </a:lnTo>
                <a:lnTo>
                  <a:pt x="7117" y="623"/>
                </a:lnTo>
                <a:lnTo>
                  <a:pt x="6979" y="830"/>
                </a:lnTo>
                <a:lnTo>
                  <a:pt x="6703" y="1245"/>
                </a:lnTo>
                <a:lnTo>
                  <a:pt x="6703" y="1521"/>
                </a:lnTo>
                <a:lnTo>
                  <a:pt x="6703" y="1797"/>
                </a:lnTo>
                <a:lnTo>
                  <a:pt x="6703" y="2074"/>
                </a:lnTo>
                <a:lnTo>
                  <a:pt x="6772" y="2281"/>
                </a:lnTo>
                <a:lnTo>
                  <a:pt x="6219" y="1866"/>
                </a:lnTo>
                <a:lnTo>
                  <a:pt x="5666" y="1521"/>
                </a:lnTo>
                <a:lnTo>
                  <a:pt x="5045" y="1245"/>
                </a:lnTo>
                <a:lnTo>
                  <a:pt x="4354" y="1106"/>
                </a:lnTo>
                <a:lnTo>
                  <a:pt x="3732" y="1037"/>
                </a:lnTo>
                <a:lnTo>
                  <a:pt x="3041" y="1106"/>
                </a:lnTo>
                <a:lnTo>
                  <a:pt x="2695" y="1245"/>
                </a:lnTo>
                <a:lnTo>
                  <a:pt x="2419" y="1383"/>
                </a:lnTo>
                <a:lnTo>
                  <a:pt x="2143" y="1590"/>
                </a:lnTo>
                <a:lnTo>
                  <a:pt x="1935" y="1797"/>
                </a:lnTo>
                <a:lnTo>
                  <a:pt x="1728" y="2074"/>
                </a:lnTo>
                <a:lnTo>
                  <a:pt x="1590" y="2419"/>
                </a:lnTo>
                <a:lnTo>
                  <a:pt x="1452" y="2695"/>
                </a:lnTo>
                <a:lnTo>
                  <a:pt x="1383" y="3041"/>
                </a:lnTo>
                <a:lnTo>
                  <a:pt x="1383" y="3663"/>
                </a:lnTo>
                <a:lnTo>
                  <a:pt x="1521" y="4354"/>
                </a:lnTo>
                <a:lnTo>
                  <a:pt x="1797" y="4975"/>
                </a:lnTo>
                <a:lnTo>
                  <a:pt x="2143" y="5528"/>
                </a:lnTo>
                <a:lnTo>
                  <a:pt x="2557" y="6012"/>
                </a:lnTo>
                <a:lnTo>
                  <a:pt x="2972" y="6495"/>
                </a:lnTo>
                <a:lnTo>
                  <a:pt x="1935" y="6495"/>
                </a:lnTo>
                <a:lnTo>
                  <a:pt x="1383" y="6564"/>
                </a:lnTo>
                <a:lnTo>
                  <a:pt x="899" y="6772"/>
                </a:lnTo>
                <a:lnTo>
                  <a:pt x="692" y="6910"/>
                </a:lnTo>
                <a:lnTo>
                  <a:pt x="485" y="7186"/>
                </a:lnTo>
                <a:lnTo>
                  <a:pt x="277" y="7394"/>
                </a:lnTo>
                <a:lnTo>
                  <a:pt x="139" y="7670"/>
                </a:lnTo>
                <a:lnTo>
                  <a:pt x="70" y="7946"/>
                </a:lnTo>
                <a:lnTo>
                  <a:pt x="1" y="8223"/>
                </a:lnTo>
                <a:lnTo>
                  <a:pt x="1" y="8568"/>
                </a:lnTo>
                <a:lnTo>
                  <a:pt x="1" y="8844"/>
                </a:lnTo>
                <a:lnTo>
                  <a:pt x="139" y="9466"/>
                </a:lnTo>
                <a:lnTo>
                  <a:pt x="485" y="9950"/>
                </a:lnTo>
                <a:lnTo>
                  <a:pt x="830" y="10433"/>
                </a:lnTo>
                <a:lnTo>
                  <a:pt x="1314" y="10848"/>
                </a:lnTo>
                <a:lnTo>
                  <a:pt x="1797" y="11193"/>
                </a:lnTo>
                <a:lnTo>
                  <a:pt x="2419" y="11401"/>
                </a:lnTo>
                <a:lnTo>
                  <a:pt x="2972" y="11608"/>
                </a:lnTo>
                <a:lnTo>
                  <a:pt x="3594" y="11746"/>
                </a:lnTo>
                <a:lnTo>
                  <a:pt x="4285" y="11884"/>
                </a:lnTo>
                <a:lnTo>
                  <a:pt x="5045" y="11953"/>
                </a:lnTo>
                <a:lnTo>
                  <a:pt x="6495" y="12023"/>
                </a:lnTo>
                <a:lnTo>
                  <a:pt x="9466" y="12023"/>
                </a:lnTo>
                <a:lnTo>
                  <a:pt x="13128" y="11953"/>
                </a:lnTo>
                <a:lnTo>
                  <a:pt x="15270" y="11884"/>
                </a:lnTo>
                <a:lnTo>
                  <a:pt x="16030" y="11815"/>
                </a:lnTo>
                <a:lnTo>
                  <a:pt x="16583" y="11746"/>
                </a:lnTo>
                <a:lnTo>
                  <a:pt x="17412" y="11539"/>
                </a:lnTo>
                <a:lnTo>
                  <a:pt x="18172" y="11124"/>
                </a:lnTo>
                <a:lnTo>
                  <a:pt x="18862" y="10641"/>
                </a:lnTo>
                <a:lnTo>
                  <a:pt x="19208" y="10364"/>
                </a:lnTo>
                <a:lnTo>
                  <a:pt x="19484" y="10088"/>
                </a:lnTo>
                <a:lnTo>
                  <a:pt x="19761" y="9535"/>
                </a:lnTo>
                <a:lnTo>
                  <a:pt x="20037" y="8983"/>
                </a:lnTo>
                <a:lnTo>
                  <a:pt x="20037" y="8706"/>
                </a:lnTo>
                <a:lnTo>
                  <a:pt x="20037" y="8430"/>
                </a:lnTo>
                <a:lnTo>
                  <a:pt x="20037" y="8154"/>
                </a:lnTo>
                <a:lnTo>
                  <a:pt x="19899" y="7877"/>
                </a:lnTo>
                <a:lnTo>
                  <a:pt x="19761" y="7601"/>
                </a:lnTo>
                <a:lnTo>
                  <a:pt x="19553" y="7394"/>
                </a:lnTo>
                <a:lnTo>
                  <a:pt x="19139" y="7048"/>
                </a:lnTo>
                <a:lnTo>
                  <a:pt x="18586" y="6841"/>
                </a:lnTo>
                <a:lnTo>
                  <a:pt x="17964" y="6703"/>
                </a:lnTo>
                <a:lnTo>
                  <a:pt x="17273" y="6564"/>
                </a:lnTo>
                <a:lnTo>
                  <a:pt x="16168" y="6564"/>
                </a:lnTo>
                <a:lnTo>
                  <a:pt x="15823" y="6634"/>
                </a:lnTo>
                <a:lnTo>
                  <a:pt x="15477" y="6772"/>
                </a:lnTo>
                <a:lnTo>
                  <a:pt x="15201" y="6979"/>
                </a:lnTo>
                <a:lnTo>
                  <a:pt x="15408" y="6634"/>
                </a:lnTo>
                <a:lnTo>
                  <a:pt x="15615" y="6288"/>
                </a:lnTo>
                <a:lnTo>
                  <a:pt x="15823" y="5874"/>
                </a:lnTo>
                <a:lnTo>
                  <a:pt x="15892" y="5459"/>
                </a:lnTo>
                <a:lnTo>
                  <a:pt x="15892" y="5044"/>
                </a:lnTo>
                <a:lnTo>
                  <a:pt x="15823" y="4630"/>
                </a:lnTo>
                <a:lnTo>
                  <a:pt x="15684" y="4284"/>
                </a:lnTo>
                <a:lnTo>
                  <a:pt x="15477" y="3939"/>
                </a:lnTo>
                <a:lnTo>
                  <a:pt x="15063" y="3663"/>
                </a:lnTo>
                <a:lnTo>
                  <a:pt x="14648" y="3455"/>
                </a:lnTo>
                <a:lnTo>
                  <a:pt x="14233" y="3386"/>
                </a:lnTo>
                <a:lnTo>
                  <a:pt x="13750" y="3317"/>
                </a:lnTo>
                <a:lnTo>
                  <a:pt x="13197" y="3386"/>
                </a:lnTo>
                <a:lnTo>
                  <a:pt x="12575" y="3455"/>
                </a:lnTo>
                <a:lnTo>
                  <a:pt x="12092" y="3732"/>
                </a:lnTo>
                <a:lnTo>
                  <a:pt x="11815" y="3870"/>
                </a:lnTo>
                <a:lnTo>
                  <a:pt x="11608" y="4077"/>
                </a:lnTo>
                <a:lnTo>
                  <a:pt x="11608" y="3386"/>
                </a:lnTo>
                <a:lnTo>
                  <a:pt x="11470" y="2695"/>
                </a:lnTo>
                <a:lnTo>
                  <a:pt x="11194" y="2074"/>
                </a:lnTo>
                <a:lnTo>
                  <a:pt x="10848" y="1452"/>
                </a:lnTo>
                <a:lnTo>
                  <a:pt x="10572" y="1037"/>
                </a:lnTo>
                <a:lnTo>
                  <a:pt x="10157" y="692"/>
                </a:lnTo>
                <a:lnTo>
                  <a:pt x="9743" y="346"/>
                </a:lnTo>
                <a:lnTo>
                  <a:pt x="9259" y="139"/>
                </a:lnTo>
                <a:lnTo>
                  <a:pt x="8775" y="1"/>
                </a:lnTo>
                <a:close/>
              </a:path>
            </a:pathLst>
          </a:custGeom>
          <a:solidFill>
            <a:schemeClr val="accent4"/>
          </a:solidFill>
          <a:ln>
            <a:noFill/>
          </a:ln>
          <a:effectLst>
            <a:outerShdw blurRad="57150" algn="bl" rotWithShape="0">
              <a:schemeClr val="dk1">
                <a:alpha val="2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3"/>
        <p:cNvGrpSpPr/>
        <p:nvPr/>
      </p:nvGrpSpPr>
      <p:grpSpPr>
        <a:xfrm>
          <a:off x="0" y="0"/>
          <a:ext cx="0" cy="0"/>
          <a:chOff x="0" y="0"/>
          <a:chExt cx="0" cy="0"/>
        </a:xfrm>
      </p:grpSpPr>
      <p:sp>
        <p:nvSpPr>
          <p:cNvPr id="54" name="Google Shape;54;p9"/>
          <p:cNvSpPr txBox="1">
            <a:spLocks noGrp="1"/>
          </p:cNvSpPr>
          <p:nvPr>
            <p:ph type="title"/>
          </p:nvPr>
        </p:nvSpPr>
        <p:spPr>
          <a:xfrm>
            <a:off x="1514575" y="1376275"/>
            <a:ext cx="6114900" cy="1708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100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55" name="Google Shape;55;p9"/>
          <p:cNvSpPr txBox="1">
            <a:spLocks noGrp="1"/>
          </p:cNvSpPr>
          <p:nvPr>
            <p:ph type="subTitle" idx="1"/>
          </p:nvPr>
        </p:nvSpPr>
        <p:spPr>
          <a:xfrm>
            <a:off x="2079925" y="2954200"/>
            <a:ext cx="4984200" cy="67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56" name="Google Shape;56;p9"/>
          <p:cNvSpPr/>
          <p:nvPr/>
        </p:nvSpPr>
        <p:spPr>
          <a:xfrm>
            <a:off x="4162861" y="103236"/>
            <a:ext cx="475728" cy="285486"/>
          </a:xfrm>
          <a:custGeom>
            <a:avLst/>
            <a:gdLst/>
            <a:ahLst/>
            <a:cxnLst/>
            <a:rect l="l" t="t" r="r" b="b"/>
            <a:pathLst>
              <a:path w="20037" h="12023" extrusionOk="0">
                <a:moveTo>
                  <a:pt x="8223" y="1"/>
                </a:moveTo>
                <a:lnTo>
                  <a:pt x="7739" y="139"/>
                </a:lnTo>
                <a:lnTo>
                  <a:pt x="7324" y="415"/>
                </a:lnTo>
                <a:lnTo>
                  <a:pt x="7117" y="623"/>
                </a:lnTo>
                <a:lnTo>
                  <a:pt x="6979" y="830"/>
                </a:lnTo>
                <a:lnTo>
                  <a:pt x="6703" y="1245"/>
                </a:lnTo>
                <a:lnTo>
                  <a:pt x="6703" y="1521"/>
                </a:lnTo>
                <a:lnTo>
                  <a:pt x="6703" y="1797"/>
                </a:lnTo>
                <a:lnTo>
                  <a:pt x="6703" y="2074"/>
                </a:lnTo>
                <a:lnTo>
                  <a:pt x="6772" y="2281"/>
                </a:lnTo>
                <a:lnTo>
                  <a:pt x="6219" y="1866"/>
                </a:lnTo>
                <a:lnTo>
                  <a:pt x="5666" y="1521"/>
                </a:lnTo>
                <a:lnTo>
                  <a:pt x="5045" y="1245"/>
                </a:lnTo>
                <a:lnTo>
                  <a:pt x="4354" y="1106"/>
                </a:lnTo>
                <a:lnTo>
                  <a:pt x="3732" y="1037"/>
                </a:lnTo>
                <a:lnTo>
                  <a:pt x="3041" y="1106"/>
                </a:lnTo>
                <a:lnTo>
                  <a:pt x="2695" y="1245"/>
                </a:lnTo>
                <a:lnTo>
                  <a:pt x="2419" y="1383"/>
                </a:lnTo>
                <a:lnTo>
                  <a:pt x="2143" y="1590"/>
                </a:lnTo>
                <a:lnTo>
                  <a:pt x="1935" y="1797"/>
                </a:lnTo>
                <a:lnTo>
                  <a:pt x="1728" y="2074"/>
                </a:lnTo>
                <a:lnTo>
                  <a:pt x="1590" y="2419"/>
                </a:lnTo>
                <a:lnTo>
                  <a:pt x="1452" y="2695"/>
                </a:lnTo>
                <a:lnTo>
                  <a:pt x="1383" y="3041"/>
                </a:lnTo>
                <a:lnTo>
                  <a:pt x="1383" y="3663"/>
                </a:lnTo>
                <a:lnTo>
                  <a:pt x="1521" y="4354"/>
                </a:lnTo>
                <a:lnTo>
                  <a:pt x="1797" y="4975"/>
                </a:lnTo>
                <a:lnTo>
                  <a:pt x="2143" y="5528"/>
                </a:lnTo>
                <a:lnTo>
                  <a:pt x="2557" y="6012"/>
                </a:lnTo>
                <a:lnTo>
                  <a:pt x="2972" y="6495"/>
                </a:lnTo>
                <a:lnTo>
                  <a:pt x="1935" y="6495"/>
                </a:lnTo>
                <a:lnTo>
                  <a:pt x="1383" y="6564"/>
                </a:lnTo>
                <a:lnTo>
                  <a:pt x="899" y="6772"/>
                </a:lnTo>
                <a:lnTo>
                  <a:pt x="692" y="6910"/>
                </a:lnTo>
                <a:lnTo>
                  <a:pt x="485" y="7186"/>
                </a:lnTo>
                <a:lnTo>
                  <a:pt x="277" y="7394"/>
                </a:lnTo>
                <a:lnTo>
                  <a:pt x="139" y="7670"/>
                </a:lnTo>
                <a:lnTo>
                  <a:pt x="70" y="7946"/>
                </a:lnTo>
                <a:lnTo>
                  <a:pt x="1" y="8223"/>
                </a:lnTo>
                <a:lnTo>
                  <a:pt x="1" y="8568"/>
                </a:lnTo>
                <a:lnTo>
                  <a:pt x="1" y="8844"/>
                </a:lnTo>
                <a:lnTo>
                  <a:pt x="139" y="9466"/>
                </a:lnTo>
                <a:lnTo>
                  <a:pt x="485" y="9950"/>
                </a:lnTo>
                <a:lnTo>
                  <a:pt x="830" y="10433"/>
                </a:lnTo>
                <a:lnTo>
                  <a:pt x="1314" y="10848"/>
                </a:lnTo>
                <a:lnTo>
                  <a:pt x="1797" y="11193"/>
                </a:lnTo>
                <a:lnTo>
                  <a:pt x="2419" y="11401"/>
                </a:lnTo>
                <a:lnTo>
                  <a:pt x="2972" y="11608"/>
                </a:lnTo>
                <a:lnTo>
                  <a:pt x="3594" y="11746"/>
                </a:lnTo>
                <a:lnTo>
                  <a:pt x="4285" y="11884"/>
                </a:lnTo>
                <a:lnTo>
                  <a:pt x="5045" y="11953"/>
                </a:lnTo>
                <a:lnTo>
                  <a:pt x="6495" y="12023"/>
                </a:lnTo>
                <a:lnTo>
                  <a:pt x="9466" y="12023"/>
                </a:lnTo>
                <a:lnTo>
                  <a:pt x="13128" y="11953"/>
                </a:lnTo>
                <a:lnTo>
                  <a:pt x="15270" y="11884"/>
                </a:lnTo>
                <a:lnTo>
                  <a:pt x="16030" y="11815"/>
                </a:lnTo>
                <a:lnTo>
                  <a:pt x="16583" y="11746"/>
                </a:lnTo>
                <a:lnTo>
                  <a:pt x="17412" y="11539"/>
                </a:lnTo>
                <a:lnTo>
                  <a:pt x="18172" y="11124"/>
                </a:lnTo>
                <a:lnTo>
                  <a:pt x="18862" y="10641"/>
                </a:lnTo>
                <a:lnTo>
                  <a:pt x="19208" y="10364"/>
                </a:lnTo>
                <a:lnTo>
                  <a:pt x="19484" y="10088"/>
                </a:lnTo>
                <a:lnTo>
                  <a:pt x="19761" y="9535"/>
                </a:lnTo>
                <a:lnTo>
                  <a:pt x="20037" y="8983"/>
                </a:lnTo>
                <a:lnTo>
                  <a:pt x="20037" y="8706"/>
                </a:lnTo>
                <a:lnTo>
                  <a:pt x="20037" y="8430"/>
                </a:lnTo>
                <a:lnTo>
                  <a:pt x="20037" y="8154"/>
                </a:lnTo>
                <a:lnTo>
                  <a:pt x="19899" y="7877"/>
                </a:lnTo>
                <a:lnTo>
                  <a:pt x="19761" y="7601"/>
                </a:lnTo>
                <a:lnTo>
                  <a:pt x="19553" y="7394"/>
                </a:lnTo>
                <a:lnTo>
                  <a:pt x="19139" y="7048"/>
                </a:lnTo>
                <a:lnTo>
                  <a:pt x="18586" y="6841"/>
                </a:lnTo>
                <a:lnTo>
                  <a:pt x="17964" y="6703"/>
                </a:lnTo>
                <a:lnTo>
                  <a:pt x="17273" y="6564"/>
                </a:lnTo>
                <a:lnTo>
                  <a:pt x="16168" y="6564"/>
                </a:lnTo>
                <a:lnTo>
                  <a:pt x="15823" y="6634"/>
                </a:lnTo>
                <a:lnTo>
                  <a:pt x="15477" y="6772"/>
                </a:lnTo>
                <a:lnTo>
                  <a:pt x="15201" y="6979"/>
                </a:lnTo>
                <a:lnTo>
                  <a:pt x="15408" y="6634"/>
                </a:lnTo>
                <a:lnTo>
                  <a:pt x="15615" y="6288"/>
                </a:lnTo>
                <a:lnTo>
                  <a:pt x="15823" y="5874"/>
                </a:lnTo>
                <a:lnTo>
                  <a:pt x="15892" y="5459"/>
                </a:lnTo>
                <a:lnTo>
                  <a:pt x="15892" y="5044"/>
                </a:lnTo>
                <a:lnTo>
                  <a:pt x="15823" y="4630"/>
                </a:lnTo>
                <a:lnTo>
                  <a:pt x="15684" y="4284"/>
                </a:lnTo>
                <a:lnTo>
                  <a:pt x="15477" y="3939"/>
                </a:lnTo>
                <a:lnTo>
                  <a:pt x="15063" y="3663"/>
                </a:lnTo>
                <a:lnTo>
                  <a:pt x="14648" y="3455"/>
                </a:lnTo>
                <a:lnTo>
                  <a:pt x="14233" y="3386"/>
                </a:lnTo>
                <a:lnTo>
                  <a:pt x="13750" y="3317"/>
                </a:lnTo>
                <a:lnTo>
                  <a:pt x="13197" y="3386"/>
                </a:lnTo>
                <a:lnTo>
                  <a:pt x="12575" y="3455"/>
                </a:lnTo>
                <a:lnTo>
                  <a:pt x="12092" y="3732"/>
                </a:lnTo>
                <a:lnTo>
                  <a:pt x="11815" y="3870"/>
                </a:lnTo>
                <a:lnTo>
                  <a:pt x="11608" y="4077"/>
                </a:lnTo>
                <a:lnTo>
                  <a:pt x="11608" y="3386"/>
                </a:lnTo>
                <a:lnTo>
                  <a:pt x="11470" y="2695"/>
                </a:lnTo>
                <a:lnTo>
                  <a:pt x="11194" y="2074"/>
                </a:lnTo>
                <a:lnTo>
                  <a:pt x="10848" y="1452"/>
                </a:lnTo>
                <a:lnTo>
                  <a:pt x="10572" y="1037"/>
                </a:lnTo>
                <a:lnTo>
                  <a:pt x="10157" y="692"/>
                </a:lnTo>
                <a:lnTo>
                  <a:pt x="9743" y="346"/>
                </a:lnTo>
                <a:lnTo>
                  <a:pt x="9259" y="139"/>
                </a:lnTo>
                <a:lnTo>
                  <a:pt x="8775" y="1"/>
                </a:lnTo>
                <a:close/>
              </a:path>
            </a:pathLst>
          </a:custGeom>
          <a:solidFill>
            <a:schemeClr val="accent4"/>
          </a:solidFill>
          <a:ln>
            <a:noFill/>
          </a:ln>
          <a:effectLst>
            <a:outerShdw blurRad="57150" algn="bl" rotWithShape="0">
              <a:schemeClr val="dk1">
                <a:alpha val="2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9"/>
          <p:cNvSpPr/>
          <p:nvPr/>
        </p:nvSpPr>
        <p:spPr>
          <a:xfrm>
            <a:off x="155336" y="1727174"/>
            <a:ext cx="475728" cy="285486"/>
          </a:xfrm>
          <a:custGeom>
            <a:avLst/>
            <a:gdLst/>
            <a:ahLst/>
            <a:cxnLst/>
            <a:rect l="l" t="t" r="r" b="b"/>
            <a:pathLst>
              <a:path w="20037" h="12023" extrusionOk="0">
                <a:moveTo>
                  <a:pt x="8223" y="1"/>
                </a:moveTo>
                <a:lnTo>
                  <a:pt x="7739" y="139"/>
                </a:lnTo>
                <a:lnTo>
                  <a:pt x="7324" y="415"/>
                </a:lnTo>
                <a:lnTo>
                  <a:pt x="7117" y="623"/>
                </a:lnTo>
                <a:lnTo>
                  <a:pt x="6979" y="830"/>
                </a:lnTo>
                <a:lnTo>
                  <a:pt x="6703" y="1245"/>
                </a:lnTo>
                <a:lnTo>
                  <a:pt x="6703" y="1521"/>
                </a:lnTo>
                <a:lnTo>
                  <a:pt x="6703" y="1797"/>
                </a:lnTo>
                <a:lnTo>
                  <a:pt x="6703" y="2074"/>
                </a:lnTo>
                <a:lnTo>
                  <a:pt x="6772" y="2281"/>
                </a:lnTo>
                <a:lnTo>
                  <a:pt x="6219" y="1866"/>
                </a:lnTo>
                <a:lnTo>
                  <a:pt x="5666" y="1521"/>
                </a:lnTo>
                <a:lnTo>
                  <a:pt x="5045" y="1245"/>
                </a:lnTo>
                <a:lnTo>
                  <a:pt x="4354" y="1106"/>
                </a:lnTo>
                <a:lnTo>
                  <a:pt x="3732" y="1037"/>
                </a:lnTo>
                <a:lnTo>
                  <a:pt x="3041" y="1106"/>
                </a:lnTo>
                <a:lnTo>
                  <a:pt x="2695" y="1245"/>
                </a:lnTo>
                <a:lnTo>
                  <a:pt x="2419" y="1383"/>
                </a:lnTo>
                <a:lnTo>
                  <a:pt x="2143" y="1590"/>
                </a:lnTo>
                <a:lnTo>
                  <a:pt x="1935" y="1797"/>
                </a:lnTo>
                <a:lnTo>
                  <a:pt x="1728" y="2074"/>
                </a:lnTo>
                <a:lnTo>
                  <a:pt x="1590" y="2419"/>
                </a:lnTo>
                <a:lnTo>
                  <a:pt x="1452" y="2695"/>
                </a:lnTo>
                <a:lnTo>
                  <a:pt x="1383" y="3041"/>
                </a:lnTo>
                <a:lnTo>
                  <a:pt x="1383" y="3663"/>
                </a:lnTo>
                <a:lnTo>
                  <a:pt x="1521" y="4354"/>
                </a:lnTo>
                <a:lnTo>
                  <a:pt x="1797" y="4975"/>
                </a:lnTo>
                <a:lnTo>
                  <a:pt x="2143" y="5528"/>
                </a:lnTo>
                <a:lnTo>
                  <a:pt x="2557" y="6012"/>
                </a:lnTo>
                <a:lnTo>
                  <a:pt x="2972" y="6495"/>
                </a:lnTo>
                <a:lnTo>
                  <a:pt x="1935" y="6495"/>
                </a:lnTo>
                <a:lnTo>
                  <a:pt x="1383" y="6564"/>
                </a:lnTo>
                <a:lnTo>
                  <a:pt x="899" y="6772"/>
                </a:lnTo>
                <a:lnTo>
                  <a:pt x="692" y="6910"/>
                </a:lnTo>
                <a:lnTo>
                  <a:pt x="485" y="7186"/>
                </a:lnTo>
                <a:lnTo>
                  <a:pt x="277" y="7394"/>
                </a:lnTo>
                <a:lnTo>
                  <a:pt x="139" y="7670"/>
                </a:lnTo>
                <a:lnTo>
                  <a:pt x="70" y="7946"/>
                </a:lnTo>
                <a:lnTo>
                  <a:pt x="1" y="8223"/>
                </a:lnTo>
                <a:lnTo>
                  <a:pt x="1" y="8568"/>
                </a:lnTo>
                <a:lnTo>
                  <a:pt x="1" y="8844"/>
                </a:lnTo>
                <a:lnTo>
                  <a:pt x="139" y="9466"/>
                </a:lnTo>
                <a:lnTo>
                  <a:pt x="485" y="9950"/>
                </a:lnTo>
                <a:lnTo>
                  <a:pt x="830" y="10433"/>
                </a:lnTo>
                <a:lnTo>
                  <a:pt x="1314" y="10848"/>
                </a:lnTo>
                <a:lnTo>
                  <a:pt x="1797" y="11193"/>
                </a:lnTo>
                <a:lnTo>
                  <a:pt x="2419" y="11401"/>
                </a:lnTo>
                <a:lnTo>
                  <a:pt x="2972" y="11608"/>
                </a:lnTo>
                <a:lnTo>
                  <a:pt x="3594" y="11746"/>
                </a:lnTo>
                <a:lnTo>
                  <a:pt x="4285" y="11884"/>
                </a:lnTo>
                <a:lnTo>
                  <a:pt x="5045" y="11953"/>
                </a:lnTo>
                <a:lnTo>
                  <a:pt x="6495" y="12023"/>
                </a:lnTo>
                <a:lnTo>
                  <a:pt x="9466" y="12023"/>
                </a:lnTo>
                <a:lnTo>
                  <a:pt x="13128" y="11953"/>
                </a:lnTo>
                <a:lnTo>
                  <a:pt x="15270" y="11884"/>
                </a:lnTo>
                <a:lnTo>
                  <a:pt x="16030" y="11815"/>
                </a:lnTo>
                <a:lnTo>
                  <a:pt x="16583" y="11746"/>
                </a:lnTo>
                <a:lnTo>
                  <a:pt x="17412" y="11539"/>
                </a:lnTo>
                <a:lnTo>
                  <a:pt x="18172" y="11124"/>
                </a:lnTo>
                <a:lnTo>
                  <a:pt x="18862" y="10641"/>
                </a:lnTo>
                <a:lnTo>
                  <a:pt x="19208" y="10364"/>
                </a:lnTo>
                <a:lnTo>
                  <a:pt x="19484" y="10088"/>
                </a:lnTo>
                <a:lnTo>
                  <a:pt x="19761" y="9535"/>
                </a:lnTo>
                <a:lnTo>
                  <a:pt x="20037" y="8983"/>
                </a:lnTo>
                <a:lnTo>
                  <a:pt x="20037" y="8706"/>
                </a:lnTo>
                <a:lnTo>
                  <a:pt x="20037" y="8430"/>
                </a:lnTo>
                <a:lnTo>
                  <a:pt x="20037" y="8154"/>
                </a:lnTo>
                <a:lnTo>
                  <a:pt x="19899" y="7877"/>
                </a:lnTo>
                <a:lnTo>
                  <a:pt x="19761" y="7601"/>
                </a:lnTo>
                <a:lnTo>
                  <a:pt x="19553" y="7394"/>
                </a:lnTo>
                <a:lnTo>
                  <a:pt x="19139" y="7048"/>
                </a:lnTo>
                <a:lnTo>
                  <a:pt x="18586" y="6841"/>
                </a:lnTo>
                <a:lnTo>
                  <a:pt x="17964" y="6703"/>
                </a:lnTo>
                <a:lnTo>
                  <a:pt x="17273" y="6564"/>
                </a:lnTo>
                <a:lnTo>
                  <a:pt x="16168" y="6564"/>
                </a:lnTo>
                <a:lnTo>
                  <a:pt x="15823" y="6634"/>
                </a:lnTo>
                <a:lnTo>
                  <a:pt x="15477" y="6772"/>
                </a:lnTo>
                <a:lnTo>
                  <a:pt x="15201" y="6979"/>
                </a:lnTo>
                <a:lnTo>
                  <a:pt x="15408" y="6634"/>
                </a:lnTo>
                <a:lnTo>
                  <a:pt x="15615" y="6288"/>
                </a:lnTo>
                <a:lnTo>
                  <a:pt x="15823" y="5874"/>
                </a:lnTo>
                <a:lnTo>
                  <a:pt x="15892" y="5459"/>
                </a:lnTo>
                <a:lnTo>
                  <a:pt x="15892" y="5044"/>
                </a:lnTo>
                <a:lnTo>
                  <a:pt x="15823" y="4630"/>
                </a:lnTo>
                <a:lnTo>
                  <a:pt x="15684" y="4284"/>
                </a:lnTo>
                <a:lnTo>
                  <a:pt x="15477" y="3939"/>
                </a:lnTo>
                <a:lnTo>
                  <a:pt x="15063" y="3663"/>
                </a:lnTo>
                <a:lnTo>
                  <a:pt x="14648" y="3455"/>
                </a:lnTo>
                <a:lnTo>
                  <a:pt x="14233" y="3386"/>
                </a:lnTo>
                <a:lnTo>
                  <a:pt x="13750" y="3317"/>
                </a:lnTo>
                <a:lnTo>
                  <a:pt x="13197" y="3386"/>
                </a:lnTo>
                <a:lnTo>
                  <a:pt x="12575" y="3455"/>
                </a:lnTo>
                <a:lnTo>
                  <a:pt x="12092" y="3732"/>
                </a:lnTo>
                <a:lnTo>
                  <a:pt x="11815" y="3870"/>
                </a:lnTo>
                <a:lnTo>
                  <a:pt x="11608" y="4077"/>
                </a:lnTo>
                <a:lnTo>
                  <a:pt x="11608" y="3386"/>
                </a:lnTo>
                <a:lnTo>
                  <a:pt x="11470" y="2695"/>
                </a:lnTo>
                <a:lnTo>
                  <a:pt x="11194" y="2074"/>
                </a:lnTo>
                <a:lnTo>
                  <a:pt x="10848" y="1452"/>
                </a:lnTo>
                <a:lnTo>
                  <a:pt x="10572" y="1037"/>
                </a:lnTo>
                <a:lnTo>
                  <a:pt x="10157" y="692"/>
                </a:lnTo>
                <a:lnTo>
                  <a:pt x="9743" y="346"/>
                </a:lnTo>
                <a:lnTo>
                  <a:pt x="9259" y="139"/>
                </a:lnTo>
                <a:lnTo>
                  <a:pt x="8775" y="1"/>
                </a:lnTo>
                <a:close/>
              </a:path>
            </a:pathLst>
          </a:custGeom>
          <a:solidFill>
            <a:schemeClr val="accent4"/>
          </a:solidFill>
          <a:ln>
            <a:noFill/>
          </a:ln>
          <a:effectLst>
            <a:outerShdw blurRad="57150" algn="bl" rotWithShape="0">
              <a:schemeClr val="dk1">
                <a:alpha val="2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9"/>
          <p:cNvSpPr/>
          <p:nvPr/>
        </p:nvSpPr>
        <p:spPr>
          <a:xfrm flipH="1">
            <a:off x="8498636" y="2926524"/>
            <a:ext cx="475728" cy="285486"/>
          </a:xfrm>
          <a:custGeom>
            <a:avLst/>
            <a:gdLst/>
            <a:ahLst/>
            <a:cxnLst/>
            <a:rect l="l" t="t" r="r" b="b"/>
            <a:pathLst>
              <a:path w="20037" h="12023" extrusionOk="0">
                <a:moveTo>
                  <a:pt x="8223" y="1"/>
                </a:moveTo>
                <a:lnTo>
                  <a:pt x="7739" y="139"/>
                </a:lnTo>
                <a:lnTo>
                  <a:pt x="7324" y="415"/>
                </a:lnTo>
                <a:lnTo>
                  <a:pt x="7117" y="623"/>
                </a:lnTo>
                <a:lnTo>
                  <a:pt x="6979" y="830"/>
                </a:lnTo>
                <a:lnTo>
                  <a:pt x="6703" y="1245"/>
                </a:lnTo>
                <a:lnTo>
                  <a:pt x="6703" y="1521"/>
                </a:lnTo>
                <a:lnTo>
                  <a:pt x="6703" y="1797"/>
                </a:lnTo>
                <a:lnTo>
                  <a:pt x="6703" y="2074"/>
                </a:lnTo>
                <a:lnTo>
                  <a:pt x="6772" y="2281"/>
                </a:lnTo>
                <a:lnTo>
                  <a:pt x="6219" y="1866"/>
                </a:lnTo>
                <a:lnTo>
                  <a:pt x="5666" y="1521"/>
                </a:lnTo>
                <a:lnTo>
                  <a:pt x="5045" y="1245"/>
                </a:lnTo>
                <a:lnTo>
                  <a:pt x="4354" y="1106"/>
                </a:lnTo>
                <a:lnTo>
                  <a:pt x="3732" y="1037"/>
                </a:lnTo>
                <a:lnTo>
                  <a:pt x="3041" y="1106"/>
                </a:lnTo>
                <a:lnTo>
                  <a:pt x="2695" y="1245"/>
                </a:lnTo>
                <a:lnTo>
                  <a:pt x="2419" y="1383"/>
                </a:lnTo>
                <a:lnTo>
                  <a:pt x="2143" y="1590"/>
                </a:lnTo>
                <a:lnTo>
                  <a:pt x="1935" y="1797"/>
                </a:lnTo>
                <a:lnTo>
                  <a:pt x="1728" y="2074"/>
                </a:lnTo>
                <a:lnTo>
                  <a:pt x="1590" y="2419"/>
                </a:lnTo>
                <a:lnTo>
                  <a:pt x="1452" y="2695"/>
                </a:lnTo>
                <a:lnTo>
                  <a:pt x="1383" y="3041"/>
                </a:lnTo>
                <a:lnTo>
                  <a:pt x="1383" y="3663"/>
                </a:lnTo>
                <a:lnTo>
                  <a:pt x="1521" y="4354"/>
                </a:lnTo>
                <a:lnTo>
                  <a:pt x="1797" y="4975"/>
                </a:lnTo>
                <a:lnTo>
                  <a:pt x="2143" y="5528"/>
                </a:lnTo>
                <a:lnTo>
                  <a:pt x="2557" y="6012"/>
                </a:lnTo>
                <a:lnTo>
                  <a:pt x="2972" y="6495"/>
                </a:lnTo>
                <a:lnTo>
                  <a:pt x="1935" y="6495"/>
                </a:lnTo>
                <a:lnTo>
                  <a:pt x="1383" y="6564"/>
                </a:lnTo>
                <a:lnTo>
                  <a:pt x="899" y="6772"/>
                </a:lnTo>
                <a:lnTo>
                  <a:pt x="692" y="6910"/>
                </a:lnTo>
                <a:lnTo>
                  <a:pt x="485" y="7186"/>
                </a:lnTo>
                <a:lnTo>
                  <a:pt x="277" y="7394"/>
                </a:lnTo>
                <a:lnTo>
                  <a:pt x="139" y="7670"/>
                </a:lnTo>
                <a:lnTo>
                  <a:pt x="70" y="7946"/>
                </a:lnTo>
                <a:lnTo>
                  <a:pt x="1" y="8223"/>
                </a:lnTo>
                <a:lnTo>
                  <a:pt x="1" y="8568"/>
                </a:lnTo>
                <a:lnTo>
                  <a:pt x="1" y="8844"/>
                </a:lnTo>
                <a:lnTo>
                  <a:pt x="139" y="9466"/>
                </a:lnTo>
                <a:lnTo>
                  <a:pt x="485" y="9950"/>
                </a:lnTo>
                <a:lnTo>
                  <a:pt x="830" y="10433"/>
                </a:lnTo>
                <a:lnTo>
                  <a:pt x="1314" y="10848"/>
                </a:lnTo>
                <a:lnTo>
                  <a:pt x="1797" y="11193"/>
                </a:lnTo>
                <a:lnTo>
                  <a:pt x="2419" y="11401"/>
                </a:lnTo>
                <a:lnTo>
                  <a:pt x="2972" y="11608"/>
                </a:lnTo>
                <a:lnTo>
                  <a:pt x="3594" y="11746"/>
                </a:lnTo>
                <a:lnTo>
                  <a:pt x="4285" y="11884"/>
                </a:lnTo>
                <a:lnTo>
                  <a:pt x="5045" y="11953"/>
                </a:lnTo>
                <a:lnTo>
                  <a:pt x="6495" y="12023"/>
                </a:lnTo>
                <a:lnTo>
                  <a:pt x="9466" y="12023"/>
                </a:lnTo>
                <a:lnTo>
                  <a:pt x="13128" y="11953"/>
                </a:lnTo>
                <a:lnTo>
                  <a:pt x="15270" y="11884"/>
                </a:lnTo>
                <a:lnTo>
                  <a:pt x="16030" y="11815"/>
                </a:lnTo>
                <a:lnTo>
                  <a:pt x="16583" y="11746"/>
                </a:lnTo>
                <a:lnTo>
                  <a:pt x="17412" y="11539"/>
                </a:lnTo>
                <a:lnTo>
                  <a:pt x="18172" y="11124"/>
                </a:lnTo>
                <a:lnTo>
                  <a:pt x="18862" y="10641"/>
                </a:lnTo>
                <a:lnTo>
                  <a:pt x="19208" y="10364"/>
                </a:lnTo>
                <a:lnTo>
                  <a:pt x="19484" y="10088"/>
                </a:lnTo>
                <a:lnTo>
                  <a:pt x="19761" y="9535"/>
                </a:lnTo>
                <a:lnTo>
                  <a:pt x="20037" y="8983"/>
                </a:lnTo>
                <a:lnTo>
                  <a:pt x="20037" y="8706"/>
                </a:lnTo>
                <a:lnTo>
                  <a:pt x="20037" y="8430"/>
                </a:lnTo>
                <a:lnTo>
                  <a:pt x="20037" y="8154"/>
                </a:lnTo>
                <a:lnTo>
                  <a:pt x="19899" y="7877"/>
                </a:lnTo>
                <a:lnTo>
                  <a:pt x="19761" y="7601"/>
                </a:lnTo>
                <a:lnTo>
                  <a:pt x="19553" y="7394"/>
                </a:lnTo>
                <a:lnTo>
                  <a:pt x="19139" y="7048"/>
                </a:lnTo>
                <a:lnTo>
                  <a:pt x="18586" y="6841"/>
                </a:lnTo>
                <a:lnTo>
                  <a:pt x="17964" y="6703"/>
                </a:lnTo>
                <a:lnTo>
                  <a:pt x="17273" y="6564"/>
                </a:lnTo>
                <a:lnTo>
                  <a:pt x="16168" y="6564"/>
                </a:lnTo>
                <a:lnTo>
                  <a:pt x="15823" y="6634"/>
                </a:lnTo>
                <a:lnTo>
                  <a:pt x="15477" y="6772"/>
                </a:lnTo>
                <a:lnTo>
                  <a:pt x="15201" y="6979"/>
                </a:lnTo>
                <a:lnTo>
                  <a:pt x="15408" y="6634"/>
                </a:lnTo>
                <a:lnTo>
                  <a:pt x="15615" y="6288"/>
                </a:lnTo>
                <a:lnTo>
                  <a:pt x="15823" y="5874"/>
                </a:lnTo>
                <a:lnTo>
                  <a:pt x="15892" y="5459"/>
                </a:lnTo>
                <a:lnTo>
                  <a:pt x="15892" y="5044"/>
                </a:lnTo>
                <a:lnTo>
                  <a:pt x="15823" y="4630"/>
                </a:lnTo>
                <a:lnTo>
                  <a:pt x="15684" y="4284"/>
                </a:lnTo>
                <a:lnTo>
                  <a:pt x="15477" y="3939"/>
                </a:lnTo>
                <a:lnTo>
                  <a:pt x="15063" y="3663"/>
                </a:lnTo>
                <a:lnTo>
                  <a:pt x="14648" y="3455"/>
                </a:lnTo>
                <a:lnTo>
                  <a:pt x="14233" y="3386"/>
                </a:lnTo>
                <a:lnTo>
                  <a:pt x="13750" y="3317"/>
                </a:lnTo>
                <a:lnTo>
                  <a:pt x="13197" y="3386"/>
                </a:lnTo>
                <a:lnTo>
                  <a:pt x="12575" y="3455"/>
                </a:lnTo>
                <a:lnTo>
                  <a:pt x="12092" y="3732"/>
                </a:lnTo>
                <a:lnTo>
                  <a:pt x="11815" y="3870"/>
                </a:lnTo>
                <a:lnTo>
                  <a:pt x="11608" y="4077"/>
                </a:lnTo>
                <a:lnTo>
                  <a:pt x="11608" y="3386"/>
                </a:lnTo>
                <a:lnTo>
                  <a:pt x="11470" y="2695"/>
                </a:lnTo>
                <a:lnTo>
                  <a:pt x="11194" y="2074"/>
                </a:lnTo>
                <a:lnTo>
                  <a:pt x="10848" y="1452"/>
                </a:lnTo>
                <a:lnTo>
                  <a:pt x="10572" y="1037"/>
                </a:lnTo>
                <a:lnTo>
                  <a:pt x="10157" y="692"/>
                </a:lnTo>
                <a:lnTo>
                  <a:pt x="9743" y="346"/>
                </a:lnTo>
                <a:lnTo>
                  <a:pt x="9259" y="139"/>
                </a:lnTo>
                <a:lnTo>
                  <a:pt x="8775" y="1"/>
                </a:lnTo>
                <a:close/>
              </a:path>
            </a:pathLst>
          </a:custGeom>
          <a:solidFill>
            <a:schemeClr val="accent4"/>
          </a:solidFill>
          <a:ln>
            <a:noFill/>
          </a:ln>
          <a:effectLst>
            <a:outerShdw blurRad="57150" algn="bl" rotWithShape="0">
              <a:schemeClr val="dk1">
                <a:alpha val="2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9"/>
          <p:cNvSpPr/>
          <p:nvPr/>
        </p:nvSpPr>
        <p:spPr>
          <a:xfrm flipH="1">
            <a:off x="2259575" y="4838551"/>
            <a:ext cx="335269" cy="201205"/>
          </a:xfrm>
          <a:custGeom>
            <a:avLst/>
            <a:gdLst/>
            <a:ahLst/>
            <a:cxnLst/>
            <a:rect l="l" t="t" r="r" b="b"/>
            <a:pathLst>
              <a:path w="20037" h="12023" extrusionOk="0">
                <a:moveTo>
                  <a:pt x="8223" y="1"/>
                </a:moveTo>
                <a:lnTo>
                  <a:pt x="7739" y="139"/>
                </a:lnTo>
                <a:lnTo>
                  <a:pt x="7324" y="415"/>
                </a:lnTo>
                <a:lnTo>
                  <a:pt x="7117" y="623"/>
                </a:lnTo>
                <a:lnTo>
                  <a:pt x="6979" y="830"/>
                </a:lnTo>
                <a:lnTo>
                  <a:pt x="6703" y="1245"/>
                </a:lnTo>
                <a:lnTo>
                  <a:pt x="6703" y="1521"/>
                </a:lnTo>
                <a:lnTo>
                  <a:pt x="6703" y="1797"/>
                </a:lnTo>
                <a:lnTo>
                  <a:pt x="6703" y="2074"/>
                </a:lnTo>
                <a:lnTo>
                  <a:pt x="6772" y="2281"/>
                </a:lnTo>
                <a:lnTo>
                  <a:pt x="6219" y="1866"/>
                </a:lnTo>
                <a:lnTo>
                  <a:pt x="5666" y="1521"/>
                </a:lnTo>
                <a:lnTo>
                  <a:pt x="5045" y="1245"/>
                </a:lnTo>
                <a:lnTo>
                  <a:pt x="4354" y="1106"/>
                </a:lnTo>
                <a:lnTo>
                  <a:pt x="3732" y="1037"/>
                </a:lnTo>
                <a:lnTo>
                  <a:pt x="3041" y="1106"/>
                </a:lnTo>
                <a:lnTo>
                  <a:pt x="2695" y="1245"/>
                </a:lnTo>
                <a:lnTo>
                  <a:pt x="2419" y="1383"/>
                </a:lnTo>
                <a:lnTo>
                  <a:pt x="2143" y="1590"/>
                </a:lnTo>
                <a:lnTo>
                  <a:pt x="1935" y="1797"/>
                </a:lnTo>
                <a:lnTo>
                  <a:pt x="1728" y="2074"/>
                </a:lnTo>
                <a:lnTo>
                  <a:pt x="1590" y="2419"/>
                </a:lnTo>
                <a:lnTo>
                  <a:pt x="1452" y="2695"/>
                </a:lnTo>
                <a:lnTo>
                  <a:pt x="1383" y="3041"/>
                </a:lnTo>
                <a:lnTo>
                  <a:pt x="1383" y="3663"/>
                </a:lnTo>
                <a:lnTo>
                  <a:pt x="1521" y="4354"/>
                </a:lnTo>
                <a:lnTo>
                  <a:pt x="1797" y="4975"/>
                </a:lnTo>
                <a:lnTo>
                  <a:pt x="2143" y="5528"/>
                </a:lnTo>
                <a:lnTo>
                  <a:pt x="2557" y="6012"/>
                </a:lnTo>
                <a:lnTo>
                  <a:pt x="2972" y="6495"/>
                </a:lnTo>
                <a:lnTo>
                  <a:pt x="1935" y="6495"/>
                </a:lnTo>
                <a:lnTo>
                  <a:pt x="1383" y="6564"/>
                </a:lnTo>
                <a:lnTo>
                  <a:pt x="899" y="6772"/>
                </a:lnTo>
                <a:lnTo>
                  <a:pt x="692" y="6910"/>
                </a:lnTo>
                <a:lnTo>
                  <a:pt x="485" y="7186"/>
                </a:lnTo>
                <a:lnTo>
                  <a:pt x="277" y="7394"/>
                </a:lnTo>
                <a:lnTo>
                  <a:pt x="139" y="7670"/>
                </a:lnTo>
                <a:lnTo>
                  <a:pt x="70" y="7946"/>
                </a:lnTo>
                <a:lnTo>
                  <a:pt x="1" y="8223"/>
                </a:lnTo>
                <a:lnTo>
                  <a:pt x="1" y="8568"/>
                </a:lnTo>
                <a:lnTo>
                  <a:pt x="1" y="8844"/>
                </a:lnTo>
                <a:lnTo>
                  <a:pt x="139" y="9466"/>
                </a:lnTo>
                <a:lnTo>
                  <a:pt x="485" y="9950"/>
                </a:lnTo>
                <a:lnTo>
                  <a:pt x="830" y="10433"/>
                </a:lnTo>
                <a:lnTo>
                  <a:pt x="1314" y="10848"/>
                </a:lnTo>
                <a:lnTo>
                  <a:pt x="1797" y="11193"/>
                </a:lnTo>
                <a:lnTo>
                  <a:pt x="2419" y="11401"/>
                </a:lnTo>
                <a:lnTo>
                  <a:pt x="2972" y="11608"/>
                </a:lnTo>
                <a:lnTo>
                  <a:pt x="3594" y="11746"/>
                </a:lnTo>
                <a:lnTo>
                  <a:pt x="4285" y="11884"/>
                </a:lnTo>
                <a:lnTo>
                  <a:pt x="5045" y="11953"/>
                </a:lnTo>
                <a:lnTo>
                  <a:pt x="6495" y="12023"/>
                </a:lnTo>
                <a:lnTo>
                  <a:pt x="9466" y="12023"/>
                </a:lnTo>
                <a:lnTo>
                  <a:pt x="13128" y="11953"/>
                </a:lnTo>
                <a:lnTo>
                  <a:pt x="15270" y="11884"/>
                </a:lnTo>
                <a:lnTo>
                  <a:pt x="16030" y="11815"/>
                </a:lnTo>
                <a:lnTo>
                  <a:pt x="16583" y="11746"/>
                </a:lnTo>
                <a:lnTo>
                  <a:pt x="17412" y="11539"/>
                </a:lnTo>
                <a:lnTo>
                  <a:pt x="18172" y="11124"/>
                </a:lnTo>
                <a:lnTo>
                  <a:pt x="18862" y="10641"/>
                </a:lnTo>
                <a:lnTo>
                  <a:pt x="19208" y="10364"/>
                </a:lnTo>
                <a:lnTo>
                  <a:pt x="19484" y="10088"/>
                </a:lnTo>
                <a:lnTo>
                  <a:pt x="19761" y="9535"/>
                </a:lnTo>
                <a:lnTo>
                  <a:pt x="20037" y="8983"/>
                </a:lnTo>
                <a:lnTo>
                  <a:pt x="20037" y="8706"/>
                </a:lnTo>
                <a:lnTo>
                  <a:pt x="20037" y="8430"/>
                </a:lnTo>
                <a:lnTo>
                  <a:pt x="20037" y="8154"/>
                </a:lnTo>
                <a:lnTo>
                  <a:pt x="19899" y="7877"/>
                </a:lnTo>
                <a:lnTo>
                  <a:pt x="19761" y="7601"/>
                </a:lnTo>
                <a:lnTo>
                  <a:pt x="19553" y="7394"/>
                </a:lnTo>
                <a:lnTo>
                  <a:pt x="19139" y="7048"/>
                </a:lnTo>
                <a:lnTo>
                  <a:pt x="18586" y="6841"/>
                </a:lnTo>
                <a:lnTo>
                  <a:pt x="17964" y="6703"/>
                </a:lnTo>
                <a:lnTo>
                  <a:pt x="17273" y="6564"/>
                </a:lnTo>
                <a:lnTo>
                  <a:pt x="16168" y="6564"/>
                </a:lnTo>
                <a:lnTo>
                  <a:pt x="15823" y="6634"/>
                </a:lnTo>
                <a:lnTo>
                  <a:pt x="15477" y="6772"/>
                </a:lnTo>
                <a:lnTo>
                  <a:pt x="15201" y="6979"/>
                </a:lnTo>
                <a:lnTo>
                  <a:pt x="15408" y="6634"/>
                </a:lnTo>
                <a:lnTo>
                  <a:pt x="15615" y="6288"/>
                </a:lnTo>
                <a:lnTo>
                  <a:pt x="15823" y="5874"/>
                </a:lnTo>
                <a:lnTo>
                  <a:pt x="15892" y="5459"/>
                </a:lnTo>
                <a:lnTo>
                  <a:pt x="15892" y="5044"/>
                </a:lnTo>
                <a:lnTo>
                  <a:pt x="15823" y="4630"/>
                </a:lnTo>
                <a:lnTo>
                  <a:pt x="15684" y="4284"/>
                </a:lnTo>
                <a:lnTo>
                  <a:pt x="15477" y="3939"/>
                </a:lnTo>
                <a:lnTo>
                  <a:pt x="15063" y="3663"/>
                </a:lnTo>
                <a:lnTo>
                  <a:pt x="14648" y="3455"/>
                </a:lnTo>
                <a:lnTo>
                  <a:pt x="14233" y="3386"/>
                </a:lnTo>
                <a:lnTo>
                  <a:pt x="13750" y="3317"/>
                </a:lnTo>
                <a:lnTo>
                  <a:pt x="13197" y="3386"/>
                </a:lnTo>
                <a:lnTo>
                  <a:pt x="12575" y="3455"/>
                </a:lnTo>
                <a:lnTo>
                  <a:pt x="12092" y="3732"/>
                </a:lnTo>
                <a:lnTo>
                  <a:pt x="11815" y="3870"/>
                </a:lnTo>
                <a:lnTo>
                  <a:pt x="11608" y="4077"/>
                </a:lnTo>
                <a:lnTo>
                  <a:pt x="11608" y="3386"/>
                </a:lnTo>
                <a:lnTo>
                  <a:pt x="11470" y="2695"/>
                </a:lnTo>
                <a:lnTo>
                  <a:pt x="11194" y="2074"/>
                </a:lnTo>
                <a:lnTo>
                  <a:pt x="10848" y="1452"/>
                </a:lnTo>
                <a:lnTo>
                  <a:pt x="10572" y="1037"/>
                </a:lnTo>
                <a:lnTo>
                  <a:pt x="10157" y="692"/>
                </a:lnTo>
                <a:lnTo>
                  <a:pt x="9743" y="346"/>
                </a:lnTo>
                <a:lnTo>
                  <a:pt x="9259" y="139"/>
                </a:lnTo>
                <a:lnTo>
                  <a:pt x="8775" y="1"/>
                </a:lnTo>
                <a:close/>
              </a:path>
            </a:pathLst>
          </a:custGeom>
          <a:solidFill>
            <a:schemeClr val="accent4"/>
          </a:solidFill>
          <a:ln>
            <a:noFill/>
          </a:ln>
          <a:effectLst>
            <a:outerShdw blurRad="57150" algn="bl" rotWithShape="0">
              <a:schemeClr val="dk1">
                <a:alpha val="2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9"/>
          <p:cNvSpPr/>
          <p:nvPr/>
        </p:nvSpPr>
        <p:spPr>
          <a:xfrm>
            <a:off x="6206625" y="4838551"/>
            <a:ext cx="335269" cy="201205"/>
          </a:xfrm>
          <a:custGeom>
            <a:avLst/>
            <a:gdLst/>
            <a:ahLst/>
            <a:cxnLst/>
            <a:rect l="l" t="t" r="r" b="b"/>
            <a:pathLst>
              <a:path w="20037" h="12023" extrusionOk="0">
                <a:moveTo>
                  <a:pt x="8223" y="1"/>
                </a:moveTo>
                <a:lnTo>
                  <a:pt x="7739" y="139"/>
                </a:lnTo>
                <a:lnTo>
                  <a:pt x="7324" y="415"/>
                </a:lnTo>
                <a:lnTo>
                  <a:pt x="7117" y="623"/>
                </a:lnTo>
                <a:lnTo>
                  <a:pt x="6979" y="830"/>
                </a:lnTo>
                <a:lnTo>
                  <a:pt x="6703" y="1245"/>
                </a:lnTo>
                <a:lnTo>
                  <a:pt x="6703" y="1521"/>
                </a:lnTo>
                <a:lnTo>
                  <a:pt x="6703" y="1797"/>
                </a:lnTo>
                <a:lnTo>
                  <a:pt x="6703" y="2074"/>
                </a:lnTo>
                <a:lnTo>
                  <a:pt x="6772" y="2281"/>
                </a:lnTo>
                <a:lnTo>
                  <a:pt x="6219" y="1866"/>
                </a:lnTo>
                <a:lnTo>
                  <a:pt x="5666" y="1521"/>
                </a:lnTo>
                <a:lnTo>
                  <a:pt x="5045" y="1245"/>
                </a:lnTo>
                <a:lnTo>
                  <a:pt x="4354" y="1106"/>
                </a:lnTo>
                <a:lnTo>
                  <a:pt x="3732" y="1037"/>
                </a:lnTo>
                <a:lnTo>
                  <a:pt x="3041" y="1106"/>
                </a:lnTo>
                <a:lnTo>
                  <a:pt x="2695" y="1245"/>
                </a:lnTo>
                <a:lnTo>
                  <a:pt x="2419" y="1383"/>
                </a:lnTo>
                <a:lnTo>
                  <a:pt x="2143" y="1590"/>
                </a:lnTo>
                <a:lnTo>
                  <a:pt x="1935" y="1797"/>
                </a:lnTo>
                <a:lnTo>
                  <a:pt x="1728" y="2074"/>
                </a:lnTo>
                <a:lnTo>
                  <a:pt x="1590" y="2419"/>
                </a:lnTo>
                <a:lnTo>
                  <a:pt x="1452" y="2695"/>
                </a:lnTo>
                <a:lnTo>
                  <a:pt x="1383" y="3041"/>
                </a:lnTo>
                <a:lnTo>
                  <a:pt x="1383" y="3663"/>
                </a:lnTo>
                <a:lnTo>
                  <a:pt x="1521" y="4354"/>
                </a:lnTo>
                <a:lnTo>
                  <a:pt x="1797" y="4975"/>
                </a:lnTo>
                <a:lnTo>
                  <a:pt x="2143" y="5528"/>
                </a:lnTo>
                <a:lnTo>
                  <a:pt x="2557" y="6012"/>
                </a:lnTo>
                <a:lnTo>
                  <a:pt x="2972" y="6495"/>
                </a:lnTo>
                <a:lnTo>
                  <a:pt x="1935" y="6495"/>
                </a:lnTo>
                <a:lnTo>
                  <a:pt x="1383" y="6564"/>
                </a:lnTo>
                <a:lnTo>
                  <a:pt x="899" y="6772"/>
                </a:lnTo>
                <a:lnTo>
                  <a:pt x="692" y="6910"/>
                </a:lnTo>
                <a:lnTo>
                  <a:pt x="485" y="7186"/>
                </a:lnTo>
                <a:lnTo>
                  <a:pt x="277" y="7394"/>
                </a:lnTo>
                <a:lnTo>
                  <a:pt x="139" y="7670"/>
                </a:lnTo>
                <a:lnTo>
                  <a:pt x="70" y="7946"/>
                </a:lnTo>
                <a:lnTo>
                  <a:pt x="1" y="8223"/>
                </a:lnTo>
                <a:lnTo>
                  <a:pt x="1" y="8568"/>
                </a:lnTo>
                <a:lnTo>
                  <a:pt x="1" y="8844"/>
                </a:lnTo>
                <a:lnTo>
                  <a:pt x="139" y="9466"/>
                </a:lnTo>
                <a:lnTo>
                  <a:pt x="485" y="9950"/>
                </a:lnTo>
                <a:lnTo>
                  <a:pt x="830" y="10433"/>
                </a:lnTo>
                <a:lnTo>
                  <a:pt x="1314" y="10848"/>
                </a:lnTo>
                <a:lnTo>
                  <a:pt x="1797" y="11193"/>
                </a:lnTo>
                <a:lnTo>
                  <a:pt x="2419" y="11401"/>
                </a:lnTo>
                <a:lnTo>
                  <a:pt x="2972" y="11608"/>
                </a:lnTo>
                <a:lnTo>
                  <a:pt x="3594" y="11746"/>
                </a:lnTo>
                <a:lnTo>
                  <a:pt x="4285" y="11884"/>
                </a:lnTo>
                <a:lnTo>
                  <a:pt x="5045" y="11953"/>
                </a:lnTo>
                <a:lnTo>
                  <a:pt x="6495" y="12023"/>
                </a:lnTo>
                <a:lnTo>
                  <a:pt x="9466" y="12023"/>
                </a:lnTo>
                <a:lnTo>
                  <a:pt x="13128" y="11953"/>
                </a:lnTo>
                <a:lnTo>
                  <a:pt x="15270" y="11884"/>
                </a:lnTo>
                <a:lnTo>
                  <a:pt x="16030" y="11815"/>
                </a:lnTo>
                <a:lnTo>
                  <a:pt x="16583" y="11746"/>
                </a:lnTo>
                <a:lnTo>
                  <a:pt x="17412" y="11539"/>
                </a:lnTo>
                <a:lnTo>
                  <a:pt x="18172" y="11124"/>
                </a:lnTo>
                <a:lnTo>
                  <a:pt x="18862" y="10641"/>
                </a:lnTo>
                <a:lnTo>
                  <a:pt x="19208" y="10364"/>
                </a:lnTo>
                <a:lnTo>
                  <a:pt x="19484" y="10088"/>
                </a:lnTo>
                <a:lnTo>
                  <a:pt x="19761" y="9535"/>
                </a:lnTo>
                <a:lnTo>
                  <a:pt x="20037" y="8983"/>
                </a:lnTo>
                <a:lnTo>
                  <a:pt x="20037" y="8706"/>
                </a:lnTo>
                <a:lnTo>
                  <a:pt x="20037" y="8430"/>
                </a:lnTo>
                <a:lnTo>
                  <a:pt x="20037" y="8154"/>
                </a:lnTo>
                <a:lnTo>
                  <a:pt x="19899" y="7877"/>
                </a:lnTo>
                <a:lnTo>
                  <a:pt x="19761" y="7601"/>
                </a:lnTo>
                <a:lnTo>
                  <a:pt x="19553" y="7394"/>
                </a:lnTo>
                <a:lnTo>
                  <a:pt x="19139" y="7048"/>
                </a:lnTo>
                <a:lnTo>
                  <a:pt x="18586" y="6841"/>
                </a:lnTo>
                <a:lnTo>
                  <a:pt x="17964" y="6703"/>
                </a:lnTo>
                <a:lnTo>
                  <a:pt x="17273" y="6564"/>
                </a:lnTo>
                <a:lnTo>
                  <a:pt x="16168" y="6564"/>
                </a:lnTo>
                <a:lnTo>
                  <a:pt x="15823" y="6634"/>
                </a:lnTo>
                <a:lnTo>
                  <a:pt x="15477" y="6772"/>
                </a:lnTo>
                <a:lnTo>
                  <a:pt x="15201" y="6979"/>
                </a:lnTo>
                <a:lnTo>
                  <a:pt x="15408" y="6634"/>
                </a:lnTo>
                <a:lnTo>
                  <a:pt x="15615" y="6288"/>
                </a:lnTo>
                <a:lnTo>
                  <a:pt x="15823" y="5874"/>
                </a:lnTo>
                <a:lnTo>
                  <a:pt x="15892" y="5459"/>
                </a:lnTo>
                <a:lnTo>
                  <a:pt x="15892" y="5044"/>
                </a:lnTo>
                <a:lnTo>
                  <a:pt x="15823" y="4630"/>
                </a:lnTo>
                <a:lnTo>
                  <a:pt x="15684" y="4284"/>
                </a:lnTo>
                <a:lnTo>
                  <a:pt x="15477" y="3939"/>
                </a:lnTo>
                <a:lnTo>
                  <a:pt x="15063" y="3663"/>
                </a:lnTo>
                <a:lnTo>
                  <a:pt x="14648" y="3455"/>
                </a:lnTo>
                <a:lnTo>
                  <a:pt x="14233" y="3386"/>
                </a:lnTo>
                <a:lnTo>
                  <a:pt x="13750" y="3317"/>
                </a:lnTo>
                <a:lnTo>
                  <a:pt x="13197" y="3386"/>
                </a:lnTo>
                <a:lnTo>
                  <a:pt x="12575" y="3455"/>
                </a:lnTo>
                <a:lnTo>
                  <a:pt x="12092" y="3732"/>
                </a:lnTo>
                <a:lnTo>
                  <a:pt x="11815" y="3870"/>
                </a:lnTo>
                <a:lnTo>
                  <a:pt x="11608" y="4077"/>
                </a:lnTo>
                <a:lnTo>
                  <a:pt x="11608" y="3386"/>
                </a:lnTo>
                <a:lnTo>
                  <a:pt x="11470" y="2695"/>
                </a:lnTo>
                <a:lnTo>
                  <a:pt x="11194" y="2074"/>
                </a:lnTo>
                <a:lnTo>
                  <a:pt x="10848" y="1452"/>
                </a:lnTo>
                <a:lnTo>
                  <a:pt x="10572" y="1037"/>
                </a:lnTo>
                <a:lnTo>
                  <a:pt x="10157" y="692"/>
                </a:lnTo>
                <a:lnTo>
                  <a:pt x="9743" y="346"/>
                </a:lnTo>
                <a:lnTo>
                  <a:pt x="9259" y="139"/>
                </a:lnTo>
                <a:lnTo>
                  <a:pt x="8775" y="1"/>
                </a:lnTo>
                <a:close/>
              </a:path>
            </a:pathLst>
          </a:custGeom>
          <a:solidFill>
            <a:schemeClr val="accent4"/>
          </a:solidFill>
          <a:ln>
            <a:noFill/>
          </a:ln>
          <a:effectLst>
            <a:outerShdw blurRad="57150" algn="bl" rotWithShape="0">
              <a:schemeClr val="dk1">
                <a:alpha val="2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720000" y="4006050"/>
            <a:ext cx="7704000" cy="589500"/>
          </a:xfrm>
          <a:prstGeom prst="rect">
            <a:avLst/>
          </a:prstGeom>
          <a:solidFill>
            <a:schemeClr val="dk1"/>
          </a:solidFill>
          <a:ln w="28575" cap="flat" cmpd="sng">
            <a:solidFill>
              <a:schemeClr val="accent4"/>
            </a:solidFill>
            <a:prstDash val="solid"/>
            <a:round/>
            <a:headEnd type="none" w="sm" len="sm"/>
            <a:tailEnd type="none" w="sm" len="sm"/>
          </a:ln>
          <a:effectLst>
            <a:outerShdw blurRad="57150" dist="19050" dir="5400000" algn="bl" rotWithShape="0">
              <a:schemeClr val="accent3">
                <a:alpha val="50000"/>
              </a:schemeClr>
            </a:outerShdw>
          </a:effectLst>
        </p:spPr>
        <p:txBody>
          <a:bodyPr spcFirstLastPara="1" wrap="square" lIns="91425" tIns="91425" rIns="91425" bIns="91425" anchor="ctr" anchorCtr="0">
            <a:noAutofit/>
          </a:bodyPr>
          <a:lstStyle>
            <a:lvl1pPr lvl="0" algn="ctr" rtl="0">
              <a:spcBef>
                <a:spcPts val="0"/>
              </a:spcBef>
              <a:spcAft>
                <a:spcPts val="0"/>
              </a:spcAft>
              <a:buClr>
                <a:schemeClr val="accent4"/>
              </a:buClr>
              <a:buSzPts val="3000"/>
              <a:buNone/>
              <a:defRPr>
                <a:solidFill>
                  <a:schemeClr val="accent4"/>
                </a:solidFill>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63"/>
        <p:cNvGrpSpPr/>
        <p:nvPr/>
      </p:nvGrpSpPr>
      <p:grpSpPr>
        <a:xfrm>
          <a:off x="0" y="0"/>
          <a:ext cx="0" cy="0"/>
          <a:chOff x="0" y="0"/>
          <a:chExt cx="0" cy="0"/>
        </a:xfrm>
      </p:grpSpPr>
      <p:sp>
        <p:nvSpPr>
          <p:cNvPr id="64" name="Google Shape;64;p11"/>
          <p:cNvSpPr txBox="1">
            <a:spLocks noGrp="1"/>
          </p:cNvSpPr>
          <p:nvPr>
            <p:ph type="title" hasCustomPrompt="1"/>
          </p:nvPr>
        </p:nvSpPr>
        <p:spPr>
          <a:xfrm>
            <a:off x="1284000" y="1644800"/>
            <a:ext cx="6576000" cy="1356600"/>
          </a:xfrm>
          <a:prstGeom prst="rect">
            <a:avLst/>
          </a:prstGeom>
        </p:spPr>
        <p:txBody>
          <a:bodyPr spcFirstLastPara="1" wrap="square" lIns="91425" tIns="91425" rIns="91425" bIns="91425" anchor="ctr" anchorCtr="0">
            <a:noAutofit/>
          </a:bodyPr>
          <a:lstStyle>
            <a:lvl1pPr lvl="0" algn="ctr">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65" name="Google Shape;65;p11"/>
          <p:cNvSpPr txBox="1">
            <a:spLocks noGrp="1"/>
          </p:cNvSpPr>
          <p:nvPr>
            <p:ph type="subTitle" idx="1"/>
          </p:nvPr>
        </p:nvSpPr>
        <p:spPr>
          <a:xfrm>
            <a:off x="1284000" y="3001600"/>
            <a:ext cx="6576000" cy="497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900"/>
            </a:lvl1pPr>
            <a:lvl2pPr lvl="1" algn="ctr" rtl="0">
              <a:lnSpc>
                <a:spcPct val="100000"/>
              </a:lnSpc>
              <a:spcBef>
                <a:spcPts val="0"/>
              </a:spcBef>
              <a:spcAft>
                <a:spcPts val="0"/>
              </a:spcAft>
              <a:buSzPts val="1600"/>
              <a:buNone/>
              <a:defRPr sz="1600"/>
            </a:lvl2pPr>
            <a:lvl3pPr lvl="2" algn="ctr" rtl="0">
              <a:lnSpc>
                <a:spcPct val="100000"/>
              </a:lnSpc>
              <a:spcBef>
                <a:spcPts val="1600"/>
              </a:spcBef>
              <a:spcAft>
                <a:spcPts val="0"/>
              </a:spcAft>
              <a:buSzPts val="1600"/>
              <a:buNone/>
              <a:defRPr sz="1600"/>
            </a:lvl3pPr>
            <a:lvl4pPr lvl="3" algn="ctr" rtl="0">
              <a:lnSpc>
                <a:spcPct val="100000"/>
              </a:lnSpc>
              <a:spcBef>
                <a:spcPts val="1600"/>
              </a:spcBef>
              <a:spcAft>
                <a:spcPts val="0"/>
              </a:spcAft>
              <a:buSzPts val="1600"/>
              <a:buNone/>
              <a:defRPr sz="1600"/>
            </a:lvl4pPr>
            <a:lvl5pPr lvl="4" algn="ctr" rtl="0">
              <a:lnSpc>
                <a:spcPct val="100000"/>
              </a:lnSpc>
              <a:spcBef>
                <a:spcPts val="1600"/>
              </a:spcBef>
              <a:spcAft>
                <a:spcPts val="0"/>
              </a:spcAft>
              <a:buSzPts val="1600"/>
              <a:buNone/>
              <a:defRPr sz="1600"/>
            </a:lvl5pPr>
            <a:lvl6pPr lvl="5" algn="ctr" rtl="0">
              <a:lnSpc>
                <a:spcPct val="100000"/>
              </a:lnSpc>
              <a:spcBef>
                <a:spcPts val="1600"/>
              </a:spcBef>
              <a:spcAft>
                <a:spcPts val="0"/>
              </a:spcAft>
              <a:buSzPts val="1600"/>
              <a:buNone/>
              <a:defRPr sz="1600"/>
            </a:lvl6pPr>
            <a:lvl7pPr lvl="6" algn="ctr" rtl="0">
              <a:lnSpc>
                <a:spcPct val="100000"/>
              </a:lnSpc>
              <a:spcBef>
                <a:spcPts val="1600"/>
              </a:spcBef>
              <a:spcAft>
                <a:spcPts val="0"/>
              </a:spcAft>
              <a:buSzPts val="1600"/>
              <a:buNone/>
              <a:defRPr sz="1600"/>
            </a:lvl7pPr>
            <a:lvl8pPr lvl="7" algn="ctr" rtl="0">
              <a:lnSpc>
                <a:spcPct val="100000"/>
              </a:lnSpc>
              <a:spcBef>
                <a:spcPts val="1600"/>
              </a:spcBef>
              <a:spcAft>
                <a:spcPts val="0"/>
              </a:spcAft>
              <a:buSzPts val="1600"/>
              <a:buNone/>
              <a:defRPr sz="1600"/>
            </a:lvl8pPr>
            <a:lvl9pPr lvl="8" algn="ctr" rtl="0">
              <a:lnSpc>
                <a:spcPct val="100000"/>
              </a:lnSpc>
              <a:spcBef>
                <a:spcPts val="1600"/>
              </a:spcBef>
              <a:spcAft>
                <a:spcPts val="1600"/>
              </a:spcAft>
              <a:buSzPts val="1600"/>
              <a:buNone/>
              <a:defRPr sz="1600"/>
            </a:lvl9pPr>
          </a:lstStyle>
          <a:p>
            <a:endParaRPr/>
          </a:p>
        </p:txBody>
      </p:sp>
      <p:sp>
        <p:nvSpPr>
          <p:cNvPr id="66" name="Google Shape;66;p11"/>
          <p:cNvSpPr/>
          <p:nvPr/>
        </p:nvSpPr>
        <p:spPr>
          <a:xfrm flipH="1">
            <a:off x="8751513" y="1771404"/>
            <a:ext cx="562940" cy="337816"/>
          </a:xfrm>
          <a:custGeom>
            <a:avLst/>
            <a:gdLst/>
            <a:ahLst/>
            <a:cxnLst/>
            <a:rect l="l" t="t" r="r" b="b"/>
            <a:pathLst>
              <a:path w="20037" h="12023" extrusionOk="0">
                <a:moveTo>
                  <a:pt x="8223" y="1"/>
                </a:moveTo>
                <a:lnTo>
                  <a:pt x="7739" y="139"/>
                </a:lnTo>
                <a:lnTo>
                  <a:pt x="7324" y="415"/>
                </a:lnTo>
                <a:lnTo>
                  <a:pt x="7117" y="623"/>
                </a:lnTo>
                <a:lnTo>
                  <a:pt x="6979" y="830"/>
                </a:lnTo>
                <a:lnTo>
                  <a:pt x="6703" y="1245"/>
                </a:lnTo>
                <a:lnTo>
                  <a:pt x="6703" y="1521"/>
                </a:lnTo>
                <a:lnTo>
                  <a:pt x="6703" y="1797"/>
                </a:lnTo>
                <a:lnTo>
                  <a:pt x="6703" y="2074"/>
                </a:lnTo>
                <a:lnTo>
                  <a:pt x="6772" y="2281"/>
                </a:lnTo>
                <a:lnTo>
                  <a:pt x="6219" y="1866"/>
                </a:lnTo>
                <a:lnTo>
                  <a:pt x="5666" y="1521"/>
                </a:lnTo>
                <a:lnTo>
                  <a:pt x="5045" y="1245"/>
                </a:lnTo>
                <a:lnTo>
                  <a:pt x="4354" y="1106"/>
                </a:lnTo>
                <a:lnTo>
                  <a:pt x="3732" y="1037"/>
                </a:lnTo>
                <a:lnTo>
                  <a:pt x="3041" y="1106"/>
                </a:lnTo>
                <a:lnTo>
                  <a:pt x="2695" y="1245"/>
                </a:lnTo>
                <a:lnTo>
                  <a:pt x="2419" y="1383"/>
                </a:lnTo>
                <a:lnTo>
                  <a:pt x="2143" y="1590"/>
                </a:lnTo>
                <a:lnTo>
                  <a:pt x="1935" y="1797"/>
                </a:lnTo>
                <a:lnTo>
                  <a:pt x="1728" y="2074"/>
                </a:lnTo>
                <a:lnTo>
                  <a:pt x="1590" y="2419"/>
                </a:lnTo>
                <a:lnTo>
                  <a:pt x="1452" y="2695"/>
                </a:lnTo>
                <a:lnTo>
                  <a:pt x="1383" y="3041"/>
                </a:lnTo>
                <a:lnTo>
                  <a:pt x="1383" y="3663"/>
                </a:lnTo>
                <a:lnTo>
                  <a:pt x="1521" y="4354"/>
                </a:lnTo>
                <a:lnTo>
                  <a:pt x="1797" y="4975"/>
                </a:lnTo>
                <a:lnTo>
                  <a:pt x="2143" y="5528"/>
                </a:lnTo>
                <a:lnTo>
                  <a:pt x="2557" y="6012"/>
                </a:lnTo>
                <a:lnTo>
                  <a:pt x="2972" y="6495"/>
                </a:lnTo>
                <a:lnTo>
                  <a:pt x="1935" y="6495"/>
                </a:lnTo>
                <a:lnTo>
                  <a:pt x="1383" y="6564"/>
                </a:lnTo>
                <a:lnTo>
                  <a:pt x="899" y="6772"/>
                </a:lnTo>
                <a:lnTo>
                  <a:pt x="692" y="6910"/>
                </a:lnTo>
                <a:lnTo>
                  <a:pt x="485" y="7186"/>
                </a:lnTo>
                <a:lnTo>
                  <a:pt x="277" y="7394"/>
                </a:lnTo>
                <a:lnTo>
                  <a:pt x="139" y="7670"/>
                </a:lnTo>
                <a:lnTo>
                  <a:pt x="70" y="7946"/>
                </a:lnTo>
                <a:lnTo>
                  <a:pt x="1" y="8223"/>
                </a:lnTo>
                <a:lnTo>
                  <a:pt x="1" y="8568"/>
                </a:lnTo>
                <a:lnTo>
                  <a:pt x="1" y="8844"/>
                </a:lnTo>
                <a:lnTo>
                  <a:pt x="139" y="9466"/>
                </a:lnTo>
                <a:lnTo>
                  <a:pt x="485" y="9950"/>
                </a:lnTo>
                <a:lnTo>
                  <a:pt x="830" y="10433"/>
                </a:lnTo>
                <a:lnTo>
                  <a:pt x="1314" y="10848"/>
                </a:lnTo>
                <a:lnTo>
                  <a:pt x="1797" y="11193"/>
                </a:lnTo>
                <a:lnTo>
                  <a:pt x="2419" y="11401"/>
                </a:lnTo>
                <a:lnTo>
                  <a:pt x="2972" y="11608"/>
                </a:lnTo>
                <a:lnTo>
                  <a:pt x="3594" y="11746"/>
                </a:lnTo>
                <a:lnTo>
                  <a:pt x="4285" y="11884"/>
                </a:lnTo>
                <a:lnTo>
                  <a:pt x="5045" y="11953"/>
                </a:lnTo>
                <a:lnTo>
                  <a:pt x="6495" y="12023"/>
                </a:lnTo>
                <a:lnTo>
                  <a:pt x="9466" y="12023"/>
                </a:lnTo>
                <a:lnTo>
                  <a:pt x="13128" y="11953"/>
                </a:lnTo>
                <a:lnTo>
                  <a:pt x="15270" y="11884"/>
                </a:lnTo>
                <a:lnTo>
                  <a:pt x="16030" y="11815"/>
                </a:lnTo>
                <a:lnTo>
                  <a:pt x="16583" y="11746"/>
                </a:lnTo>
                <a:lnTo>
                  <a:pt x="17412" y="11539"/>
                </a:lnTo>
                <a:lnTo>
                  <a:pt x="18172" y="11124"/>
                </a:lnTo>
                <a:lnTo>
                  <a:pt x="18862" y="10641"/>
                </a:lnTo>
                <a:lnTo>
                  <a:pt x="19208" y="10364"/>
                </a:lnTo>
                <a:lnTo>
                  <a:pt x="19484" y="10088"/>
                </a:lnTo>
                <a:lnTo>
                  <a:pt x="19761" y="9535"/>
                </a:lnTo>
                <a:lnTo>
                  <a:pt x="20037" y="8983"/>
                </a:lnTo>
                <a:lnTo>
                  <a:pt x="20037" y="8706"/>
                </a:lnTo>
                <a:lnTo>
                  <a:pt x="20037" y="8430"/>
                </a:lnTo>
                <a:lnTo>
                  <a:pt x="20037" y="8154"/>
                </a:lnTo>
                <a:lnTo>
                  <a:pt x="19899" y="7877"/>
                </a:lnTo>
                <a:lnTo>
                  <a:pt x="19761" y="7601"/>
                </a:lnTo>
                <a:lnTo>
                  <a:pt x="19553" y="7394"/>
                </a:lnTo>
                <a:lnTo>
                  <a:pt x="19139" y="7048"/>
                </a:lnTo>
                <a:lnTo>
                  <a:pt x="18586" y="6841"/>
                </a:lnTo>
                <a:lnTo>
                  <a:pt x="17964" y="6703"/>
                </a:lnTo>
                <a:lnTo>
                  <a:pt x="17273" y="6564"/>
                </a:lnTo>
                <a:lnTo>
                  <a:pt x="16168" y="6564"/>
                </a:lnTo>
                <a:lnTo>
                  <a:pt x="15823" y="6634"/>
                </a:lnTo>
                <a:lnTo>
                  <a:pt x="15477" y="6772"/>
                </a:lnTo>
                <a:lnTo>
                  <a:pt x="15201" y="6979"/>
                </a:lnTo>
                <a:lnTo>
                  <a:pt x="15408" y="6634"/>
                </a:lnTo>
                <a:lnTo>
                  <a:pt x="15615" y="6288"/>
                </a:lnTo>
                <a:lnTo>
                  <a:pt x="15823" y="5874"/>
                </a:lnTo>
                <a:lnTo>
                  <a:pt x="15892" y="5459"/>
                </a:lnTo>
                <a:lnTo>
                  <a:pt x="15892" y="5044"/>
                </a:lnTo>
                <a:lnTo>
                  <a:pt x="15823" y="4630"/>
                </a:lnTo>
                <a:lnTo>
                  <a:pt x="15684" y="4284"/>
                </a:lnTo>
                <a:lnTo>
                  <a:pt x="15477" y="3939"/>
                </a:lnTo>
                <a:lnTo>
                  <a:pt x="15063" y="3663"/>
                </a:lnTo>
                <a:lnTo>
                  <a:pt x="14648" y="3455"/>
                </a:lnTo>
                <a:lnTo>
                  <a:pt x="14233" y="3386"/>
                </a:lnTo>
                <a:lnTo>
                  <a:pt x="13750" y="3317"/>
                </a:lnTo>
                <a:lnTo>
                  <a:pt x="13197" y="3386"/>
                </a:lnTo>
                <a:lnTo>
                  <a:pt x="12575" y="3455"/>
                </a:lnTo>
                <a:lnTo>
                  <a:pt x="12092" y="3732"/>
                </a:lnTo>
                <a:lnTo>
                  <a:pt x="11815" y="3870"/>
                </a:lnTo>
                <a:lnTo>
                  <a:pt x="11608" y="4077"/>
                </a:lnTo>
                <a:lnTo>
                  <a:pt x="11608" y="3386"/>
                </a:lnTo>
                <a:lnTo>
                  <a:pt x="11470" y="2695"/>
                </a:lnTo>
                <a:lnTo>
                  <a:pt x="11194" y="2074"/>
                </a:lnTo>
                <a:lnTo>
                  <a:pt x="10848" y="1452"/>
                </a:lnTo>
                <a:lnTo>
                  <a:pt x="10572" y="1037"/>
                </a:lnTo>
                <a:lnTo>
                  <a:pt x="10157" y="692"/>
                </a:lnTo>
                <a:lnTo>
                  <a:pt x="9743" y="346"/>
                </a:lnTo>
                <a:lnTo>
                  <a:pt x="9259" y="139"/>
                </a:lnTo>
                <a:lnTo>
                  <a:pt x="8775" y="1"/>
                </a:lnTo>
                <a:close/>
              </a:path>
            </a:pathLst>
          </a:custGeom>
          <a:solidFill>
            <a:schemeClr val="accent4"/>
          </a:solidFill>
          <a:ln>
            <a:noFill/>
          </a:ln>
          <a:effectLst>
            <a:outerShdw blurRad="57150" algn="bl" rotWithShape="0">
              <a:schemeClr val="dk1">
                <a:alpha val="2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11"/>
          <p:cNvSpPr/>
          <p:nvPr/>
        </p:nvSpPr>
        <p:spPr>
          <a:xfrm>
            <a:off x="-159275" y="2256151"/>
            <a:ext cx="562940" cy="337846"/>
          </a:xfrm>
          <a:custGeom>
            <a:avLst/>
            <a:gdLst/>
            <a:ahLst/>
            <a:cxnLst/>
            <a:rect l="l" t="t" r="r" b="b"/>
            <a:pathLst>
              <a:path w="20037" h="12023" extrusionOk="0">
                <a:moveTo>
                  <a:pt x="8223" y="1"/>
                </a:moveTo>
                <a:lnTo>
                  <a:pt x="7739" y="139"/>
                </a:lnTo>
                <a:lnTo>
                  <a:pt x="7324" y="415"/>
                </a:lnTo>
                <a:lnTo>
                  <a:pt x="7117" y="623"/>
                </a:lnTo>
                <a:lnTo>
                  <a:pt x="6979" y="830"/>
                </a:lnTo>
                <a:lnTo>
                  <a:pt x="6703" y="1245"/>
                </a:lnTo>
                <a:lnTo>
                  <a:pt x="6703" y="1521"/>
                </a:lnTo>
                <a:lnTo>
                  <a:pt x="6703" y="1797"/>
                </a:lnTo>
                <a:lnTo>
                  <a:pt x="6703" y="2074"/>
                </a:lnTo>
                <a:lnTo>
                  <a:pt x="6772" y="2281"/>
                </a:lnTo>
                <a:lnTo>
                  <a:pt x="6219" y="1866"/>
                </a:lnTo>
                <a:lnTo>
                  <a:pt x="5666" y="1521"/>
                </a:lnTo>
                <a:lnTo>
                  <a:pt x="5045" y="1245"/>
                </a:lnTo>
                <a:lnTo>
                  <a:pt x="4354" y="1106"/>
                </a:lnTo>
                <a:lnTo>
                  <a:pt x="3732" y="1037"/>
                </a:lnTo>
                <a:lnTo>
                  <a:pt x="3041" y="1106"/>
                </a:lnTo>
                <a:lnTo>
                  <a:pt x="2695" y="1245"/>
                </a:lnTo>
                <a:lnTo>
                  <a:pt x="2419" y="1383"/>
                </a:lnTo>
                <a:lnTo>
                  <a:pt x="2143" y="1590"/>
                </a:lnTo>
                <a:lnTo>
                  <a:pt x="1935" y="1797"/>
                </a:lnTo>
                <a:lnTo>
                  <a:pt x="1728" y="2074"/>
                </a:lnTo>
                <a:lnTo>
                  <a:pt x="1590" y="2419"/>
                </a:lnTo>
                <a:lnTo>
                  <a:pt x="1452" y="2695"/>
                </a:lnTo>
                <a:lnTo>
                  <a:pt x="1383" y="3041"/>
                </a:lnTo>
                <a:lnTo>
                  <a:pt x="1383" y="3663"/>
                </a:lnTo>
                <a:lnTo>
                  <a:pt x="1521" y="4354"/>
                </a:lnTo>
                <a:lnTo>
                  <a:pt x="1797" y="4975"/>
                </a:lnTo>
                <a:lnTo>
                  <a:pt x="2143" y="5528"/>
                </a:lnTo>
                <a:lnTo>
                  <a:pt x="2557" y="6012"/>
                </a:lnTo>
                <a:lnTo>
                  <a:pt x="2972" y="6495"/>
                </a:lnTo>
                <a:lnTo>
                  <a:pt x="1935" y="6495"/>
                </a:lnTo>
                <a:lnTo>
                  <a:pt x="1383" y="6564"/>
                </a:lnTo>
                <a:lnTo>
                  <a:pt x="899" y="6772"/>
                </a:lnTo>
                <a:lnTo>
                  <a:pt x="692" y="6910"/>
                </a:lnTo>
                <a:lnTo>
                  <a:pt x="485" y="7186"/>
                </a:lnTo>
                <a:lnTo>
                  <a:pt x="277" y="7394"/>
                </a:lnTo>
                <a:lnTo>
                  <a:pt x="139" y="7670"/>
                </a:lnTo>
                <a:lnTo>
                  <a:pt x="70" y="7946"/>
                </a:lnTo>
                <a:lnTo>
                  <a:pt x="1" y="8223"/>
                </a:lnTo>
                <a:lnTo>
                  <a:pt x="1" y="8568"/>
                </a:lnTo>
                <a:lnTo>
                  <a:pt x="1" y="8844"/>
                </a:lnTo>
                <a:lnTo>
                  <a:pt x="139" y="9466"/>
                </a:lnTo>
                <a:lnTo>
                  <a:pt x="485" y="9950"/>
                </a:lnTo>
                <a:lnTo>
                  <a:pt x="830" y="10433"/>
                </a:lnTo>
                <a:lnTo>
                  <a:pt x="1314" y="10848"/>
                </a:lnTo>
                <a:lnTo>
                  <a:pt x="1797" y="11193"/>
                </a:lnTo>
                <a:lnTo>
                  <a:pt x="2419" y="11401"/>
                </a:lnTo>
                <a:lnTo>
                  <a:pt x="2972" y="11608"/>
                </a:lnTo>
                <a:lnTo>
                  <a:pt x="3594" y="11746"/>
                </a:lnTo>
                <a:lnTo>
                  <a:pt x="4285" y="11884"/>
                </a:lnTo>
                <a:lnTo>
                  <a:pt x="5045" y="11953"/>
                </a:lnTo>
                <a:lnTo>
                  <a:pt x="6495" y="12023"/>
                </a:lnTo>
                <a:lnTo>
                  <a:pt x="9466" y="12023"/>
                </a:lnTo>
                <a:lnTo>
                  <a:pt x="13128" y="11953"/>
                </a:lnTo>
                <a:lnTo>
                  <a:pt x="15270" y="11884"/>
                </a:lnTo>
                <a:lnTo>
                  <a:pt x="16030" y="11815"/>
                </a:lnTo>
                <a:lnTo>
                  <a:pt x="16583" y="11746"/>
                </a:lnTo>
                <a:lnTo>
                  <a:pt x="17412" y="11539"/>
                </a:lnTo>
                <a:lnTo>
                  <a:pt x="18172" y="11124"/>
                </a:lnTo>
                <a:lnTo>
                  <a:pt x="18862" y="10641"/>
                </a:lnTo>
                <a:lnTo>
                  <a:pt x="19208" y="10364"/>
                </a:lnTo>
                <a:lnTo>
                  <a:pt x="19484" y="10088"/>
                </a:lnTo>
                <a:lnTo>
                  <a:pt x="19761" y="9535"/>
                </a:lnTo>
                <a:lnTo>
                  <a:pt x="20037" y="8983"/>
                </a:lnTo>
                <a:lnTo>
                  <a:pt x="20037" y="8706"/>
                </a:lnTo>
                <a:lnTo>
                  <a:pt x="20037" y="8430"/>
                </a:lnTo>
                <a:lnTo>
                  <a:pt x="20037" y="8154"/>
                </a:lnTo>
                <a:lnTo>
                  <a:pt x="19899" y="7877"/>
                </a:lnTo>
                <a:lnTo>
                  <a:pt x="19761" y="7601"/>
                </a:lnTo>
                <a:lnTo>
                  <a:pt x="19553" y="7394"/>
                </a:lnTo>
                <a:lnTo>
                  <a:pt x="19139" y="7048"/>
                </a:lnTo>
                <a:lnTo>
                  <a:pt x="18586" y="6841"/>
                </a:lnTo>
                <a:lnTo>
                  <a:pt x="17964" y="6703"/>
                </a:lnTo>
                <a:lnTo>
                  <a:pt x="17273" y="6564"/>
                </a:lnTo>
                <a:lnTo>
                  <a:pt x="16168" y="6564"/>
                </a:lnTo>
                <a:lnTo>
                  <a:pt x="15823" y="6634"/>
                </a:lnTo>
                <a:lnTo>
                  <a:pt x="15477" y="6772"/>
                </a:lnTo>
                <a:lnTo>
                  <a:pt x="15201" y="6979"/>
                </a:lnTo>
                <a:lnTo>
                  <a:pt x="15408" y="6634"/>
                </a:lnTo>
                <a:lnTo>
                  <a:pt x="15615" y="6288"/>
                </a:lnTo>
                <a:lnTo>
                  <a:pt x="15823" y="5874"/>
                </a:lnTo>
                <a:lnTo>
                  <a:pt x="15892" y="5459"/>
                </a:lnTo>
                <a:lnTo>
                  <a:pt x="15892" y="5044"/>
                </a:lnTo>
                <a:lnTo>
                  <a:pt x="15823" y="4630"/>
                </a:lnTo>
                <a:lnTo>
                  <a:pt x="15684" y="4284"/>
                </a:lnTo>
                <a:lnTo>
                  <a:pt x="15477" y="3939"/>
                </a:lnTo>
                <a:lnTo>
                  <a:pt x="15063" y="3663"/>
                </a:lnTo>
                <a:lnTo>
                  <a:pt x="14648" y="3455"/>
                </a:lnTo>
                <a:lnTo>
                  <a:pt x="14233" y="3386"/>
                </a:lnTo>
                <a:lnTo>
                  <a:pt x="13750" y="3317"/>
                </a:lnTo>
                <a:lnTo>
                  <a:pt x="13197" y="3386"/>
                </a:lnTo>
                <a:lnTo>
                  <a:pt x="12575" y="3455"/>
                </a:lnTo>
                <a:lnTo>
                  <a:pt x="12092" y="3732"/>
                </a:lnTo>
                <a:lnTo>
                  <a:pt x="11815" y="3870"/>
                </a:lnTo>
                <a:lnTo>
                  <a:pt x="11608" y="4077"/>
                </a:lnTo>
                <a:lnTo>
                  <a:pt x="11608" y="3386"/>
                </a:lnTo>
                <a:lnTo>
                  <a:pt x="11470" y="2695"/>
                </a:lnTo>
                <a:lnTo>
                  <a:pt x="11194" y="2074"/>
                </a:lnTo>
                <a:lnTo>
                  <a:pt x="10848" y="1452"/>
                </a:lnTo>
                <a:lnTo>
                  <a:pt x="10572" y="1037"/>
                </a:lnTo>
                <a:lnTo>
                  <a:pt x="10157" y="692"/>
                </a:lnTo>
                <a:lnTo>
                  <a:pt x="9743" y="346"/>
                </a:lnTo>
                <a:lnTo>
                  <a:pt x="9259" y="139"/>
                </a:lnTo>
                <a:lnTo>
                  <a:pt x="8775" y="1"/>
                </a:lnTo>
                <a:close/>
              </a:path>
            </a:pathLst>
          </a:custGeom>
          <a:solidFill>
            <a:schemeClr val="accent4"/>
          </a:solidFill>
          <a:ln>
            <a:noFill/>
          </a:ln>
          <a:effectLst>
            <a:outerShdw blurRad="57150" algn="bl" rotWithShape="0">
              <a:schemeClr val="dk1">
                <a:alpha val="2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11"/>
          <p:cNvSpPr/>
          <p:nvPr/>
        </p:nvSpPr>
        <p:spPr>
          <a:xfrm flipH="1">
            <a:off x="4290526" y="4643617"/>
            <a:ext cx="562940" cy="337816"/>
          </a:xfrm>
          <a:custGeom>
            <a:avLst/>
            <a:gdLst/>
            <a:ahLst/>
            <a:cxnLst/>
            <a:rect l="l" t="t" r="r" b="b"/>
            <a:pathLst>
              <a:path w="20037" h="12023" extrusionOk="0">
                <a:moveTo>
                  <a:pt x="8223" y="1"/>
                </a:moveTo>
                <a:lnTo>
                  <a:pt x="7739" y="139"/>
                </a:lnTo>
                <a:lnTo>
                  <a:pt x="7324" y="415"/>
                </a:lnTo>
                <a:lnTo>
                  <a:pt x="7117" y="623"/>
                </a:lnTo>
                <a:lnTo>
                  <a:pt x="6979" y="830"/>
                </a:lnTo>
                <a:lnTo>
                  <a:pt x="6703" y="1245"/>
                </a:lnTo>
                <a:lnTo>
                  <a:pt x="6703" y="1521"/>
                </a:lnTo>
                <a:lnTo>
                  <a:pt x="6703" y="1797"/>
                </a:lnTo>
                <a:lnTo>
                  <a:pt x="6703" y="2074"/>
                </a:lnTo>
                <a:lnTo>
                  <a:pt x="6772" y="2281"/>
                </a:lnTo>
                <a:lnTo>
                  <a:pt x="6219" y="1866"/>
                </a:lnTo>
                <a:lnTo>
                  <a:pt x="5666" y="1521"/>
                </a:lnTo>
                <a:lnTo>
                  <a:pt x="5045" y="1245"/>
                </a:lnTo>
                <a:lnTo>
                  <a:pt x="4354" y="1106"/>
                </a:lnTo>
                <a:lnTo>
                  <a:pt x="3732" y="1037"/>
                </a:lnTo>
                <a:lnTo>
                  <a:pt x="3041" y="1106"/>
                </a:lnTo>
                <a:lnTo>
                  <a:pt x="2695" y="1245"/>
                </a:lnTo>
                <a:lnTo>
                  <a:pt x="2419" y="1383"/>
                </a:lnTo>
                <a:lnTo>
                  <a:pt x="2143" y="1590"/>
                </a:lnTo>
                <a:lnTo>
                  <a:pt x="1935" y="1797"/>
                </a:lnTo>
                <a:lnTo>
                  <a:pt x="1728" y="2074"/>
                </a:lnTo>
                <a:lnTo>
                  <a:pt x="1590" y="2419"/>
                </a:lnTo>
                <a:lnTo>
                  <a:pt x="1452" y="2695"/>
                </a:lnTo>
                <a:lnTo>
                  <a:pt x="1383" y="3041"/>
                </a:lnTo>
                <a:lnTo>
                  <a:pt x="1383" y="3663"/>
                </a:lnTo>
                <a:lnTo>
                  <a:pt x="1521" y="4354"/>
                </a:lnTo>
                <a:lnTo>
                  <a:pt x="1797" y="4975"/>
                </a:lnTo>
                <a:lnTo>
                  <a:pt x="2143" y="5528"/>
                </a:lnTo>
                <a:lnTo>
                  <a:pt x="2557" y="6012"/>
                </a:lnTo>
                <a:lnTo>
                  <a:pt x="2972" y="6495"/>
                </a:lnTo>
                <a:lnTo>
                  <a:pt x="1935" y="6495"/>
                </a:lnTo>
                <a:lnTo>
                  <a:pt x="1383" y="6564"/>
                </a:lnTo>
                <a:lnTo>
                  <a:pt x="899" y="6772"/>
                </a:lnTo>
                <a:lnTo>
                  <a:pt x="692" y="6910"/>
                </a:lnTo>
                <a:lnTo>
                  <a:pt x="485" y="7186"/>
                </a:lnTo>
                <a:lnTo>
                  <a:pt x="277" y="7394"/>
                </a:lnTo>
                <a:lnTo>
                  <a:pt x="139" y="7670"/>
                </a:lnTo>
                <a:lnTo>
                  <a:pt x="70" y="7946"/>
                </a:lnTo>
                <a:lnTo>
                  <a:pt x="1" y="8223"/>
                </a:lnTo>
                <a:lnTo>
                  <a:pt x="1" y="8568"/>
                </a:lnTo>
                <a:lnTo>
                  <a:pt x="1" y="8844"/>
                </a:lnTo>
                <a:lnTo>
                  <a:pt x="139" y="9466"/>
                </a:lnTo>
                <a:lnTo>
                  <a:pt x="485" y="9950"/>
                </a:lnTo>
                <a:lnTo>
                  <a:pt x="830" y="10433"/>
                </a:lnTo>
                <a:lnTo>
                  <a:pt x="1314" y="10848"/>
                </a:lnTo>
                <a:lnTo>
                  <a:pt x="1797" y="11193"/>
                </a:lnTo>
                <a:lnTo>
                  <a:pt x="2419" y="11401"/>
                </a:lnTo>
                <a:lnTo>
                  <a:pt x="2972" y="11608"/>
                </a:lnTo>
                <a:lnTo>
                  <a:pt x="3594" y="11746"/>
                </a:lnTo>
                <a:lnTo>
                  <a:pt x="4285" y="11884"/>
                </a:lnTo>
                <a:lnTo>
                  <a:pt x="5045" y="11953"/>
                </a:lnTo>
                <a:lnTo>
                  <a:pt x="6495" y="12023"/>
                </a:lnTo>
                <a:lnTo>
                  <a:pt x="9466" y="12023"/>
                </a:lnTo>
                <a:lnTo>
                  <a:pt x="13128" y="11953"/>
                </a:lnTo>
                <a:lnTo>
                  <a:pt x="15270" y="11884"/>
                </a:lnTo>
                <a:lnTo>
                  <a:pt x="16030" y="11815"/>
                </a:lnTo>
                <a:lnTo>
                  <a:pt x="16583" y="11746"/>
                </a:lnTo>
                <a:lnTo>
                  <a:pt x="17412" y="11539"/>
                </a:lnTo>
                <a:lnTo>
                  <a:pt x="18172" y="11124"/>
                </a:lnTo>
                <a:lnTo>
                  <a:pt x="18862" y="10641"/>
                </a:lnTo>
                <a:lnTo>
                  <a:pt x="19208" y="10364"/>
                </a:lnTo>
                <a:lnTo>
                  <a:pt x="19484" y="10088"/>
                </a:lnTo>
                <a:lnTo>
                  <a:pt x="19761" y="9535"/>
                </a:lnTo>
                <a:lnTo>
                  <a:pt x="20037" y="8983"/>
                </a:lnTo>
                <a:lnTo>
                  <a:pt x="20037" y="8706"/>
                </a:lnTo>
                <a:lnTo>
                  <a:pt x="20037" y="8430"/>
                </a:lnTo>
                <a:lnTo>
                  <a:pt x="20037" y="8154"/>
                </a:lnTo>
                <a:lnTo>
                  <a:pt x="19899" y="7877"/>
                </a:lnTo>
                <a:lnTo>
                  <a:pt x="19761" y="7601"/>
                </a:lnTo>
                <a:lnTo>
                  <a:pt x="19553" y="7394"/>
                </a:lnTo>
                <a:lnTo>
                  <a:pt x="19139" y="7048"/>
                </a:lnTo>
                <a:lnTo>
                  <a:pt x="18586" y="6841"/>
                </a:lnTo>
                <a:lnTo>
                  <a:pt x="17964" y="6703"/>
                </a:lnTo>
                <a:lnTo>
                  <a:pt x="17273" y="6564"/>
                </a:lnTo>
                <a:lnTo>
                  <a:pt x="16168" y="6564"/>
                </a:lnTo>
                <a:lnTo>
                  <a:pt x="15823" y="6634"/>
                </a:lnTo>
                <a:lnTo>
                  <a:pt x="15477" y="6772"/>
                </a:lnTo>
                <a:lnTo>
                  <a:pt x="15201" y="6979"/>
                </a:lnTo>
                <a:lnTo>
                  <a:pt x="15408" y="6634"/>
                </a:lnTo>
                <a:lnTo>
                  <a:pt x="15615" y="6288"/>
                </a:lnTo>
                <a:lnTo>
                  <a:pt x="15823" y="5874"/>
                </a:lnTo>
                <a:lnTo>
                  <a:pt x="15892" y="5459"/>
                </a:lnTo>
                <a:lnTo>
                  <a:pt x="15892" y="5044"/>
                </a:lnTo>
                <a:lnTo>
                  <a:pt x="15823" y="4630"/>
                </a:lnTo>
                <a:lnTo>
                  <a:pt x="15684" y="4284"/>
                </a:lnTo>
                <a:lnTo>
                  <a:pt x="15477" y="3939"/>
                </a:lnTo>
                <a:lnTo>
                  <a:pt x="15063" y="3663"/>
                </a:lnTo>
                <a:lnTo>
                  <a:pt x="14648" y="3455"/>
                </a:lnTo>
                <a:lnTo>
                  <a:pt x="14233" y="3386"/>
                </a:lnTo>
                <a:lnTo>
                  <a:pt x="13750" y="3317"/>
                </a:lnTo>
                <a:lnTo>
                  <a:pt x="13197" y="3386"/>
                </a:lnTo>
                <a:lnTo>
                  <a:pt x="12575" y="3455"/>
                </a:lnTo>
                <a:lnTo>
                  <a:pt x="12092" y="3732"/>
                </a:lnTo>
                <a:lnTo>
                  <a:pt x="11815" y="3870"/>
                </a:lnTo>
                <a:lnTo>
                  <a:pt x="11608" y="4077"/>
                </a:lnTo>
                <a:lnTo>
                  <a:pt x="11608" y="3386"/>
                </a:lnTo>
                <a:lnTo>
                  <a:pt x="11470" y="2695"/>
                </a:lnTo>
                <a:lnTo>
                  <a:pt x="11194" y="2074"/>
                </a:lnTo>
                <a:lnTo>
                  <a:pt x="10848" y="1452"/>
                </a:lnTo>
                <a:lnTo>
                  <a:pt x="10572" y="1037"/>
                </a:lnTo>
                <a:lnTo>
                  <a:pt x="10157" y="692"/>
                </a:lnTo>
                <a:lnTo>
                  <a:pt x="9743" y="346"/>
                </a:lnTo>
                <a:lnTo>
                  <a:pt x="9259" y="139"/>
                </a:lnTo>
                <a:lnTo>
                  <a:pt x="8775" y="1"/>
                </a:lnTo>
                <a:close/>
              </a:path>
            </a:pathLst>
          </a:custGeom>
          <a:solidFill>
            <a:schemeClr val="accent4"/>
          </a:solidFill>
          <a:ln>
            <a:noFill/>
          </a:ln>
          <a:effectLst>
            <a:outerShdw blurRad="57150" algn="bl" rotWithShape="0">
              <a:schemeClr val="dk1">
                <a:alpha val="2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69"/>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90"/>
        <p:cNvGrpSpPr/>
        <p:nvPr/>
      </p:nvGrpSpPr>
      <p:grpSpPr>
        <a:xfrm>
          <a:off x="0" y="0"/>
          <a:ext cx="0" cy="0"/>
          <a:chOff x="0" y="0"/>
          <a:chExt cx="0" cy="0"/>
        </a:xfrm>
      </p:grpSpPr>
      <p:sp>
        <p:nvSpPr>
          <p:cNvPr id="91" name="Google Shape;91;p14"/>
          <p:cNvSpPr txBox="1">
            <a:spLocks noGrp="1"/>
          </p:cNvSpPr>
          <p:nvPr>
            <p:ph type="title"/>
          </p:nvPr>
        </p:nvSpPr>
        <p:spPr>
          <a:xfrm>
            <a:off x="2391900" y="3100288"/>
            <a:ext cx="4360200" cy="5319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92" name="Google Shape;92;p14"/>
          <p:cNvSpPr txBox="1">
            <a:spLocks noGrp="1"/>
          </p:cNvSpPr>
          <p:nvPr>
            <p:ph type="subTitle" idx="1"/>
          </p:nvPr>
        </p:nvSpPr>
        <p:spPr>
          <a:xfrm>
            <a:off x="1226400" y="1511313"/>
            <a:ext cx="6691200" cy="1478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3000"/>
              <a:buNone/>
              <a:defRPr sz="3000"/>
            </a:lvl1pPr>
            <a:lvl2pPr lvl="1" algn="ctr" rtl="0">
              <a:lnSpc>
                <a:spcPct val="100000"/>
              </a:lnSpc>
              <a:spcBef>
                <a:spcPts val="0"/>
              </a:spcBef>
              <a:spcAft>
                <a:spcPts val="0"/>
              </a:spcAft>
              <a:buSzPts val="3000"/>
              <a:buNone/>
              <a:defRPr sz="3000"/>
            </a:lvl2pPr>
            <a:lvl3pPr lvl="2" algn="ctr" rtl="0">
              <a:lnSpc>
                <a:spcPct val="100000"/>
              </a:lnSpc>
              <a:spcBef>
                <a:spcPts val="1600"/>
              </a:spcBef>
              <a:spcAft>
                <a:spcPts val="0"/>
              </a:spcAft>
              <a:buSzPts val="3000"/>
              <a:buNone/>
              <a:defRPr sz="3000"/>
            </a:lvl3pPr>
            <a:lvl4pPr lvl="3" algn="ctr" rtl="0">
              <a:lnSpc>
                <a:spcPct val="100000"/>
              </a:lnSpc>
              <a:spcBef>
                <a:spcPts val="1600"/>
              </a:spcBef>
              <a:spcAft>
                <a:spcPts val="0"/>
              </a:spcAft>
              <a:buSzPts val="3000"/>
              <a:buNone/>
              <a:defRPr sz="3000"/>
            </a:lvl4pPr>
            <a:lvl5pPr lvl="4" algn="ctr" rtl="0">
              <a:lnSpc>
                <a:spcPct val="100000"/>
              </a:lnSpc>
              <a:spcBef>
                <a:spcPts val="1600"/>
              </a:spcBef>
              <a:spcAft>
                <a:spcPts val="0"/>
              </a:spcAft>
              <a:buSzPts val="3000"/>
              <a:buNone/>
              <a:defRPr sz="3000"/>
            </a:lvl5pPr>
            <a:lvl6pPr lvl="5" algn="ctr" rtl="0">
              <a:lnSpc>
                <a:spcPct val="100000"/>
              </a:lnSpc>
              <a:spcBef>
                <a:spcPts val="1600"/>
              </a:spcBef>
              <a:spcAft>
                <a:spcPts val="0"/>
              </a:spcAft>
              <a:buSzPts val="3000"/>
              <a:buNone/>
              <a:defRPr sz="3000"/>
            </a:lvl6pPr>
            <a:lvl7pPr lvl="6" algn="ctr" rtl="0">
              <a:lnSpc>
                <a:spcPct val="100000"/>
              </a:lnSpc>
              <a:spcBef>
                <a:spcPts val="1600"/>
              </a:spcBef>
              <a:spcAft>
                <a:spcPts val="0"/>
              </a:spcAft>
              <a:buSzPts val="3000"/>
              <a:buNone/>
              <a:defRPr sz="3000"/>
            </a:lvl7pPr>
            <a:lvl8pPr lvl="7" algn="ctr" rtl="0">
              <a:lnSpc>
                <a:spcPct val="100000"/>
              </a:lnSpc>
              <a:spcBef>
                <a:spcPts val="1600"/>
              </a:spcBef>
              <a:spcAft>
                <a:spcPts val="0"/>
              </a:spcAft>
              <a:buSzPts val="3000"/>
              <a:buNone/>
              <a:defRPr sz="3000"/>
            </a:lvl8pPr>
            <a:lvl9pPr lvl="8" algn="ctr" rtl="0">
              <a:lnSpc>
                <a:spcPct val="100000"/>
              </a:lnSpc>
              <a:spcBef>
                <a:spcPts val="1600"/>
              </a:spcBef>
              <a:spcAft>
                <a:spcPts val="1600"/>
              </a:spcAft>
              <a:buSzPts val="3000"/>
              <a:buNone/>
              <a:defRPr sz="3000"/>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only 2">
  <p:cSld name="TITLE_ONLY_2">
    <p:spTree>
      <p:nvGrpSpPr>
        <p:cNvPr id="1" name="Shape 99"/>
        <p:cNvGrpSpPr/>
        <p:nvPr/>
      </p:nvGrpSpPr>
      <p:grpSpPr>
        <a:xfrm>
          <a:off x="0" y="0"/>
          <a:ext cx="0" cy="0"/>
          <a:chOff x="0" y="0"/>
          <a:chExt cx="0" cy="0"/>
        </a:xfrm>
      </p:grpSpPr>
      <p:sp>
        <p:nvSpPr>
          <p:cNvPr id="100" name="Google Shape;100;p1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01" name="Google Shape;101;p16"/>
          <p:cNvSpPr/>
          <p:nvPr/>
        </p:nvSpPr>
        <p:spPr>
          <a:xfrm flipH="1">
            <a:off x="8576836" y="1453036"/>
            <a:ext cx="475728" cy="285486"/>
          </a:xfrm>
          <a:custGeom>
            <a:avLst/>
            <a:gdLst/>
            <a:ahLst/>
            <a:cxnLst/>
            <a:rect l="l" t="t" r="r" b="b"/>
            <a:pathLst>
              <a:path w="20037" h="12023" extrusionOk="0">
                <a:moveTo>
                  <a:pt x="8223" y="1"/>
                </a:moveTo>
                <a:lnTo>
                  <a:pt x="7739" y="139"/>
                </a:lnTo>
                <a:lnTo>
                  <a:pt x="7324" y="415"/>
                </a:lnTo>
                <a:lnTo>
                  <a:pt x="7117" y="623"/>
                </a:lnTo>
                <a:lnTo>
                  <a:pt x="6979" y="830"/>
                </a:lnTo>
                <a:lnTo>
                  <a:pt x="6703" y="1245"/>
                </a:lnTo>
                <a:lnTo>
                  <a:pt x="6703" y="1521"/>
                </a:lnTo>
                <a:lnTo>
                  <a:pt x="6703" y="1797"/>
                </a:lnTo>
                <a:lnTo>
                  <a:pt x="6703" y="2074"/>
                </a:lnTo>
                <a:lnTo>
                  <a:pt x="6772" y="2281"/>
                </a:lnTo>
                <a:lnTo>
                  <a:pt x="6219" y="1866"/>
                </a:lnTo>
                <a:lnTo>
                  <a:pt x="5666" y="1521"/>
                </a:lnTo>
                <a:lnTo>
                  <a:pt x="5045" y="1245"/>
                </a:lnTo>
                <a:lnTo>
                  <a:pt x="4354" y="1106"/>
                </a:lnTo>
                <a:lnTo>
                  <a:pt x="3732" y="1037"/>
                </a:lnTo>
                <a:lnTo>
                  <a:pt x="3041" y="1106"/>
                </a:lnTo>
                <a:lnTo>
                  <a:pt x="2695" y="1245"/>
                </a:lnTo>
                <a:lnTo>
                  <a:pt x="2419" y="1383"/>
                </a:lnTo>
                <a:lnTo>
                  <a:pt x="2143" y="1590"/>
                </a:lnTo>
                <a:lnTo>
                  <a:pt x="1935" y="1797"/>
                </a:lnTo>
                <a:lnTo>
                  <a:pt x="1728" y="2074"/>
                </a:lnTo>
                <a:lnTo>
                  <a:pt x="1590" y="2419"/>
                </a:lnTo>
                <a:lnTo>
                  <a:pt x="1452" y="2695"/>
                </a:lnTo>
                <a:lnTo>
                  <a:pt x="1383" y="3041"/>
                </a:lnTo>
                <a:lnTo>
                  <a:pt x="1383" y="3663"/>
                </a:lnTo>
                <a:lnTo>
                  <a:pt x="1521" y="4354"/>
                </a:lnTo>
                <a:lnTo>
                  <a:pt x="1797" y="4975"/>
                </a:lnTo>
                <a:lnTo>
                  <a:pt x="2143" y="5528"/>
                </a:lnTo>
                <a:lnTo>
                  <a:pt x="2557" y="6012"/>
                </a:lnTo>
                <a:lnTo>
                  <a:pt x="2972" y="6495"/>
                </a:lnTo>
                <a:lnTo>
                  <a:pt x="1935" y="6495"/>
                </a:lnTo>
                <a:lnTo>
                  <a:pt x="1383" y="6564"/>
                </a:lnTo>
                <a:lnTo>
                  <a:pt x="899" y="6772"/>
                </a:lnTo>
                <a:lnTo>
                  <a:pt x="692" y="6910"/>
                </a:lnTo>
                <a:lnTo>
                  <a:pt x="485" y="7186"/>
                </a:lnTo>
                <a:lnTo>
                  <a:pt x="277" y="7394"/>
                </a:lnTo>
                <a:lnTo>
                  <a:pt x="139" y="7670"/>
                </a:lnTo>
                <a:lnTo>
                  <a:pt x="70" y="7946"/>
                </a:lnTo>
                <a:lnTo>
                  <a:pt x="1" y="8223"/>
                </a:lnTo>
                <a:lnTo>
                  <a:pt x="1" y="8568"/>
                </a:lnTo>
                <a:lnTo>
                  <a:pt x="1" y="8844"/>
                </a:lnTo>
                <a:lnTo>
                  <a:pt x="139" y="9466"/>
                </a:lnTo>
                <a:lnTo>
                  <a:pt x="485" y="9950"/>
                </a:lnTo>
                <a:lnTo>
                  <a:pt x="830" y="10433"/>
                </a:lnTo>
                <a:lnTo>
                  <a:pt x="1314" y="10848"/>
                </a:lnTo>
                <a:lnTo>
                  <a:pt x="1797" y="11193"/>
                </a:lnTo>
                <a:lnTo>
                  <a:pt x="2419" y="11401"/>
                </a:lnTo>
                <a:lnTo>
                  <a:pt x="2972" y="11608"/>
                </a:lnTo>
                <a:lnTo>
                  <a:pt x="3594" y="11746"/>
                </a:lnTo>
                <a:lnTo>
                  <a:pt x="4285" y="11884"/>
                </a:lnTo>
                <a:lnTo>
                  <a:pt x="5045" y="11953"/>
                </a:lnTo>
                <a:lnTo>
                  <a:pt x="6495" y="12023"/>
                </a:lnTo>
                <a:lnTo>
                  <a:pt x="9466" y="12023"/>
                </a:lnTo>
                <a:lnTo>
                  <a:pt x="13128" y="11953"/>
                </a:lnTo>
                <a:lnTo>
                  <a:pt x="15270" y="11884"/>
                </a:lnTo>
                <a:lnTo>
                  <a:pt x="16030" y="11815"/>
                </a:lnTo>
                <a:lnTo>
                  <a:pt x="16583" y="11746"/>
                </a:lnTo>
                <a:lnTo>
                  <a:pt x="17412" y="11539"/>
                </a:lnTo>
                <a:lnTo>
                  <a:pt x="18172" y="11124"/>
                </a:lnTo>
                <a:lnTo>
                  <a:pt x="18862" y="10641"/>
                </a:lnTo>
                <a:lnTo>
                  <a:pt x="19208" y="10364"/>
                </a:lnTo>
                <a:lnTo>
                  <a:pt x="19484" y="10088"/>
                </a:lnTo>
                <a:lnTo>
                  <a:pt x="19761" y="9535"/>
                </a:lnTo>
                <a:lnTo>
                  <a:pt x="20037" y="8983"/>
                </a:lnTo>
                <a:lnTo>
                  <a:pt x="20037" y="8706"/>
                </a:lnTo>
                <a:lnTo>
                  <a:pt x="20037" y="8430"/>
                </a:lnTo>
                <a:lnTo>
                  <a:pt x="20037" y="8154"/>
                </a:lnTo>
                <a:lnTo>
                  <a:pt x="19899" y="7877"/>
                </a:lnTo>
                <a:lnTo>
                  <a:pt x="19761" y="7601"/>
                </a:lnTo>
                <a:lnTo>
                  <a:pt x="19553" y="7394"/>
                </a:lnTo>
                <a:lnTo>
                  <a:pt x="19139" y="7048"/>
                </a:lnTo>
                <a:lnTo>
                  <a:pt x="18586" y="6841"/>
                </a:lnTo>
                <a:lnTo>
                  <a:pt x="17964" y="6703"/>
                </a:lnTo>
                <a:lnTo>
                  <a:pt x="17273" y="6564"/>
                </a:lnTo>
                <a:lnTo>
                  <a:pt x="16168" y="6564"/>
                </a:lnTo>
                <a:lnTo>
                  <a:pt x="15823" y="6634"/>
                </a:lnTo>
                <a:lnTo>
                  <a:pt x="15477" y="6772"/>
                </a:lnTo>
                <a:lnTo>
                  <a:pt x="15201" y="6979"/>
                </a:lnTo>
                <a:lnTo>
                  <a:pt x="15408" y="6634"/>
                </a:lnTo>
                <a:lnTo>
                  <a:pt x="15615" y="6288"/>
                </a:lnTo>
                <a:lnTo>
                  <a:pt x="15823" y="5874"/>
                </a:lnTo>
                <a:lnTo>
                  <a:pt x="15892" y="5459"/>
                </a:lnTo>
                <a:lnTo>
                  <a:pt x="15892" y="5044"/>
                </a:lnTo>
                <a:lnTo>
                  <a:pt x="15823" y="4630"/>
                </a:lnTo>
                <a:lnTo>
                  <a:pt x="15684" y="4284"/>
                </a:lnTo>
                <a:lnTo>
                  <a:pt x="15477" y="3939"/>
                </a:lnTo>
                <a:lnTo>
                  <a:pt x="15063" y="3663"/>
                </a:lnTo>
                <a:lnTo>
                  <a:pt x="14648" y="3455"/>
                </a:lnTo>
                <a:lnTo>
                  <a:pt x="14233" y="3386"/>
                </a:lnTo>
                <a:lnTo>
                  <a:pt x="13750" y="3317"/>
                </a:lnTo>
                <a:lnTo>
                  <a:pt x="13197" y="3386"/>
                </a:lnTo>
                <a:lnTo>
                  <a:pt x="12575" y="3455"/>
                </a:lnTo>
                <a:lnTo>
                  <a:pt x="12092" y="3732"/>
                </a:lnTo>
                <a:lnTo>
                  <a:pt x="11815" y="3870"/>
                </a:lnTo>
                <a:lnTo>
                  <a:pt x="11608" y="4077"/>
                </a:lnTo>
                <a:lnTo>
                  <a:pt x="11608" y="3386"/>
                </a:lnTo>
                <a:lnTo>
                  <a:pt x="11470" y="2695"/>
                </a:lnTo>
                <a:lnTo>
                  <a:pt x="11194" y="2074"/>
                </a:lnTo>
                <a:lnTo>
                  <a:pt x="10848" y="1452"/>
                </a:lnTo>
                <a:lnTo>
                  <a:pt x="10572" y="1037"/>
                </a:lnTo>
                <a:lnTo>
                  <a:pt x="10157" y="692"/>
                </a:lnTo>
                <a:lnTo>
                  <a:pt x="9743" y="346"/>
                </a:lnTo>
                <a:lnTo>
                  <a:pt x="9259" y="139"/>
                </a:lnTo>
                <a:lnTo>
                  <a:pt x="8775" y="1"/>
                </a:lnTo>
                <a:close/>
              </a:path>
            </a:pathLst>
          </a:custGeom>
          <a:solidFill>
            <a:schemeClr val="accent4"/>
          </a:solidFill>
          <a:ln>
            <a:noFill/>
          </a:ln>
          <a:effectLst>
            <a:outerShdw blurRad="57150" algn="bl" rotWithShape="0">
              <a:schemeClr val="dk1">
                <a:alpha val="2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16"/>
          <p:cNvSpPr/>
          <p:nvPr/>
        </p:nvSpPr>
        <p:spPr>
          <a:xfrm>
            <a:off x="132486" y="3435436"/>
            <a:ext cx="475728" cy="285486"/>
          </a:xfrm>
          <a:custGeom>
            <a:avLst/>
            <a:gdLst/>
            <a:ahLst/>
            <a:cxnLst/>
            <a:rect l="l" t="t" r="r" b="b"/>
            <a:pathLst>
              <a:path w="20037" h="12023" extrusionOk="0">
                <a:moveTo>
                  <a:pt x="8223" y="1"/>
                </a:moveTo>
                <a:lnTo>
                  <a:pt x="7739" y="139"/>
                </a:lnTo>
                <a:lnTo>
                  <a:pt x="7324" y="415"/>
                </a:lnTo>
                <a:lnTo>
                  <a:pt x="7117" y="623"/>
                </a:lnTo>
                <a:lnTo>
                  <a:pt x="6979" y="830"/>
                </a:lnTo>
                <a:lnTo>
                  <a:pt x="6703" y="1245"/>
                </a:lnTo>
                <a:lnTo>
                  <a:pt x="6703" y="1521"/>
                </a:lnTo>
                <a:lnTo>
                  <a:pt x="6703" y="1797"/>
                </a:lnTo>
                <a:lnTo>
                  <a:pt x="6703" y="2074"/>
                </a:lnTo>
                <a:lnTo>
                  <a:pt x="6772" y="2281"/>
                </a:lnTo>
                <a:lnTo>
                  <a:pt x="6219" y="1866"/>
                </a:lnTo>
                <a:lnTo>
                  <a:pt x="5666" y="1521"/>
                </a:lnTo>
                <a:lnTo>
                  <a:pt x="5045" y="1245"/>
                </a:lnTo>
                <a:lnTo>
                  <a:pt x="4354" y="1106"/>
                </a:lnTo>
                <a:lnTo>
                  <a:pt x="3732" y="1037"/>
                </a:lnTo>
                <a:lnTo>
                  <a:pt x="3041" y="1106"/>
                </a:lnTo>
                <a:lnTo>
                  <a:pt x="2695" y="1245"/>
                </a:lnTo>
                <a:lnTo>
                  <a:pt x="2419" y="1383"/>
                </a:lnTo>
                <a:lnTo>
                  <a:pt x="2143" y="1590"/>
                </a:lnTo>
                <a:lnTo>
                  <a:pt x="1935" y="1797"/>
                </a:lnTo>
                <a:lnTo>
                  <a:pt x="1728" y="2074"/>
                </a:lnTo>
                <a:lnTo>
                  <a:pt x="1590" y="2419"/>
                </a:lnTo>
                <a:lnTo>
                  <a:pt x="1452" y="2695"/>
                </a:lnTo>
                <a:lnTo>
                  <a:pt x="1383" y="3041"/>
                </a:lnTo>
                <a:lnTo>
                  <a:pt x="1383" y="3663"/>
                </a:lnTo>
                <a:lnTo>
                  <a:pt x="1521" y="4354"/>
                </a:lnTo>
                <a:lnTo>
                  <a:pt x="1797" y="4975"/>
                </a:lnTo>
                <a:lnTo>
                  <a:pt x="2143" y="5528"/>
                </a:lnTo>
                <a:lnTo>
                  <a:pt x="2557" y="6012"/>
                </a:lnTo>
                <a:lnTo>
                  <a:pt x="2972" y="6495"/>
                </a:lnTo>
                <a:lnTo>
                  <a:pt x="1935" y="6495"/>
                </a:lnTo>
                <a:lnTo>
                  <a:pt x="1383" y="6564"/>
                </a:lnTo>
                <a:lnTo>
                  <a:pt x="899" y="6772"/>
                </a:lnTo>
                <a:lnTo>
                  <a:pt x="692" y="6910"/>
                </a:lnTo>
                <a:lnTo>
                  <a:pt x="485" y="7186"/>
                </a:lnTo>
                <a:lnTo>
                  <a:pt x="277" y="7394"/>
                </a:lnTo>
                <a:lnTo>
                  <a:pt x="139" y="7670"/>
                </a:lnTo>
                <a:lnTo>
                  <a:pt x="70" y="7946"/>
                </a:lnTo>
                <a:lnTo>
                  <a:pt x="1" y="8223"/>
                </a:lnTo>
                <a:lnTo>
                  <a:pt x="1" y="8568"/>
                </a:lnTo>
                <a:lnTo>
                  <a:pt x="1" y="8844"/>
                </a:lnTo>
                <a:lnTo>
                  <a:pt x="139" y="9466"/>
                </a:lnTo>
                <a:lnTo>
                  <a:pt x="485" y="9950"/>
                </a:lnTo>
                <a:lnTo>
                  <a:pt x="830" y="10433"/>
                </a:lnTo>
                <a:lnTo>
                  <a:pt x="1314" y="10848"/>
                </a:lnTo>
                <a:lnTo>
                  <a:pt x="1797" y="11193"/>
                </a:lnTo>
                <a:lnTo>
                  <a:pt x="2419" y="11401"/>
                </a:lnTo>
                <a:lnTo>
                  <a:pt x="2972" y="11608"/>
                </a:lnTo>
                <a:lnTo>
                  <a:pt x="3594" y="11746"/>
                </a:lnTo>
                <a:lnTo>
                  <a:pt x="4285" y="11884"/>
                </a:lnTo>
                <a:lnTo>
                  <a:pt x="5045" y="11953"/>
                </a:lnTo>
                <a:lnTo>
                  <a:pt x="6495" y="12023"/>
                </a:lnTo>
                <a:lnTo>
                  <a:pt x="9466" y="12023"/>
                </a:lnTo>
                <a:lnTo>
                  <a:pt x="13128" y="11953"/>
                </a:lnTo>
                <a:lnTo>
                  <a:pt x="15270" y="11884"/>
                </a:lnTo>
                <a:lnTo>
                  <a:pt x="16030" y="11815"/>
                </a:lnTo>
                <a:lnTo>
                  <a:pt x="16583" y="11746"/>
                </a:lnTo>
                <a:lnTo>
                  <a:pt x="17412" y="11539"/>
                </a:lnTo>
                <a:lnTo>
                  <a:pt x="18172" y="11124"/>
                </a:lnTo>
                <a:lnTo>
                  <a:pt x="18862" y="10641"/>
                </a:lnTo>
                <a:lnTo>
                  <a:pt x="19208" y="10364"/>
                </a:lnTo>
                <a:lnTo>
                  <a:pt x="19484" y="10088"/>
                </a:lnTo>
                <a:lnTo>
                  <a:pt x="19761" y="9535"/>
                </a:lnTo>
                <a:lnTo>
                  <a:pt x="20037" y="8983"/>
                </a:lnTo>
                <a:lnTo>
                  <a:pt x="20037" y="8706"/>
                </a:lnTo>
                <a:lnTo>
                  <a:pt x="20037" y="8430"/>
                </a:lnTo>
                <a:lnTo>
                  <a:pt x="20037" y="8154"/>
                </a:lnTo>
                <a:lnTo>
                  <a:pt x="19899" y="7877"/>
                </a:lnTo>
                <a:lnTo>
                  <a:pt x="19761" y="7601"/>
                </a:lnTo>
                <a:lnTo>
                  <a:pt x="19553" y="7394"/>
                </a:lnTo>
                <a:lnTo>
                  <a:pt x="19139" y="7048"/>
                </a:lnTo>
                <a:lnTo>
                  <a:pt x="18586" y="6841"/>
                </a:lnTo>
                <a:lnTo>
                  <a:pt x="17964" y="6703"/>
                </a:lnTo>
                <a:lnTo>
                  <a:pt x="17273" y="6564"/>
                </a:lnTo>
                <a:lnTo>
                  <a:pt x="16168" y="6564"/>
                </a:lnTo>
                <a:lnTo>
                  <a:pt x="15823" y="6634"/>
                </a:lnTo>
                <a:lnTo>
                  <a:pt x="15477" y="6772"/>
                </a:lnTo>
                <a:lnTo>
                  <a:pt x="15201" y="6979"/>
                </a:lnTo>
                <a:lnTo>
                  <a:pt x="15408" y="6634"/>
                </a:lnTo>
                <a:lnTo>
                  <a:pt x="15615" y="6288"/>
                </a:lnTo>
                <a:lnTo>
                  <a:pt x="15823" y="5874"/>
                </a:lnTo>
                <a:lnTo>
                  <a:pt x="15892" y="5459"/>
                </a:lnTo>
                <a:lnTo>
                  <a:pt x="15892" y="5044"/>
                </a:lnTo>
                <a:lnTo>
                  <a:pt x="15823" y="4630"/>
                </a:lnTo>
                <a:lnTo>
                  <a:pt x="15684" y="4284"/>
                </a:lnTo>
                <a:lnTo>
                  <a:pt x="15477" y="3939"/>
                </a:lnTo>
                <a:lnTo>
                  <a:pt x="15063" y="3663"/>
                </a:lnTo>
                <a:lnTo>
                  <a:pt x="14648" y="3455"/>
                </a:lnTo>
                <a:lnTo>
                  <a:pt x="14233" y="3386"/>
                </a:lnTo>
                <a:lnTo>
                  <a:pt x="13750" y="3317"/>
                </a:lnTo>
                <a:lnTo>
                  <a:pt x="13197" y="3386"/>
                </a:lnTo>
                <a:lnTo>
                  <a:pt x="12575" y="3455"/>
                </a:lnTo>
                <a:lnTo>
                  <a:pt x="12092" y="3732"/>
                </a:lnTo>
                <a:lnTo>
                  <a:pt x="11815" y="3870"/>
                </a:lnTo>
                <a:lnTo>
                  <a:pt x="11608" y="4077"/>
                </a:lnTo>
                <a:lnTo>
                  <a:pt x="11608" y="3386"/>
                </a:lnTo>
                <a:lnTo>
                  <a:pt x="11470" y="2695"/>
                </a:lnTo>
                <a:lnTo>
                  <a:pt x="11194" y="2074"/>
                </a:lnTo>
                <a:lnTo>
                  <a:pt x="10848" y="1452"/>
                </a:lnTo>
                <a:lnTo>
                  <a:pt x="10572" y="1037"/>
                </a:lnTo>
                <a:lnTo>
                  <a:pt x="10157" y="692"/>
                </a:lnTo>
                <a:lnTo>
                  <a:pt x="9743" y="346"/>
                </a:lnTo>
                <a:lnTo>
                  <a:pt x="9259" y="139"/>
                </a:lnTo>
                <a:lnTo>
                  <a:pt x="8775" y="1"/>
                </a:lnTo>
                <a:close/>
              </a:path>
            </a:pathLst>
          </a:custGeom>
          <a:solidFill>
            <a:schemeClr val="accent4"/>
          </a:solidFill>
          <a:ln>
            <a:noFill/>
          </a:ln>
          <a:effectLst>
            <a:outerShdw blurRad="57150" algn="bl" rotWithShape="0">
              <a:schemeClr val="dk1">
                <a:alpha val="2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16"/>
          <p:cNvSpPr/>
          <p:nvPr/>
        </p:nvSpPr>
        <p:spPr>
          <a:xfrm flipH="1">
            <a:off x="4262636" y="4746761"/>
            <a:ext cx="475728" cy="285486"/>
          </a:xfrm>
          <a:custGeom>
            <a:avLst/>
            <a:gdLst/>
            <a:ahLst/>
            <a:cxnLst/>
            <a:rect l="l" t="t" r="r" b="b"/>
            <a:pathLst>
              <a:path w="20037" h="12023" extrusionOk="0">
                <a:moveTo>
                  <a:pt x="8223" y="1"/>
                </a:moveTo>
                <a:lnTo>
                  <a:pt x="7739" y="139"/>
                </a:lnTo>
                <a:lnTo>
                  <a:pt x="7324" y="415"/>
                </a:lnTo>
                <a:lnTo>
                  <a:pt x="7117" y="623"/>
                </a:lnTo>
                <a:lnTo>
                  <a:pt x="6979" y="830"/>
                </a:lnTo>
                <a:lnTo>
                  <a:pt x="6703" y="1245"/>
                </a:lnTo>
                <a:lnTo>
                  <a:pt x="6703" y="1521"/>
                </a:lnTo>
                <a:lnTo>
                  <a:pt x="6703" y="1797"/>
                </a:lnTo>
                <a:lnTo>
                  <a:pt x="6703" y="2074"/>
                </a:lnTo>
                <a:lnTo>
                  <a:pt x="6772" y="2281"/>
                </a:lnTo>
                <a:lnTo>
                  <a:pt x="6219" y="1866"/>
                </a:lnTo>
                <a:lnTo>
                  <a:pt x="5666" y="1521"/>
                </a:lnTo>
                <a:lnTo>
                  <a:pt x="5045" y="1245"/>
                </a:lnTo>
                <a:lnTo>
                  <a:pt x="4354" y="1106"/>
                </a:lnTo>
                <a:lnTo>
                  <a:pt x="3732" y="1037"/>
                </a:lnTo>
                <a:lnTo>
                  <a:pt x="3041" y="1106"/>
                </a:lnTo>
                <a:lnTo>
                  <a:pt x="2695" y="1245"/>
                </a:lnTo>
                <a:lnTo>
                  <a:pt x="2419" y="1383"/>
                </a:lnTo>
                <a:lnTo>
                  <a:pt x="2143" y="1590"/>
                </a:lnTo>
                <a:lnTo>
                  <a:pt x="1935" y="1797"/>
                </a:lnTo>
                <a:lnTo>
                  <a:pt x="1728" y="2074"/>
                </a:lnTo>
                <a:lnTo>
                  <a:pt x="1590" y="2419"/>
                </a:lnTo>
                <a:lnTo>
                  <a:pt x="1452" y="2695"/>
                </a:lnTo>
                <a:lnTo>
                  <a:pt x="1383" y="3041"/>
                </a:lnTo>
                <a:lnTo>
                  <a:pt x="1383" y="3663"/>
                </a:lnTo>
                <a:lnTo>
                  <a:pt x="1521" y="4354"/>
                </a:lnTo>
                <a:lnTo>
                  <a:pt x="1797" y="4975"/>
                </a:lnTo>
                <a:lnTo>
                  <a:pt x="2143" y="5528"/>
                </a:lnTo>
                <a:lnTo>
                  <a:pt x="2557" y="6012"/>
                </a:lnTo>
                <a:lnTo>
                  <a:pt x="2972" y="6495"/>
                </a:lnTo>
                <a:lnTo>
                  <a:pt x="1935" y="6495"/>
                </a:lnTo>
                <a:lnTo>
                  <a:pt x="1383" y="6564"/>
                </a:lnTo>
                <a:lnTo>
                  <a:pt x="899" y="6772"/>
                </a:lnTo>
                <a:lnTo>
                  <a:pt x="692" y="6910"/>
                </a:lnTo>
                <a:lnTo>
                  <a:pt x="485" y="7186"/>
                </a:lnTo>
                <a:lnTo>
                  <a:pt x="277" y="7394"/>
                </a:lnTo>
                <a:lnTo>
                  <a:pt x="139" y="7670"/>
                </a:lnTo>
                <a:lnTo>
                  <a:pt x="70" y="7946"/>
                </a:lnTo>
                <a:lnTo>
                  <a:pt x="1" y="8223"/>
                </a:lnTo>
                <a:lnTo>
                  <a:pt x="1" y="8568"/>
                </a:lnTo>
                <a:lnTo>
                  <a:pt x="1" y="8844"/>
                </a:lnTo>
                <a:lnTo>
                  <a:pt x="139" y="9466"/>
                </a:lnTo>
                <a:lnTo>
                  <a:pt x="485" y="9950"/>
                </a:lnTo>
                <a:lnTo>
                  <a:pt x="830" y="10433"/>
                </a:lnTo>
                <a:lnTo>
                  <a:pt x="1314" y="10848"/>
                </a:lnTo>
                <a:lnTo>
                  <a:pt x="1797" y="11193"/>
                </a:lnTo>
                <a:lnTo>
                  <a:pt x="2419" y="11401"/>
                </a:lnTo>
                <a:lnTo>
                  <a:pt x="2972" y="11608"/>
                </a:lnTo>
                <a:lnTo>
                  <a:pt x="3594" y="11746"/>
                </a:lnTo>
                <a:lnTo>
                  <a:pt x="4285" y="11884"/>
                </a:lnTo>
                <a:lnTo>
                  <a:pt x="5045" y="11953"/>
                </a:lnTo>
                <a:lnTo>
                  <a:pt x="6495" y="12023"/>
                </a:lnTo>
                <a:lnTo>
                  <a:pt x="9466" y="12023"/>
                </a:lnTo>
                <a:lnTo>
                  <a:pt x="13128" y="11953"/>
                </a:lnTo>
                <a:lnTo>
                  <a:pt x="15270" y="11884"/>
                </a:lnTo>
                <a:lnTo>
                  <a:pt x="16030" y="11815"/>
                </a:lnTo>
                <a:lnTo>
                  <a:pt x="16583" y="11746"/>
                </a:lnTo>
                <a:lnTo>
                  <a:pt x="17412" y="11539"/>
                </a:lnTo>
                <a:lnTo>
                  <a:pt x="18172" y="11124"/>
                </a:lnTo>
                <a:lnTo>
                  <a:pt x="18862" y="10641"/>
                </a:lnTo>
                <a:lnTo>
                  <a:pt x="19208" y="10364"/>
                </a:lnTo>
                <a:lnTo>
                  <a:pt x="19484" y="10088"/>
                </a:lnTo>
                <a:lnTo>
                  <a:pt x="19761" y="9535"/>
                </a:lnTo>
                <a:lnTo>
                  <a:pt x="20037" y="8983"/>
                </a:lnTo>
                <a:lnTo>
                  <a:pt x="20037" y="8706"/>
                </a:lnTo>
                <a:lnTo>
                  <a:pt x="20037" y="8430"/>
                </a:lnTo>
                <a:lnTo>
                  <a:pt x="20037" y="8154"/>
                </a:lnTo>
                <a:lnTo>
                  <a:pt x="19899" y="7877"/>
                </a:lnTo>
                <a:lnTo>
                  <a:pt x="19761" y="7601"/>
                </a:lnTo>
                <a:lnTo>
                  <a:pt x="19553" y="7394"/>
                </a:lnTo>
                <a:lnTo>
                  <a:pt x="19139" y="7048"/>
                </a:lnTo>
                <a:lnTo>
                  <a:pt x="18586" y="6841"/>
                </a:lnTo>
                <a:lnTo>
                  <a:pt x="17964" y="6703"/>
                </a:lnTo>
                <a:lnTo>
                  <a:pt x="17273" y="6564"/>
                </a:lnTo>
                <a:lnTo>
                  <a:pt x="16168" y="6564"/>
                </a:lnTo>
                <a:lnTo>
                  <a:pt x="15823" y="6634"/>
                </a:lnTo>
                <a:lnTo>
                  <a:pt x="15477" y="6772"/>
                </a:lnTo>
                <a:lnTo>
                  <a:pt x="15201" y="6979"/>
                </a:lnTo>
                <a:lnTo>
                  <a:pt x="15408" y="6634"/>
                </a:lnTo>
                <a:lnTo>
                  <a:pt x="15615" y="6288"/>
                </a:lnTo>
                <a:lnTo>
                  <a:pt x="15823" y="5874"/>
                </a:lnTo>
                <a:lnTo>
                  <a:pt x="15892" y="5459"/>
                </a:lnTo>
                <a:lnTo>
                  <a:pt x="15892" y="5044"/>
                </a:lnTo>
                <a:lnTo>
                  <a:pt x="15823" y="4630"/>
                </a:lnTo>
                <a:lnTo>
                  <a:pt x="15684" y="4284"/>
                </a:lnTo>
                <a:lnTo>
                  <a:pt x="15477" y="3939"/>
                </a:lnTo>
                <a:lnTo>
                  <a:pt x="15063" y="3663"/>
                </a:lnTo>
                <a:lnTo>
                  <a:pt x="14648" y="3455"/>
                </a:lnTo>
                <a:lnTo>
                  <a:pt x="14233" y="3386"/>
                </a:lnTo>
                <a:lnTo>
                  <a:pt x="13750" y="3317"/>
                </a:lnTo>
                <a:lnTo>
                  <a:pt x="13197" y="3386"/>
                </a:lnTo>
                <a:lnTo>
                  <a:pt x="12575" y="3455"/>
                </a:lnTo>
                <a:lnTo>
                  <a:pt x="12092" y="3732"/>
                </a:lnTo>
                <a:lnTo>
                  <a:pt x="11815" y="3870"/>
                </a:lnTo>
                <a:lnTo>
                  <a:pt x="11608" y="4077"/>
                </a:lnTo>
                <a:lnTo>
                  <a:pt x="11608" y="3386"/>
                </a:lnTo>
                <a:lnTo>
                  <a:pt x="11470" y="2695"/>
                </a:lnTo>
                <a:lnTo>
                  <a:pt x="11194" y="2074"/>
                </a:lnTo>
                <a:lnTo>
                  <a:pt x="10848" y="1452"/>
                </a:lnTo>
                <a:lnTo>
                  <a:pt x="10572" y="1037"/>
                </a:lnTo>
                <a:lnTo>
                  <a:pt x="10157" y="692"/>
                </a:lnTo>
                <a:lnTo>
                  <a:pt x="9743" y="346"/>
                </a:lnTo>
                <a:lnTo>
                  <a:pt x="9259" y="139"/>
                </a:lnTo>
                <a:lnTo>
                  <a:pt x="8775" y="1"/>
                </a:lnTo>
                <a:close/>
              </a:path>
            </a:pathLst>
          </a:custGeom>
          <a:solidFill>
            <a:schemeClr val="accent4"/>
          </a:solidFill>
          <a:ln>
            <a:noFill/>
          </a:ln>
          <a:effectLst>
            <a:outerShdw blurRad="57150" algn="bl" rotWithShape="0">
              <a:schemeClr val="dk1">
                <a:alpha val="2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16"/>
          <p:cNvSpPr/>
          <p:nvPr/>
        </p:nvSpPr>
        <p:spPr>
          <a:xfrm>
            <a:off x="4334136" y="60886"/>
            <a:ext cx="475728" cy="285486"/>
          </a:xfrm>
          <a:custGeom>
            <a:avLst/>
            <a:gdLst/>
            <a:ahLst/>
            <a:cxnLst/>
            <a:rect l="l" t="t" r="r" b="b"/>
            <a:pathLst>
              <a:path w="20037" h="12023" extrusionOk="0">
                <a:moveTo>
                  <a:pt x="8223" y="1"/>
                </a:moveTo>
                <a:lnTo>
                  <a:pt x="7739" y="139"/>
                </a:lnTo>
                <a:lnTo>
                  <a:pt x="7324" y="415"/>
                </a:lnTo>
                <a:lnTo>
                  <a:pt x="7117" y="623"/>
                </a:lnTo>
                <a:lnTo>
                  <a:pt x="6979" y="830"/>
                </a:lnTo>
                <a:lnTo>
                  <a:pt x="6703" y="1245"/>
                </a:lnTo>
                <a:lnTo>
                  <a:pt x="6703" y="1521"/>
                </a:lnTo>
                <a:lnTo>
                  <a:pt x="6703" y="1797"/>
                </a:lnTo>
                <a:lnTo>
                  <a:pt x="6703" y="2074"/>
                </a:lnTo>
                <a:lnTo>
                  <a:pt x="6772" y="2281"/>
                </a:lnTo>
                <a:lnTo>
                  <a:pt x="6219" y="1866"/>
                </a:lnTo>
                <a:lnTo>
                  <a:pt x="5666" y="1521"/>
                </a:lnTo>
                <a:lnTo>
                  <a:pt x="5045" y="1245"/>
                </a:lnTo>
                <a:lnTo>
                  <a:pt x="4354" y="1106"/>
                </a:lnTo>
                <a:lnTo>
                  <a:pt x="3732" y="1037"/>
                </a:lnTo>
                <a:lnTo>
                  <a:pt x="3041" y="1106"/>
                </a:lnTo>
                <a:lnTo>
                  <a:pt x="2695" y="1245"/>
                </a:lnTo>
                <a:lnTo>
                  <a:pt x="2419" y="1383"/>
                </a:lnTo>
                <a:lnTo>
                  <a:pt x="2143" y="1590"/>
                </a:lnTo>
                <a:lnTo>
                  <a:pt x="1935" y="1797"/>
                </a:lnTo>
                <a:lnTo>
                  <a:pt x="1728" y="2074"/>
                </a:lnTo>
                <a:lnTo>
                  <a:pt x="1590" y="2419"/>
                </a:lnTo>
                <a:lnTo>
                  <a:pt x="1452" y="2695"/>
                </a:lnTo>
                <a:lnTo>
                  <a:pt x="1383" y="3041"/>
                </a:lnTo>
                <a:lnTo>
                  <a:pt x="1383" y="3663"/>
                </a:lnTo>
                <a:lnTo>
                  <a:pt x="1521" y="4354"/>
                </a:lnTo>
                <a:lnTo>
                  <a:pt x="1797" y="4975"/>
                </a:lnTo>
                <a:lnTo>
                  <a:pt x="2143" y="5528"/>
                </a:lnTo>
                <a:lnTo>
                  <a:pt x="2557" y="6012"/>
                </a:lnTo>
                <a:lnTo>
                  <a:pt x="2972" y="6495"/>
                </a:lnTo>
                <a:lnTo>
                  <a:pt x="1935" y="6495"/>
                </a:lnTo>
                <a:lnTo>
                  <a:pt x="1383" y="6564"/>
                </a:lnTo>
                <a:lnTo>
                  <a:pt x="899" y="6772"/>
                </a:lnTo>
                <a:lnTo>
                  <a:pt x="692" y="6910"/>
                </a:lnTo>
                <a:lnTo>
                  <a:pt x="485" y="7186"/>
                </a:lnTo>
                <a:lnTo>
                  <a:pt x="277" y="7394"/>
                </a:lnTo>
                <a:lnTo>
                  <a:pt x="139" y="7670"/>
                </a:lnTo>
                <a:lnTo>
                  <a:pt x="70" y="7946"/>
                </a:lnTo>
                <a:lnTo>
                  <a:pt x="1" y="8223"/>
                </a:lnTo>
                <a:lnTo>
                  <a:pt x="1" y="8568"/>
                </a:lnTo>
                <a:lnTo>
                  <a:pt x="1" y="8844"/>
                </a:lnTo>
                <a:lnTo>
                  <a:pt x="139" y="9466"/>
                </a:lnTo>
                <a:lnTo>
                  <a:pt x="485" y="9950"/>
                </a:lnTo>
                <a:lnTo>
                  <a:pt x="830" y="10433"/>
                </a:lnTo>
                <a:lnTo>
                  <a:pt x="1314" y="10848"/>
                </a:lnTo>
                <a:lnTo>
                  <a:pt x="1797" y="11193"/>
                </a:lnTo>
                <a:lnTo>
                  <a:pt x="2419" y="11401"/>
                </a:lnTo>
                <a:lnTo>
                  <a:pt x="2972" y="11608"/>
                </a:lnTo>
                <a:lnTo>
                  <a:pt x="3594" y="11746"/>
                </a:lnTo>
                <a:lnTo>
                  <a:pt x="4285" y="11884"/>
                </a:lnTo>
                <a:lnTo>
                  <a:pt x="5045" y="11953"/>
                </a:lnTo>
                <a:lnTo>
                  <a:pt x="6495" y="12023"/>
                </a:lnTo>
                <a:lnTo>
                  <a:pt x="9466" y="12023"/>
                </a:lnTo>
                <a:lnTo>
                  <a:pt x="13128" y="11953"/>
                </a:lnTo>
                <a:lnTo>
                  <a:pt x="15270" y="11884"/>
                </a:lnTo>
                <a:lnTo>
                  <a:pt x="16030" y="11815"/>
                </a:lnTo>
                <a:lnTo>
                  <a:pt x="16583" y="11746"/>
                </a:lnTo>
                <a:lnTo>
                  <a:pt x="17412" y="11539"/>
                </a:lnTo>
                <a:lnTo>
                  <a:pt x="18172" y="11124"/>
                </a:lnTo>
                <a:lnTo>
                  <a:pt x="18862" y="10641"/>
                </a:lnTo>
                <a:lnTo>
                  <a:pt x="19208" y="10364"/>
                </a:lnTo>
                <a:lnTo>
                  <a:pt x="19484" y="10088"/>
                </a:lnTo>
                <a:lnTo>
                  <a:pt x="19761" y="9535"/>
                </a:lnTo>
                <a:lnTo>
                  <a:pt x="20037" y="8983"/>
                </a:lnTo>
                <a:lnTo>
                  <a:pt x="20037" y="8706"/>
                </a:lnTo>
                <a:lnTo>
                  <a:pt x="20037" y="8430"/>
                </a:lnTo>
                <a:lnTo>
                  <a:pt x="20037" y="8154"/>
                </a:lnTo>
                <a:lnTo>
                  <a:pt x="19899" y="7877"/>
                </a:lnTo>
                <a:lnTo>
                  <a:pt x="19761" y="7601"/>
                </a:lnTo>
                <a:lnTo>
                  <a:pt x="19553" y="7394"/>
                </a:lnTo>
                <a:lnTo>
                  <a:pt x="19139" y="7048"/>
                </a:lnTo>
                <a:lnTo>
                  <a:pt x="18586" y="6841"/>
                </a:lnTo>
                <a:lnTo>
                  <a:pt x="17964" y="6703"/>
                </a:lnTo>
                <a:lnTo>
                  <a:pt x="17273" y="6564"/>
                </a:lnTo>
                <a:lnTo>
                  <a:pt x="16168" y="6564"/>
                </a:lnTo>
                <a:lnTo>
                  <a:pt x="15823" y="6634"/>
                </a:lnTo>
                <a:lnTo>
                  <a:pt x="15477" y="6772"/>
                </a:lnTo>
                <a:lnTo>
                  <a:pt x="15201" y="6979"/>
                </a:lnTo>
                <a:lnTo>
                  <a:pt x="15408" y="6634"/>
                </a:lnTo>
                <a:lnTo>
                  <a:pt x="15615" y="6288"/>
                </a:lnTo>
                <a:lnTo>
                  <a:pt x="15823" y="5874"/>
                </a:lnTo>
                <a:lnTo>
                  <a:pt x="15892" y="5459"/>
                </a:lnTo>
                <a:lnTo>
                  <a:pt x="15892" y="5044"/>
                </a:lnTo>
                <a:lnTo>
                  <a:pt x="15823" y="4630"/>
                </a:lnTo>
                <a:lnTo>
                  <a:pt x="15684" y="4284"/>
                </a:lnTo>
                <a:lnTo>
                  <a:pt x="15477" y="3939"/>
                </a:lnTo>
                <a:lnTo>
                  <a:pt x="15063" y="3663"/>
                </a:lnTo>
                <a:lnTo>
                  <a:pt x="14648" y="3455"/>
                </a:lnTo>
                <a:lnTo>
                  <a:pt x="14233" y="3386"/>
                </a:lnTo>
                <a:lnTo>
                  <a:pt x="13750" y="3317"/>
                </a:lnTo>
                <a:lnTo>
                  <a:pt x="13197" y="3386"/>
                </a:lnTo>
                <a:lnTo>
                  <a:pt x="12575" y="3455"/>
                </a:lnTo>
                <a:lnTo>
                  <a:pt x="12092" y="3732"/>
                </a:lnTo>
                <a:lnTo>
                  <a:pt x="11815" y="3870"/>
                </a:lnTo>
                <a:lnTo>
                  <a:pt x="11608" y="4077"/>
                </a:lnTo>
                <a:lnTo>
                  <a:pt x="11608" y="3386"/>
                </a:lnTo>
                <a:lnTo>
                  <a:pt x="11470" y="2695"/>
                </a:lnTo>
                <a:lnTo>
                  <a:pt x="11194" y="2074"/>
                </a:lnTo>
                <a:lnTo>
                  <a:pt x="10848" y="1452"/>
                </a:lnTo>
                <a:lnTo>
                  <a:pt x="10572" y="1037"/>
                </a:lnTo>
                <a:lnTo>
                  <a:pt x="10157" y="692"/>
                </a:lnTo>
                <a:lnTo>
                  <a:pt x="9743" y="346"/>
                </a:lnTo>
                <a:lnTo>
                  <a:pt x="9259" y="139"/>
                </a:lnTo>
                <a:lnTo>
                  <a:pt x="8775" y="1"/>
                </a:lnTo>
                <a:close/>
              </a:path>
            </a:pathLst>
          </a:custGeom>
          <a:solidFill>
            <a:schemeClr val="accent4"/>
          </a:solidFill>
          <a:ln>
            <a:noFill/>
          </a:ln>
          <a:effectLst>
            <a:outerShdw blurRad="57150" algn="bl" rotWithShape="0">
              <a:schemeClr val="dk1">
                <a:alpha val="2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only 5">
  <p:cSld name="CUSTOM_6">
    <p:spTree>
      <p:nvGrpSpPr>
        <p:cNvPr id="1" name="Shape 123"/>
        <p:cNvGrpSpPr/>
        <p:nvPr/>
      </p:nvGrpSpPr>
      <p:grpSpPr>
        <a:xfrm>
          <a:off x="0" y="0"/>
          <a:ext cx="0" cy="0"/>
          <a:chOff x="0" y="0"/>
          <a:chExt cx="0" cy="0"/>
        </a:xfrm>
      </p:grpSpPr>
      <p:sp>
        <p:nvSpPr>
          <p:cNvPr id="124" name="Google Shape;124;p2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25" name="Google Shape;125;p20"/>
          <p:cNvSpPr/>
          <p:nvPr/>
        </p:nvSpPr>
        <p:spPr>
          <a:xfrm flipH="1">
            <a:off x="109186" y="1825524"/>
            <a:ext cx="475728" cy="285486"/>
          </a:xfrm>
          <a:custGeom>
            <a:avLst/>
            <a:gdLst/>
            <a:ahLst/>
            <a:cxnLst/>
            <a:rect l="l" t="t" r="r" b="b"/>
            <a:pathLst>
              <a:path w="20037" h="12023" extrusionOk="0">
                <a:moveTo>
                  <a:pt x="8223" y="1"/>
                </a:moveTo>
                <a:lnTo>
                  <a:pt x="7739" y="139"/>
                </a:lnTo>
                <a:lnTo>
                  <a:pt x="7324" y="415"/>
                </a:lnTo>
                <a:lnTo>
                  <a:pt x="7117" y="623"/>
                </a:lnTo>
                <a:lnTo>
                  <a:pt x="6979" y="830"/>
                </a:lnTo>
                <a:lnTo>
                  <a:pt x="6703" y="1245"/>
                </a:lnTo>
                <a:lnTo>
                  <a:pt x="6703" y="1521"/>
                </a:lnTo>
                <a:lnTo>
                  <a:pt x="6703" y="1797"/>
                </a:lnTo>
                <a:lnTo>
                  <a:pt x="6703" y="2074"/>
                </a:lnTo>
                <a:lnTo>
                  <a:pt x="6772" y="2281"/>
                </a:lnTo>
                <a:lnTo>
                  <a:pt x="6219" y="1866"/>
                </a:lnTo>
                <a:lnTo>
                  <a:pt x="5666" y="1521"/>
                </a:lnTo>
                <a:lnTo>
                  <a:pt x="5045" y="1245"/>
                </a:lnTo>
                <a:lnTo>
                  <a:pt x="4354" y="1106"/>
                </a:lnTo>
                <a:lnTo>
                  <a:pt x="3732" y="1037"/>
                </a:lnTo>
                <a:lnTo>
                  <a:pt x="3041" y="1106"/>
                </a:lnTo>
                <a:lnTo>
                  <a:pt x="2695" y="1245"/>
                </a:lnTo>
                <a:lnTo>
                  <a:pt x="2419" y="1383"/>
                </a:lnTo>
                <a:lnTo>
                  <a:pt x="2143" y="1590"/>
                </a:lnTo>
                <a:lnTo>
                  <a:pt x="1935" y="1797"/>
                </a:lnTo>
                <a:lnTo>
                  <a:pt x="1728" y="2074"/>
                </a:lnTo>
                <a:lnTo>
                  <a:pt x="1590" y="2419"/>
                </a:lnTo>
                <a:lnTo>
                  <a:pt x="1452" y="2695"/>
                </a:lnTo>
                <a:lnTo>
                  <a:pt x="1383" y="3041"/>
                </a:lnTo>
                <a:lnTo>
                  <a:pt x="1383" y="3663"/>
                </a:lnTo>
                <a:lnTo>
                  <a:pt x="1521" y="4354"/>
                </a:lnTo>
                <a:lnTo>
                  <a:pt x="1797" y="4975"/>
                </a:lnTo>
                <a:lnTo>
                  <a:pt x="2143" y="5528"/>
                </a:lnTo>
                <a:lnTo>
                  <a:pt x="2557" y="6012"/>
                </a:lnTo>
                <a:lnTo>
                  <a:pt x="2972" y="6495"/>
                </a:lnTo>
                <a:lnTo>
                  <a:pt x="1935" y="6495"/>
                </a:lnTo>
                <a:lnTo>
                  <a:pt x="1383" y="6564"/>
                </a:lnTo>
                <a:lnTo>
                  <a:pt x="899" y="6772"/>
                </a:lnTo>
                <a:lnTo>
                  <a:pt x="692" y="6910"/>
                </a:lnTo>
                <a:lnTo>
                  <a:pt x="485" y="7186"/>
                </a:lnTo>
                <a:lnTo>
                  <a:pt x="277" y="7394"/>
                </a:lnTo>
                <a:lnTo>
                  <a:pt x="139" y="7670"/>
                </a:lnTo>
                <a:lnTo>
                  <a:pt x="70" y="7946"/>
                </a:lnTo>
                <a:lnTo>
                  <a:pt x="1" y="8223"/>
                </a:lnTo>
                <a:lnTo>
                  <a:pt x="1" y="8568"/>
                </a:lnTo>
                <a:lnTo>
                  <a:pt x="1" y="8844"/>
                </a:lnTo>
                <a:lnTo>
                  <a:pt x="139" y="9466"/>
                </a:lnTo>
                <a:lnTo>
                  <a:pt x="485" y="9950"/>
                </a:lnTo>
                <a:lnTo>
                  <a:pt x="830" y="10433"/>
                </a:lnTo>
                <a:lnTo>
                  <a:pt x="1314" y="10848"/>
                </a:lnTo>
                <a:lnTo>
                  <a:pt x="1797" y="11193"/>
                </a:lnTo>
                <a:lnTo>
                  <a:pt x="2419" y="11401"/>
                </a:lnTo>
                <a:lnTo>
                  <a:pt x="2972" y="11608"/>
                </a:lnTo>
                <a:lnTo>
                  <a:pt x="3594" y="11746"/>
                </a:lnTo>
                <a:lnTo>
                  <a:pt x="4285" y="11884"/>
                </a:lnTo>
                <a:lnTo>
                  <a:pt x="5045" y="11953"/>
                </a:lnTo>
                <a:lnTo>
                  <a:pt x="6495" y="12023"/>
                </a:lnTo>
                <a:lnTo>
                  <a:pt x="9466" y="12023"/>
                </a:lnTo>
                <a:lnTo>
                  <a:pt x="13128" y="11953"/>
                </a:lnTo>
                <a:lnTo>
                  <a:pt x="15270" y="11884"/>
                </a:lnTo>
                <a:lnTo>
                  <a:pt x="16030" y="11815"/>
                </a:lnTo>
                <a:lnTo>
                  <a:pt x="16583" y="11746"/>
                </a:lnTo>
                <a:lnTo>
                  <a:pt x="17412" y="11539"/>
                </a:lnTo>
                <a:lnTo>
                  <a:pt x="18172" y="11124"/>
                </a:lnTo>
                <a:lnTo>
                  <a:pt x="18862" y="10641"/>
                </a:lnTo>
                <a:lnTo>
                  <a:pt x="19208" y="10364"/>
                </a:lnTo>
                <a:lnTo>
                  <a:pt x="19484" y="10088"/>
                </a:lnTo>
                <a:lnTo>
                  <a:pt x="19761" y="9535"/>
                </a:lnTo>
                <a:lnTo>
                  <a:pt x="20037" y="8983"/>
                </a:lnTo>
                <a:lnTo>
                  <a:pt x="20037" y="8706"/>
                </a:lnTo>
                <a:lnTo>
                  <a:pt x="20037" y="8430"/>
                </a:lnTo>
                <a:lnTo>
                  <a:pt x="20037" y="8154"/>
                </a:lnTo>
                <a:lnTo>
                  <a:pt x="19899" y="7877"/>
                </a:lnTo>
                <a:lnTo>
                  <a:pt x="19761" y="7601"/>
                </a:lnTo>
                <a:lnTo>
                  <a:pt x="19553" y="7394"/>
                </a:lnTo>
                <a:lnTo>
                  <a:pt x="19139" y="7048"/>
                </a:lnTo>
                <a:lnTo>
                  <a:pt x="18586" y="6841"/>
                </a:lnTo>
                <a:lnTo>
                  <a:pt x="17964" y="6703"/>
                </a:lnTo>
                <a:lnTo>
                  <a:pt x="17273" y="6564"/>
                </a:lnTo>
                <a:lnTo>
                  <a:pt x="16168" y="6564"/>
                </a:lnTo>
                <a:lnTo>
                  <a:pt x="15823" y="6634"/>
                </a:lnTo>
                <a:lnTo>
                  <a:pt x="15477" y="6772"/>
                </a:lnTo>
                <a:lnTo>
                  <a:pt x="15201" y="6979"/>
                </a:lnTo>
                <a:lnTo>
                  <a:pt x="15408" y="6634"/>
                </a:lnTo>
                <a:lnTo>
                  <a:pt x="15615" y="6288"/>
                </a:lnTo>
                <a:lnTo>
                  <a:pt x="15823" y="5874"/>
                </a:lnTo>
                <a:lnTo>
                  <a:pt x="15892" y="5459"/>
                </a:lnTo>
                <a:lnTo>
                  <a:pt x="15892" y="5044"/>
                </a:lnTo>
                <a:lnTo>
                  <a:pt x="15823" y="4630"/>
                </a:lnTo>
                <a:lnTo>
                  <a:pt x="15684" y="4284"/>
                </a:lnTo>
                <a:lnTo>
                  <a:pt x="15477" y="3939"/>
                </a:lnTo>
                <a:lnTo>
                  <a:pt x="15063" y="3663"/>
                </a:lnTo>
                <a:lnTo>
                  <a:pt x="14648" y="3455"/>
                </a:lnTo>
                <a:lnTo>
                  <a:pt x="14233" y="3386"/>
                </a:lnTo>
                <a:lnTo>
                  <a:pt x="13750" y="3317"/>
                </a:lnTo>
                <a:lnTo>
                  <a:pt x="13197" y="3386"/>
                </a:lnTo>
                <a:lnTo>
                  <a:pt x="12575" y="3455"/>
                </a:lnTo>
                <a:lnTo>
                  <a:pt x="12092" y="3732"/>
                </a:lnTo>
                <a:lnTo>
                  <a:pt x="11815" y="3870"/>
                </a:lnTo>
                <a:lnTo>
                  <a:pt x="11608" y="4077"/>
                </a:lnTo>
                <a:lnTo>
                  <a:pt x="11608" y="3386"/>
                </a:lnTo>
                <a:lnTo>
                  <a:pt x="11470" y="2695"/>
                </a:lnTo>
                <a:lnTo>
                  <a:pt x="11194" y="2074"/>
                </a:lnTo>
                <a:lnTo>
                  <a:pt x="10848" y="1452"/>
                </a:lnTo>
                <a:lnTo>
                  <a:pt x="10572" y="1037"/>
                </a:lnTo>
                <a:lnTo>
                  <a:pt x="10157" y="692"/>
                </a:lnTo>
                <a:lnTo>
                  <a:pt x="9743" y="346"/>
                </a:lnTo>
                <a:lnTo>
                  <a:pt x="9259" y="139"/>
                </a:lnTo>
                <a:lnTo>
                  <a:pt x="8775" y="1"/>
                </a:lnTo>
                <a:close/>
              </a:path>
            </a:pathLst>
          </a:custGeom>
          <a:solidFill>
            <a:schemeClr val="accent4"/>
          </a:solidFill>
          <a:ln>
            <a:noFill/>
          </a:ln>
          <a:effectLst>
            <a:outerShdw blurRad="57150" algn="bl" rotWithShape="0">
              <a:schemeClr val="dk1">
                <a:alpha val="2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20"/>
          <p:cNvSpPr/>
          <p:nvPr/>
        </p:nvSpPr>
        <p:spPr>
          <a:xfrm>
            <a:off x="8638161" y="2219036"/>
            <a:ext cx="475728" cy="285486"/>
          </a:xfrm>
          <a:custGeom>
            <a:avLst/>
            <a:gdLst/>
            <a:ahLst/>
            <a:cxnLst/>
            <a:rect l="l" t="t" r="r" b="b"/>
            <a:pathLst>
              <a:path w="20037" h="12023" extrusionOk="0">
                <a:moveTo>
                  <a:pt x="8223" y="1"/>
                </a:moveTo>
                <a:lnTo>
                  <a:pt x="7739" y="139"/>
                </a:lnTo>
                <a:lnTo>
                  <a:pt x="7324" y="415"/>
                </a:lnTo>
                <a:lnTo>
                  <a:pt x="7117" y="623"/>
                </a:lnTo>
                <a:lnTo>
                  <a:pt x="6979" y="830"/>
                </a:lnTo>
                <a:lnTo>
                  <a:pt x="6703" y="1245"/>
                </a:lnTo>
                <a:lnTo>
                  <a:pt x="6703" y="1521"/>
                </a:lnTo>
                <a:lnTo>
                  <a:pt x="6703" y="1797"/>
                </a:lnTo>
                <a:lnTo>
                  <a:pt x="6703" y="2074"/>
                </a:lnTo>
                <a:lnTo>
                  <a:pt x="6772" y="2281"/>
                </a:lnTo>
                <a:lnTo>
                  <a:pt x="6219" y="1866"/>
                </a:lnTo>
                <a:lnTo>
                  <a:pt x="5666" y="1521"/>
                </a:lnTo>
                <a:lnTo>
                  <a:pt x="5045" y="1245"/>
                </a:lnTo>
                <a:lnTo>
                  <a:pt x="4354" y="1106"/>
                </a:lnTo>
                <a:lnTo>
                  <a:pt x="3732" y="1037"/>
                </a:lnTo>
                <a:lnTo>
                  <a:pt x="3041" y="1106"/>
                </a:lnTo>
                <a:lnTo>
                  <a:pt x="2695" y="1245"/>
                </a:lnTo>
                <a:lnTo>
                  <a:pt x="2419" y="1383"/>
                </a:lnTo>
                <a:lnTo>
                  <a:pt x="2143" y="1590"/>
                </a:lnTo>
                <a:lnTo>
                  <a:pt x="1935" y="1797"/>
                </a:lnTo>
                <a:lnTo>
                  <a:pt x="1728" y="2074"/>
                </a:lnTo>
                <a:lnTo>
                  <a:pt x="1590" y="2419"/>
                </a:lnTo>
                <a:lnTo>
                  <a:pt x="1452" y="2695"/>
                </a:lnTo>
                <a:lnTo>
                  <a:pt x="1383" y="3041"/>
                </a:lnTo>
                <a:lnTo>
                  <a:pt x="1383" y="3663"/>
                </a:lnTo>
                <a:lnTo>
                  <a:pt x="1521" y="4354"/>
                </a:lnTo>
                <a:lnTo>
                  <a:pt x="1797" y="4975"/>
                </a:lnTo>
                <a:lnTo>
                  <a:pt x="2143" y="5528"/>
                </a:lnTo>
                <a:lnTo>
                  <a:pt x="2557" y="6012"/>
                </a:lnTo>
                <a:lnTo>
                  <a:pt x="2972" y="6495"/>
                </a:lnTo>
                <a:lnTo>
                  <a:pt x="1935" y="6495"/>
                </a:lnTo>
                <a:lnTo>
                  <a:pt x="1383" y="6564"/>
                </a:lnTo>
                <a:lnTo>
                  <a:pt x="899" y="6772"/>
                </a:lnTo>
                <a:lnTo>
                  <a:pt x="692" y="6910"/>
                </a:lnTo>
                <a:lnTo>
                  <a:pt x="485" y="7186"/>
                </a:lnTo>
                <a:lnTo>
                  <a:pt x="277" y="7394"/>
                </a:lnTo>
                <a:lnTo>
                  <a:pt x="139" y="7670"/>
                </a:lnTo>
                <a:lnTo>
                  <a:pt x="70" y="7946"/>
                </a:lnTo>
                <a:lnTo>
                  <a:pt x="1" y="8223"/>
                </a:lnTo>
                <a:lnTo>
                  <a:pt x="1" y="8568"/>
                </a:lnTo>
                <a:lnTo>
                  <a:pt x="1" y="8844"/>
                </a:lnTo>
                <a:lnTo>
                  <a:pt x="139" y="9466"/>
                </a:lnTo>
                <a:lnTo>
                  <a:pt x="485" y="9950"/>
                </a:lnTo>
                <a:lnTo>
                  <a:pt x="830" y="10433"/>
                </a:lnTo>
                <a:lnTo>
                  <a:pt x="1314" y="10848"/>
                </a:lnTo>
                <a:lnTo>
                  <a:pt x="1797" y="11193"/>
                </a:lnTo>
                <a:lnTo>
                  <a:pt x="2419" y="11401"/>
                </a:lnTo>
                <a:lnTo>
                  <a:pt x="2972" y="11608"/>
                </a:lnTo>
                <a:lnTo>
                  <a:pt x="3594" y="11746"/>
                </a:lnTo>
                <a:lnTo>
                  <a:pt x="4285" y="11884"/>
                </a:lnTo>
                <a:lnTo>
                  <a:pt x="5045" y="11953"/>
                </a:lnTo>
                <a:lnTo>
                  <a:pt x="6495" y="12023"/>
                </a:lnTo>
                <a:lnTo>
                  <a:pt x="9466" y="12023"/>
                </a:lnTo>
                <a:lnTo>
                  <a:pt x="13128" y="11953"/>
                </a:lnTo>
                <a:lnTo>
                  <a:pt x="15270" y="11884"/>
                </a:lnTo>
                <a:lnTo>
                  <a:pt x="16030" y="11815"/>
                </a:lnTo>
                <a:lnTo>
                  <a:pt x="16583" y="11746"/>
                </a:lnTo>
                <a:lnTo>
                  <a:pt x="17412" y="11539"/>
                </a:lnTo>
                <a:lnTo>
                  <a:pt x="18172" y="11124"/>
                </a:lnTo>
                <a:lnTo>
                  <a:pt x="18862" y="10641"/>
                </a:lnTo>
                <a:lnTo>
                  <a:pt x="19208" y="10364"/>
                </a:lnTo>
                <a:lnTo>
                  <a:pt x="19484" y="10088"/>
                </a:lnTo>
                <a:lnTo>
                  <a:pt x="19761" y="9535"/>
                </a:lnTo>
                <a:lnTo>
                  <a:pt x="20037" y="8983"/>
                </a:lnTo>
                <a:lnTo>
                  <a:pt x="20037" y="8706"/>
                </a:lnTo>
                <a:lnTo>
                  <a:pt x="20037" y="8430"/>
                </a:lnTo>
                <a:lnTo>
                  <a:pt x="20037" y="8154"/>
                </a:lnTo>
                <a:lnTo>
                  <a:pt x="19899" y="7877"/>
                </a:lnTo>
                <a:lnTo>
                  <a:pt x="19761" y="7601"/>
                </a:lnTo>
                <a:lnTo>
                  <a:pt x="19553" y="7394"/>
                </a:lnTo>
                <a:lnTo>
                  <a:pt x="19139" y="7048"/>
                </a:lnTo>
                <a:lnTo>
                  <a:pt x="18586" y="6841"/>
                </a:lnTo>
                <a:lnTo>
                  <a:pt x="17964" y="6703"/>
                </a:lnTo>
                <a:lnTo>
                  <a:pt x="17273" y="6564"/>
                </a:lnTo>
                <a:lnTo>
                  <a:pt x="16168" y="6564"/>
                </a:lnTo>
                <a:lnTo>
                  <a:pt x="15823" y="6634"/>
                </a:lnTo>
                <a:lnTo>
                  <a:pt x="15477" y="6772"/>
                </a:lnTo>
                <a:lnTo>
                  <a:pt x="15201" y="6979"/>
                </a:lnTo>
                <a:lnTo>
                  <a:pt x="15408" y="6634"/>
                </a:lnTo>
                <a:lnTo>
                  <a:pt x="15615" y="6288"/>
                </a:lnTo>
                <a:lnTo>
                  <a:pt x="15823" y="5874"/>
                </a:lnTo>
                <a:lnTo>
                  <a:pt x="15892" y="5459"/>
                </a:lnTo>
                <a:lnTo>
                  <a:pt x="15892" y="5044"/>
                </a:lnTo>
                <a:lnTo>
                  <a:pt x="15823" y="4630"/>
                </a:lnTo>
                <a:lnTo>
                  <a:pt x="15684" y="4284"/>
                </a:lnTo>
                <a:lnTo>
                  <a:pt x="15477" y="3939"/>
                </a:lnTo>
                <a:lnTo>
                  <a:pt x="15063" y="3663"/>
                </a:lnTo>
                <a:lnTo>
                  <a:pt x="14648" y="3455"/>
                </a:lnTo>
                <a:lnTo>
                  <a:pt x="14233" y="3386"/>
                </a:lnTo>
                <a:lnTo>
                  <a:pt x="13750" y="3317"/>
                </a:lnTo>
                <a:lnTo>
                  <a:pt x="13197" y="3386"/>
                </a:lnTo>
                <a:lnTo>
                  <a:pt x="12575" y="3455"/>
                </a:lnTo>
                <a:lnTo>
                  <a:pt x="12092" y="3732"/>
                </a:lnTo>
                <a:lnTo>
                  <a:pt x="11815" y="3870"/>
                </a:lnTo>
                <a:lnTo>
                  <a:pt x="11608" y="4077"/>
                </a:lnTo>
                <a:lnTo>
                  <a:pt x="11608" y="3386"/>
                </a:lnTo>
                <a:lnTo>
                  <a:pt x="11470" y="2695"/>
                </a:lnTo>
                <a:lnTo>
                  <a:pt x="11194" y="2074"/>
                </a:lnTo>
                <a:lnTo>
                  <a:pt x="10848" y="1452"/>
                </a:lnTo>
                <a:lnTo>
                  <a:pt x="10572" y="1037"/>
                </a:lnTo>
                <a:lnTo>
                  <a:pt x="10157" y="692"/>
                </a:lnTo>
                <a:lnTo>
                  <a:pt x="9743" y="346"/>
                </a:lnTo>
                <a:lnTo>
                  <a:pt x="9259" y="139"/>
                </a:lnTo>
                <a:lnTo>
                  <a:pt x="8775" y="1"/>
                </a:lnTo>
                <a:close/>
              </a:path>
            </a:pathLst>
          </a:custGeom>
          <a:solidFill>
            <a:schemeClr val="accent4"/>
          </a:solidFill>
          <a:ln>
            <a:noFill/>
          </a:ln>
          <a:effectLst>
            <a:outerShdw blurRad="57150" algn="bl" rotWithShape="0">
              <a:schemeClr val="dk1">
                <a:alpha val="2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20"/>
          <p:cNvSpPr/>
          <p:nvPr/>
        </p:nvSpPr>
        <p:spPr>
          <a:xfrm flipH="1">
            <a:off x="4253836" y="4768949"/>
            <a:ext cx="475728" cy="285486"/>
          </a:xfrm>
          <a:custGeom>
            <a:avLst/>
            <a:gdLst/>
            <a:ahLst/>
            <a:cxnLst/>
            <a:rect l="l" t="t" r="r" b="b"/>
            <a:pathLst>
              <a:path w="20037" h="12023" extrusionOk="0">
                <a:moveTo>
                  <a:pt x="8223" y="1"/>
                </a:moveTo>
                <a:lnTo>
                  <a:pt x="7739" y="139"/>
                </a:lnTo>
                <a:lnTo>
                  <a:pt x="7324" y="415"/>
                </a:lnTo>
                <a:lnTo>
                  <a:pt x="7117" y="623"/>
                </a:lnTo>
                <a:lnTo>
                  <a:pt x="6979" y="830"/>
                </a:lnTo>
                <a:lnTo>
                  <a:pt x="6703" y="1245"/>
                </a:lnTo>
                <a:lnTo>
                  <a:pt x="6703" y="1521"/>
                </a:lnTo>
                <a:lnTo>
                  <a:pt x="6703" y="1797"/>
                </a:lnTo>
                <a:lnTo>
                  <a:pt x="6703" y="2074"/>
                </a:lnTo>
                <a:lnTo>
                  <a:pt x="6772" y="2281"/>
                </a:lnTo>
                <a:lnTo>
                  <a:pt x="6219" y="1866"/>
                </a:lnTo>
                <a:lnTo>
                  <a:pt x="5666" y="1521"/>
                </a:lnTo>
                <a:lnTo>
                  <a:pt x="5045" y="1245"/>
                </a:lnTo>
                <a:lnTo>
                  <a:pt x="4354" y="1106"/>
                </a:lnTo>
                <a:lnTo>
                  <a:pt x="3732" y="1037"/>
                </a:lnTo>
                <a:lnTo>
                  <a:pt x="3041" y="1106"/>
                </a:lnTo>
                <a:lnTo>
                  <a:pt x="2695" y="1245"/>
                </a:lnTo>
                <a:lnTo>
                  <a:pt x="2419" y="1383"/>
                </a:lnTo>
                <a:lnTo>
                  <a:pt x="2143" y="1590"/>
                </a:lnTo>
                <a:lnTo>
                  <a:pt x="1935" y="1797"/>
                </a:lnTo>
                <a:lnTo>
                  <a:pt x="1728" y="2074"/>
                </a:lnTo>
                <a:lnTo>
                  <a:pt x="1590" y="2419"/>
                </a:lnTo>
                <a:lnTo>
                  <a:pt x="1452" y="2695"/>
                </a:lnTo>
                <a:lnTo>
                  <a:pt x="1383" y="3041"/>
                </a:lnTo>
                <a:lnTo>
                  <a:pt x="1383" y="3663"/>
                </a:lnTo>
                <a:lnTo>
                  <a:pt x="1521" y="4354"/>
                </a:lnTo>
                <a:lnTo>
                  <a:pt x="1797" y="4975"/>
                </a:lnTo>
                <a:lnTo>
                  <a:pt x="2143" y="5528"/>
                </a:lnTo>
                <a:lnTo>
                  <a:pt x="2557" y="6012"/>
                </a:lnTo>
                <a:lnTo>
                  <a:pt x="2972" y="6495"/>
                </a:lnTo>
                <a:lnTo>
                  <a:pt x="1935" y="6495"/>
                </a:lnTo>
                <a:lnTo>
                  <a:pt x="1383" y="6564"/>
                </a:lnTo>
                <a:lnTo>
                  <a:pt x="899" y="6772"/>
                </a:lnTo>
                <a:lnTo>
                  <a:pt x="692" y="6910"/>
                </a:lnTo>
                <a:lnTo>
                  <a:pt x="485" y="7186"/>
                </a:lnTo>
                <a:lnTo>
                  <a:pt x="277" y="7394"/>
                </a:lnTo>
                <a:lnTo>
                  <a:pt x="139" y="7670"/>
                </a:lnTo>
                <a:lnTo>
                  <a:pt x="70" y="7946"/>
                </a:lnTo>
                <a:lnTo>
                  <a:pt x="1" y="8223"/>
                </a:lnTo>
                <a:lnTo>
                  <a:pt x="1" y="8568"/>
                </a:lnTo>
                <a:lnTo>
                  <a:pt x="1" y="8844"/>
                </a:lnTo>
                <a:lnTo>
                  <a:pt x="139" y="9466"/>
                </a:lnTo>
                <a:lnTo>
                  <a:pt x="485" y="9950"/>
                </a:lnTo>
                <a:lnTo>
                  <a:pt x="830" y="10433"/>
                </a:lnTo>
                <a:lnTo>
                  <a:pt x="1314" y="10848"/>
                </a:lnTo>
                <a:lnTo>
                  <a:pt x="1797" y="11193"/>
                </a:lnTo>
                <a:lnTo>
                  <a:pt x="2419" y="11401"/>
                </a:lnTo>
                <a:lnTo>
                  <a:pt x="2972" y="11608"/>
                </a:lnTo>
                <a:lnTo>
                  <a:pt x="3594" y="11746"/>
                </a:lnTo>
                <a:lnTo>
                  <a:pt x="4285" y="11884"/>
                </a:lnTo>
                <a:lnTo>
                  <a:pt x="5045" y="11953"/>
                </a:lnTo>
                <a:lnTo>
                  <a:pt x="6495" y="12023"/>
                </a:lnTo>
                <a:lnTo>
                  <a:pt x="9466" y="12023"/>
                </a:lnTo>
                <a:lnTo>
                  <a:pt x="13128" y="11953"/>
                </a:lnTo>
                <a:lnTo>
                  <a:pt x="15270" y="11884"/>
                </a:lnTo>
                <a:lnTo>
                  <a:pt x="16030" y="11815"/>
                </a:lnTo>
                <a:lnTo>
                  <a:pt x="16583" y="11746"/>
                </a:lnTo>
                <a:lnTo>
                  <a:pt x="17412" y="11539"/>
                </a:lnTo>
                <a:lnTo>
                  <a:pt x="18172" y="11124"/>
                </a:lnTo>
                <a:lnTo>
                  <a:pt x="18862" y="10641"/>
                </a:lnTo>
                <a:lnTo>
                  <a:pt x="19208" y="10364"/>
                </a:lnTo>
                <a:lnTo>
                  <a:pt x="19484" y="10088"/>
                </a:lnTo>
                <a:lnTo>
                  <a:pt x="19761" y="9535"/>
                </a:lnTo>
                <a:lnTo>
                  <a:pt x="20037" y="8983"/>
                </a:lnTo>
                <a:lnTo>
                  <a:pt x="20037" y="8706"/>
                </a:lnTo>
                <a:lnTo>
                  <a:pt x="20037" y="8430"/>
                </a:lnTo>
                <a:lnTo>
                  <a:pt x="20037" y="8154"/>
                </a:lnTo>
                <a:lnTo>
                  <a:pt x="19899" y="7877"/>
                </a:lnTo>
                <a:lnTo>
                  <a:pt x="19761" y="7601"/>
                </a:lnTo>
                <a:lnTo>
                  <a:pt x="19553" y="7394"/>
                </a:lnTo>
                <a:lnTo>
                  <a:pt x="19139" y="7048"/>
                </a:lnTo>
                <a:lnTo>
                  <a:pt x="18586" y="6841"/>
                </a:lnTo>
                <a:lnTo>
                  <a:pt x="17964" y="6703"/>
                </a:lnTo>
                <a:lnTo>
                  <a:pt x="17273" y="6564"/>
                </a:lnTo>
                <a:lnTo>
                  <a:pt x="16168" y="6564"/>
                </a:lnTo>
                <a:lnTo>
                  <a:pt x="15823" y="6634"/>
                </a:lnTo>
                <a:lnTo>
                  <a:pt x="15477" y="6772"/>
                </a:lnTo>
                <a:lnTo>
                  <a:pt x="15201" y="6979"/>
                </a:lnTo>
                <a:lnTo>
                  <a:pt x="15408" y="6634"/>
                </a:lnTo>
                <a:lnTo>
                  <a:pt x="15615" y="6288"/>
                </a:lnTo>
                <a:lnTo>
                  <a:pt x="15823" y="5874"/>
                </a:lnTo>
                <a:lnTo>
                  <a:pt x="15892" y="5459"/>
                </a:lnTo>
                <a:lnTo>
                  <a:pt x="15892" y="5044"/>
                </a:lnTo>
                <a:lnTo>
                  <a:pt x="15823" y="4630"/>
                </a:lnTo>
                <a:lnTo>
                  <a:pt x="15684" y="4284"/>
                </a:lnTo>
                <a:lnTo>
                  <a:pt x="15477" y="3939"/>
                </a:lnTo>
                <a:lnTo>
                  <a:pt x="15063" y="3663"/>
                </a:lnTo>
                <a:lnTo>
                  <a:pt x="14648" y="3455"/>
                </a:lnTo>
                <a:lnTo>
                  <a:pt x="14233" y="3386"/>
                </a:lnTo>
                <a:lnTo>
                  <a:pt x="13750" y="3317"/>
                </a:lnTo>
                <a:lnTo>
                  <a:pt x="13197" y="3386"/>
                </a:lnTo>
                <a:lnTo>
                  <a:pt x="12575" y="3455"/>
                </a:lnTo>
                <a:lnTo>
                  <a:pt x="12092" y="3732"/>
                </a:lnTo>
                <a:lnTo>
                  <a:pt x="11815" y="3870"/>
                </a:lnTo>
                <a:lnTo>
                  <a:pt x="11608" y="4077"/>
                </a:lnTo>
                <a:lnTo>
                  <a:pt x="11608" y="3386"/>
                </a:lnTo>
                <a:lnTo>
                  <a:pt x="11470" y="2695"/>
                </a:lnTo>
                <a:lnTo>
                  <a:pt x="11194" y="2074"/>
                </a:lnTo>
                <a:lnTo>
                  <a:pt x="10848" y="1452"/>
                </a:lnTo>
                <a:lnTo>
                  <a:pt x="10572" y="1037"/>
                </a:lnTo>
                <a:lnTo>
                  <a:pt x="10157" y="692"/>
                </a:lnTo>
                <a:lnTo>
                  <a:pt x="9743" y="346"/>
                </a:lnTo>
                <a:lnTo>
                  <a:pt x="9259" y="139"/>
                </a:lnTo>
                <a:lnTo>
                  <a:pt x="8775" y="1"/>
                </a:lnTo>
                <a:close/>
              </a:path>
            </a:pathLst>
          </a:custGeom>
          <a:solidFill>
            <a:schemeClr val="accent4"/>
          </a:solidFill>
          <a:ln>
            <a:noFill/>
          </a:ln>
          <a:effectLst>
            <a:outerShdw blurRad="57150" algn="bl" rotWithShape="0">
              <a:schemeClr val="dk1">
                <a:alpha val="2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20"/>
          <p:cNvSpPr/>
          <p:nvPr/>
        </p:nvSpPr>
        <p:spPr>
          <a:xfrm flipH="1">
            <a:off x="4416211" y="99474"/>
            <a:ext cx="475728" cy="285486"/>
          </a:xfrm>
          <a:custGeom>
            <a:avLst/>
            <a:gdLst/>
            <a:ahLst/>
            <a:cxnLst/>
            <a:rect l="l" t="t" r="r" b="b"/>
            <a:pathLst>
              <a:path w="20037" h="12023" extrusionOk="0">
                <a:moveTo>
                  <a:pt x="8223" y="1"/>
                </a:moveTo>
                <a:lnTo>
                  <a:pt x="7739" y="139"/>
                </a:lnTo>
                <a:lnTo>
                  <a:pt x="7324" y="415"/>
                </a:lnTo>
                <a:lnTo>
                  <a:pt x="7117" y="623"/>
                </a:lnTo>
                <a:lnTo>
                  <a:pt x="6979" y="830"/>
                </a:lnTo>
                <a:lnTo>
                  <a:pt x="6703" y="1245"/>
                </a:lnTo>
                <a:lnTo>
                  <a:pt x="6703" y="1521"/>
                </a:lnTo>
                <a:lnTo>
                  <a:pt x="6703" y="1797"/>
                </a:lnTo>
                <a:lnTo>
                  <a:pt x="6703" y="2074"/>
                </a:lnTo>
                <a:lnTo>
                  <a:pt x="6772" y="2281"/>
                </a:lnTo>
                <a:lnTo>
                  <a:pt x="6219" y="1866"/>
                </a:lnTo>
                <a:lnTo>
                  <a:pt x="5666" y="1521"/>
                </a:lnTo>
                <a:lnTo>
                  <a:pt x="5045" y="1245"/>
                </a:lnTo>
                <a:lnTo>
                  <a:pt x="4354" y="1106"/>
                </a:lnTo>
                <a:lnTo>
                  <a:pt x="3732" y="1037"/>
                </a:lnTo>
                <a:lnTo>
                  <a:pt x="3041" y="1106"/>
                </a:lnTo>
                <a:lnTo>
                  <a:pt x="2695" y="1245"/>
                </a:lnTo>
                <a:lnTo>
                  <a:pt x="2419" y="1383"/>
                </a:lnTo>
                <a:lnTo>
                  <a:pt x="2143" y="1590"/>
                </a:lnTo>
                <a:lnTo>
                  <a:pt x="1935" y="1797"/>
                </a:lnTo>
                <a:lnTo>
                  <a:pt x="1728" y="2074"/>
                </a:lnTo>
                <a:lnTo>
                  <a:pt x="1590" y="2419"/>
                </a:lnTo>
                <a:lnTo>
                  <a:pt x="1452" y="2695"/>
                </a:lnTo>
                <a:lnTo>
                  <a:pt x="1383" y="3041"/>
                </a:lnTo>
                <a:lnTo>
                  <a:pt x="1383" y="3663"/>
                </a:lnTo>
                <a:lnTo>
                  <a:pt x="1521" y="4354"/>
                </a:lnTo>
                <a:lnTo>
                  <a:pt x="1797" y="4975"/>
                </a:lnTo>
                <a:lnTo>
                  <a:pt x="2143" y="5528"/>
                </a:lnTo>
                <a:lnTo>
                  <a:pt x="2557" y="6012"/>
                </a:lnTo>
                <a:lnTo>
                  <a:pt x="2972" y="6495"/>
                </a:lnTo>
                <a:lnTo>
                  <a:pt x="1935" y="6495"/>
                </a:lnTo>
                <a:lnTo>
                  <a:pt x="1383" y="6564"/>
                </a:lnTo>
                <a:lnTo>
                  <a:pt x="899" y="6772"/>
                </a:lnTo>
                <a:lnTo>
                  <a:pt x="692" y="6910"/>
                </a:lnTo>
                <a:lnTo>
                  <a:pt x="485" y="7186"/>
                </a:lnTo>
                <a:lnTo>
                  <a:pt x="277" y="7394"/>
                </a:lnTo>
                <a:lnTo>
                  <a:pt x="139" y="7670"/>
                </a:lnTo>
                <a:lnTo>
                  <a:pt x="70" y="7946"/>
                </a:lnTo>
                <a:lnTo>
                  <a:pt x="1" y="8223"/>
                </a:lnTo>
                <a:lnTo>
                  <a:pt x="1" y="8568"/>
                </a:lnTo>
                <a:lnTo>
                  <a:pt x="1" y="8844"/>
                </a:lnTo>
                <a:lnTo>
                  <a:pt x="139" y="9466"/>
                </a:lnTo>
                <a:lnTo>
                  <a:pt x="485" y="9950"/>
                </a:lnTo>
                <a:lnTo>
                  <a:pt x="830" y="10433"/>
                </a:lnTo>
                <a:lnTo>
                  <a:pt x="1314" y="10848"/>
                </a:lnTo>
                <a:lnTo>
                  <a:pt x="1797" y="11193"/>
                </a:lnTo>
                <a:lnTo>
                  <a:pt x="2419" y="11401"/>
                </a:lnTo>
                <a:lnTo>
                  <a:pt x="2972" y="11608"/>
                </a:lnTo>
                <a:lnTo>
                  <a:pt x="3594" y="11746"/>
                </a:lnTo>
                <a:lnTo>
                  <a:pt x="4285" y="11884"/>
                </a:lnTo>
                <a:lnTo>
                  <a:pt x="5045" y="11953"/>
                </a:lnTo>
                <a:lnTo>
                  <a:pt x="6495" y="12023"/>
                </a:lnTo>
                <a:lnTo>
                  <a:pt x="9466" y="12023"/>
                </a:lnTo>
                <a:lnTo>
                  <a:pt x="13128" y="11953"/>
                </a:lnTo>
                <a:lnTo>
                  <a:pt x="15270" y="11884"/>
                </a:lnTo>
                <a:lnTo>
                  <a:pt x="16030" y="11815"/>
                </a:lnTo>
                <a:lnTo>
                  <a:pt x="16583" y="11746"/>
                </a:lnTo>
                <a:lnTo>
                  <a:pt x="17412" y="11539"/>
                </a:lnTo>
                <a:lnTo>
                  <a:pt x="18172" y="11124"/>
                </a:lnTo>
                <a:lnTo>
                  <a:pt x="18862" y="10641"/>
                </a:lnTo>
                <a:lnTo>
                  <a:pt x="19208" y="10364"/>
                </a:lnTo>
                <a:lnTo>
                  <a:pt x="19484" y="10088"/>
                </a:lnTo>
                <a:lnTo>
                  <a:pt x="19761" y="9535"/>
                </a:lnTo>
                <a:lnTo>
                  <a:pt x="20037" y="8983"/>
                </a:lnTo>
                <a:lnTo>
                  <a:pt x="20037" y="8706"/>
                </a:lnTo>
                <a:lnTo>
                  <a:pt x="20037" y="8430"/>
                </a:lnTo>
                <a:lnTo>
                  <a:pt x="20037" y="8154"/>
                </a:lnTo>
                <a:lnTo>
                  <a:pt x="19899" y="7877"/>
                </a:lnTo>
                <a:lnTo>
                  <a:pt x="19761" y="7601"/>
                </a:lnTo>
                <a:lnTo>
                  <a:pt x="19553" y="7394"/>
                </a:lnTo>
                <a:lnTo>
                  <a:pt x="19139" y="7048"/>
                </a:lnTo>
                <a:lnTo>
                  <a:pt x="18586" y="6841"/>
                </a:lnTo>
                <a:lnTo>
                  <a:pt x="17964" y="6703"/>
                </a:lnTo>
                <a:lnTo>
                  <a:pt x="17273" y="6564"/>
                </a:lnTo>
                <a:lnTo>
                  <a:pt x="16168" y="6564"/>
                </a:lnTo>
                <a:lnTo>
                  <a:pt x="15823" y="6634"/>
                </a:lnTo>
                <a:lnTo>
                  <a:pt x="15477" y="6772"/>
                </a:lnTo>
                <a:lnTo>
                  <a:pt x="15201" y="6979"/>
                </a:lnTo>
                <a:lnTo>
                  <a:pt x="15408" y="6634"/>
                </a:lnTo>
                <a:lnTo>
                  <a:pt x="15615" y="6288"/>
                </a:lnTo>
                <a:lnTo>
                  <a:pt x="15823" y="5874"/>
                </a:lnTo>
                <a:lnTo>
                  <a:pt x="15892" y="5459"/>
                </a:lnTo>
                <a:lnTo>
                  <a:pt x="15892" y="5044"/>
                </a:lnTo>
                <a:lnTo>
                  <a:pt x="15823" y="4630"/>
                </a:lnTo>
                <a:lnTo>
                  <a:pt x="15684" y="4284"/>
                </a:lnTo>
                <a:lnTo>
                  <a:pt x="15477" y="3939"/>
                </a:lnTo>
                <a:lnTo>
                  <a:pt x="15063" y="3663"/>
                </a:lnTo>
                <a:lnTo>
                  <a:pt x="14648" y="3455"/>
                </a:lnTo>
                <a:lnTo>
                  <a:pt x="14233" y="3386"/>
                </a:lnTo>
                <a:lnTo>
                  <a:pt x="13750" y="3317"/>
                </a:lnTo>
                <a:lnTo>
                  <a:pt x="13197" y="3386"/>
                </a:lnTo>
                <a:lnTo>
                  <a:pt x="12575" y="3455"/>
                </a:lnTo>
                <a:lnTo>
                  <a:pt x="12092" y="3732"/>
                </a:lnTo>
                <a:lnTo>
                  <a:pt x="11815" y="3870"/>
                </a:lnTo>
                <a:lnTo>
                  <a:pt x="11608" y="4077"/>
                </a:lnTo>
                <a:lnTo>
                  <a:pt x="11608" y="3386"/>
                </a:lnTo>
                <a:lnTo>
                  <a:pt x="11470" y="2695"/>
                </a:lnTo>
                <a:lnTo>
                  <a:pt x="11194" y="2074"/>
                </a:lnTo>
                <a:lnTo>
                  <a:pt x="10848" y="1452"/>
                </a:lnTo>
                <a:lnTo>
                  <a:pt x="10572" y="1037"/>
                </a:lnTo>
                <a:lnTo>
                  <a:pt x="10157" y="692"/>
                </a:lnTo>
                <a:lnTo>
                  <a:pt x="9743" y="346"/>
                </a:lnTo>
                <a:lnTo>
                  <a:pt x="9259" y="139"/>
                </a:lnTo>
                <a:lnTo>
                  <a:pt x="8775" y="1"/>
                </a:lnTo>
                <a:close/>
              </a:path>
            </a:pathLst>
          </a:custGeom>
          <a:solidFill>
            <a:schemeClr val="accent4"/>
          </a:solidFill>
          <a:ln>
            <a:noFill/>
          </a:ln>
          <a:effectLst>
            <a:outerShdw blurRad="57150" algn="bl" rotWithShape="0">
              <a:schemeClr val="dk1">
                <a:alpha val="2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209"/>
        <p:cNvGrpSpPr/>
        <p:nvPr/>
      </p:nvGrpSpPr>
      <p:grpSpPr>
        <a:xfrm>
          <a:off x="0" y="0"/>
          <a:ext cx="0" cy="0"/>
          <a:chOff x="0" y="0"/>
          <a:chExt cx="0" cy="0"/>
        </a:xfrm>
      </p:grpSpPr>
      <p:sp>
        <p:nvSpPr>
          <p:cNvPr id="210" name="Google Shape;210;p25"/>
          <p:cNvSpPr/>
          <p:nvPr/>
        </p:nvSpPr>
        <p:spPr>
          <a:xfrm flipH="1">
            <a:off x="109186" y="1825524"/>
            <a:ext cx="475728" cy="285486"/>
          </a:xfrm>
          <a:custGeom>
            <a:avLst/>
            <a:gdLst/>
            <a:ahLst/>
            <a:cxnLst/>
            <a:rect l="l" t="t" r="r" b="b"/>
            <a:pathLst>
              <a:path w="20037" h="12023" extrusionOk="0">
                <a:moveTo>
                  <a:pt x="8223" y="1"/>
                </a:moveTo>
                <a:lnTo>
                  <a:pt x="7739" y="139"/>
                </a:lnTo>
                <a:lnTo>
                  <a:pt x="7324" y="415"/>
                </a:lnTo>
                <a:lnTo>
                  <a:pt x="7117" y="623"/>
                </a:lnTo>
                <a:lnTo>
                  <a:pt x="6979" y="830"/>
                </a:lnTo>
                <a:lnTo>
                  <a:pt x="6703" y="1245"/>
                </a:lnTo>
                <a:lnTo>
                  <a:pt x="6703" y="1521"/>
                </a:lnTo>
                <a:lnTo>
                  <a:pt x="6703" y="1797"/>
                </a:lnTo>
                <a:lnTo>
                  <a:pt x="6703" y="2074"/>
                </a:lnTo>
                <a:lnTo>
                  <a:pt x="6772" y="2281"/>
                </a:lnTo>
                <a:lnTo>
                  <a:pt x="6219" y="1866"/>
                </a:lnTo>
                <a:lnTo>
                  <a:pt x="5666" y="1521"/>
                </a:lnTo>
                <a:lnTo>
                  <a:pt x="5045" y="1245"/>
                </a:lnTo>
                <a:lnTo>
                  <a:pt x="4354" y="1106"/>
                </a:lnTo>
                <a:lnTo>
                  <a:pt x="3732" y="1037"/>
                </a:lnTo>
                <a:lnTo>
                  <a:pt x="3041" y="1106"/>
                </a:lnTo>
                <a:lnTo>
                  <a:pt x="2695" y="1245"/>
                </a:lnTo>
                <a:lnTo>
                  <a:pt x="2419" y="1383"/>
                </a:lnTo>
                <a:lnTo>
                  <a:pt x="2143" y="1590"/>
                </a:lnTo>
                <a:lnTo>
                  <a:pt x="1935" y="1797"/>
                </a:lnTo>
                <a:lnTo>
                  <a:pt x="1728" y="2074"/>
                </a:lnTo>
                <a:lnTo>
                  <a:pt x="1590" y="2419"/>
                </a:lnTo>
                <a:lnTo>
                  <a:pt x="1452" y="2695"/>
                </a:lnTo>
                <a:lnTo>
                  <a:pt x="1383" y="3041"/>
                </a:lnTo>
                <a:lnTo>
                  <a:pt x="1383" y="3663"/>
                </a:lnTo>
                <a:lnTo>
                  <a:pt x="1521" y="4354"/>
                </a:lnTo>
                <a:lnTo>
                  <a:pt x="1797" y="4975"/>
                </a:lnTo>
                <a:lnTo>
                  <a:pt x="2143" y="5528"/>
                </a:lnTo>
                <a:lnTo>
                  <a:pt x="2557" y="6012"/>
                </a:lnTo>
                <a:lnTo>
                  <a:pt x="2972" y="6495"/>
                </a:lnTo>
                <a:lnTo>
                  <a:pt x="1935" y="6495"/>
                </a:lnTo>
                <a:lnTo>
                  <a:pt x="1383" y="6564"/>
                </a:lnTo>
                <a:lnTo>
                  <a:pt x="899" y="6772"/>
                </a:lnTo>
                <a:lnTo>
                  <a:pt x="692" y="6910"/>
                </a:lnTo>
                <a:lnTo>
                  <a:pt x="485" y="7186"/>
                </a:lnTo>
                <a:lnTo>
                  <a:pt x="277" y="7394"/>
                </a:lnTo>
                <a:lnTo>
                  <a:pt x="139" y="7670"/>
                </a:lnTo>
                <a:lnTo>
                  <a:pt x="70" y="7946"/>
                </a:lnTo>
                <a:lnTo>
                  <a:pt x="1" y="8223"/>
                </a:lnTo>
                <a:lnTo>
                  <a:pt x="1" y="8568"/>
                </a:lnTo>
                <a:lnTo>
                  <a:pt x="1" y="8844"/>
                </a:lnTo>
                <a:lnTo>
                  <a:pt x="139" y="9466"/>
                </a:lnTo>
                <a:lnTo>
                  <a:pt x="485" y="9950"/>
                </a:lnTo>
                <a:lnTo>
                  <a:pt x="830" y="10433"/>
                </a:lnTo>
                <a:lnTo>
                  <a:pt x="1314" y="10848"/>
                </a:lnTo>
                <a:lnTo>
                  <a:pt x="1797" y="11193"/>
                </a:lnTo>
                <a:lnTo>
                  <a:pt x="2419" y="11401"/>
                </a:lnTo>
                <a:lnTo>
                  <a:pt x="2972" y="11608"/>
                </a:lnTo>
                <a:lnTo>
                  <a:pt x="3594" y="11746"/>
                </a:lnTo>
                <a:lnTo>
                  <a:pt x="4285" y="11884"/>
                </a:lnTo>
                <a:lnTo>
                  <a:pt x="5045" y="11953"/>
                </a:lnTo>
                <a:lnTo>
                  <a:pt x="6495" y="12023"/>
                </a:lnTo>
                <a:lnTo>
                  <a:pt x="9466" y="12023"/>
                </a:lnTo>
                <a:lnTo>
                  <a:pt x="13128" y="11953"/>
                </a:lnTo>
                <a:lnTo>
                  <a:pt x="15270" y="11884"/>
                </a:lnTo>
                <a:lnTo>
                  <a:pt x="16030" y="11815"/>
                </a:lnTo>
                <a:lnTo>
                  <a:pt x="16583" y="11746"/>
                </a:lnTo>
                <a:lnTo>
                  <a:pt x="17412" y="11539"/>
                </a:lnTo>
                <a:lnTo>
                  <a:pt x="18172" y="11124"/>
                </a:lnTo>
                <a:lnTo>
                  <a:pt x="18862" y="10641"/>
                </a:lnTo>
                <a:lnTo>
                  <a:pt x="19208" y="10364"/>
                </a:lnTo>
                <a:lnTo>
                  <a:pt x="19484" y="10088"/>
                </a:lnTo>
                <a:lnTo>
                  <a:pt x="19761" y="9535"/>
                </a:lnTo>
                <a:lnTo>
                  <a:pt x="20037" y="8983"/>
                </a:lnTo>
                <a:lnTo>
                  <a:pt x="20037" y="8706"/>
                </a:lnTo>
                <a:lnTo>
                  <a:pt x="20037" y="8430"/>
                </a:lnTo>
                <a:lnTo>
                  <a:pt x="20037" y="8154"/>
                </a:lnTo>
                <a:lnTo>
                  <a:pt x="19899" y="7877"/>
                </a:lnTo>
                <a:lnTo>
                  <a:pt x="19761" y="7601"/>
                </a:lnTo>
                <a:lnTo>
                  <a:pt x="19553" y="7394"/>
                </a:lnTo>
                <a:lnTo>
                  <a:pt x="19139" y="7048"/>
                </a:lnTo>
                <a:lnTo>
                  <a:pt x="18586" y="6841"/>
                </a:lnTo>
                <a:lnTo>
                  <a:pt x="17964" y="6703"/>
                </a:lnTo>
                <a:lnTo>
                  <a:pt x="17273" y="6564"/>
                </a:lnTo>
                <a:lnTo>
                  <a:pt x="16168" y="6564"/>
                </a:lnTo>
                <a:lnTo>
                  <a:pt x="15823" y="6634"/>
                </a:lnTo>
                <a:lnTo>
                  <a:pt x="15477" y="6772"/>
                </a:lnTo>
                <a:lnTo>
                  <a:pt x="15201" y="6979"/>
                </a:lnTo>
                <a:lnTo>
                  <a:pt x="15408" y="6634"/>
                </a:lnTo>
                <a:lnTo>
                  <a:pt x="15615" y="6288"/>
                </a:lnTo>
                <a:lnTo>
                  <a:pt x="15823" y="5874"/>
                </a:lnTo>
                <a:lnTo>
                  <a:pt x="15892" y="5459"/>
                </a:lnTo>
                <a:lnTo>
                  <a:pt x="15892" y="5044"/>
                </a:lnTo>
                <a:lnTo>
                  <a:pt x="15823" y="4630"/>
                </a:lnTo>
                <a:lnTo>
                  <a:pt x="15684" y="4284"/>
                </a:lnTo>
                <a:lnTo>
                  <a:pt x="15477" y="3939"/>
                </a:lnTo>
                <a:lnTo>
                  <a:pt x="15063" y="3663"/>
                </a:lnTo>
                <a:lnTo>
                  <a:pt x="14648" y="3455"/>
                </a:lnTo>
                <a:lnTo>
                  <a:pt x="14233" y="3386"/>
                </a:lnTo>
                <a:lnTo>
                  <a:pt x="13750" y="3317"/>
                </a:lnTo>
                <a:lnTo>
                  <a:pt x="13197" y="3386"/>
                </a:lnTo>
                <a:lnTo>
                  <a:pt x="12575" y="3455"/>
                </a:lnTo>
                <a:lnTo>
                  <a:pt x="12092" y="3732"/>
                </a:lnTo>
                <a:lnTo>
                  <a:pt x="11815" y="3870"/>
                </a:lnTo>
                <a:lnTo>
                  <a:pt x="11608" y="4077"/>
                </a:lnTo>
                <a:lnTo>
                  <a:pt x="11608" y="3386"/>
                </a:lnTo>
                <a:lnTo>
                  <a:pt x="11470" y="2695"/>
                </a:lnTo>
                <a:lnTo>
                  <a:pt x="11194" y="2074"/>
                </a:lnTo>
                <a:lnTo>
                  <a:pt x="10848" y="1452"/>
                </a:lnTo>
                <a:lnTo>
                  <a:pt x="10572" y="1037"/>
                </a:lnTo>
                <a:lnTo>
                  <a:pt x="10157" y="692"/>
                </a:lnTo>
                <a:lnTo>
                  <a:pt x="9743" y="346"/>
                </a:lnTo>
                <a:lnTo>
                  <a:pt x="9259" y="139"/>
                </a:lnTo>
                <a:lnTo>
                  <a:pt x="8775" y="1"/>
                </a:lnTo>
                <a:close/>
              </a:path>
            </a:pathLst>
          </a:custGeom>
          <a:solidFill>
            <a:schemeClr val="accent4"/>
          </a:solidFill>
          <a:ln>
            <a:noFill/>
          </a:ln>
          <a:effectLst>
            <a:outerShdw blurRad="57150" algn="bl" rotWithShape="0">
              <a:schemeClr val="dk1">
                <a:alpha val="2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25"/>
          <p:cNvSpPr/>
          <p:nvPr/>
        </p:nvSpPr>
        <p:spPr>
          <a:xfrm>
            <a:off x="8638161" y="2219036"/>
            <a:ext cx="475728" cy="285486"/>
          </a:xfrm>
          <a:custGeom>
            <a:avLst/>
            <a:gdLst/>
            <a:ahLst/>
            <a:cxnLst/>
            <a:rect l="l" t="t" r="r" b="b"/>
            <a:pathLst>
              <a:path w="20037" h="12023" extrusionOk="0">
                <a:moveTo>
                  <a:pt x="8223" y="1"/>
                </a:moveTo>
                <a:lnTo>
                  <a:pt x="7739" y="139"/>
                </a:lnTo>
                <a:lnTo>
                  <a:pt x="7324" y="415"/>
                </a:lnTo>
                <a:lnTo>
                  <a:pt x="7117" y="623"/>
                </a:lnTo>
                <a:lnTo>
                  <a:pt x="6979" y="830"/>
                </a:lnTo>
                <a:lnTo>
                  <a:pt x="6703" y="1245"/>
                </a:lnTo>
                <a:lnTo>
                  <a:pt x="6703" y="1521"/>
                </a:lnTo>
                <a:lnTo>
                  <a:pt x="6703" y="1797"/>
                </a:lnTo>
                <a:lnTo>
                  <a:pt x="6703" y="2074"/>
                </a:lnTo>
                <a:lnTo>
                  <a:pt x="6772" y="2281"/>
                </a:lnTo>
                <a:lnTo>
                  <a:pt x="6219" y="1866"/>
                </a:lnTo>
                <a:lnTo>
                  <a:pt x="5666" y="1521"/>
                </a:lnTo>
                <a:lnTo>
                  <a:pt x="5045" y="1245"/>
                </a:lnTo>
                <a:lnTo>
                  <a:pt x="4354" y="1106"/>
                </a:lnTo>
                <a:lnTo>
                  <a:pt x="3732" y="1037"/>
                </a:lnTo>
                <a:lnTo>
                  <a:pt x="3041" y="1106"/>
                </a:lnTo>
                <a:lnTo>
                  <a:pt x="2695" y="1245"/>
                </a:lnTo>
                <a:lnTo>
                  <a:pt x="2419" y="1383"/>
                </a:lnTo>
                <a:lnTo>
                  <a:pt x="2143" y="1590"/>
                </a:lnTo>
                <a:lnTo>
                  <a:pt x="1935" y="1797"/>
                </a:lnTo>
                <a:lnTo>
                  <a:pt x="1728" y="2074"/>
                </a:lnTo>
                <a:lnTo>
                  <a:pt x="1590" y="2419"/>
                </a:lnTo>
                <a:lnTo>
                  <a:pt x="1452" y="2695"/>
                </a:lnTo>
                <a:lnTo>
                  <a:pt x="1383" y="3041"/>
                </a:lnTo>
                <a:lnTo>
                  <a:pt x="1383" y="3663"/>
                </a:lnTo>
                <a:lnTo>
                  <a:pt x="1521" y="4354"/>
                </a:lnTo>
                <a:lnTo>
                  <a:pt x="1797" y="4975"/>
                </a:lnTo>
                <a:lnTo>
                  <a:pt x="2143" y="5528"/>
                </a:lnTo>
                <a:lnTo>
                  <a:pt x="2557" y="6012"/>
                </a:lnTo>
                <a:lnTo>
                  <a:pt x="2972" y="6495"/>
                </a:lnTo>
                <a:lnTo>
                  <a:pt x="1935" y="6495"/>
                </a:lnTo>
                <a:lnTo>
                  <a:pt x="1383" y="6564"/>
                </a:lnTo>
                <a:lnTo>
                  <a:pt x="899" y="6772"/>
                </a:lnTo>
                <a:lnTo>
                  <a:pt x="692" y="6910"/>
                </a:lnTo>
                <a:lnTo>
                  <a:pt x="485" y="7186"/>
                </a:lnTo>
                <a:lnTo>
                  <a:pt x="277" y="7394"/>
                </a:lnTo>
                <a:lnTo>
                  <a:pt x="139" y="7670"/>
                </a:lnTo>
                <a:lnTo>
                  <a:pt x="70" y="7946"/>
                </a:lnTo>
                <a:lnTo>
                  <a:pt x="1" y="8223"/>
                </a:lnTo>
                <a:lnTo>
                  <a:pt x="1" y="8568"/>
                </a:lnTo>
                <a:lnTo>
                  <a:pt x="1" y="8844"/>
                </a:lnTo>
                <a:lnTo>
                  <a:pt x="139" y="9466"/>
                </a:lnTo>
                <a:lnTo>
                  <a:pt x="485" y="9950"/>
                </a:lnTo>
                <a:lnTo>
                  <a:pt x="830" y="10433"/>
                </a:lnTo>
                <a:lnTo>
                  <a:pt x="1314" y="10848"/>
                </a:lnTo>
                <a:lnTo>
                  <a:pt x="1797" y="11193"/>
                </a:lnTo>
                <a:lnTo>
                  <a:pt x="2419" y="11401"/>
                </a:lnTo>
                <a:lnTo>
                  <a:pt x="2972" y="11608"/>
                </a:lnTo>
                <a:lnTo>
                  <a:pt x="3594" y="11746"/>
                </a:lnTo>
                <a:lnTo>
                  <a:pt x="4285" y="11884"/>
                </a:lnTo>
                <a:lnTo>
                  <a:pt x="5045" y="11953"/>
                </a:lnTo>
                <a:lnTo>
                  <a:pt x="6495" y="12023"/>
                </a:lnTo>
                <a:lnTo>
                  <a:pt x="9466" y="12023"/>
                </a:lnTo>
                <a:lnTo>
                  <a:pt x="13128" y="11953"/>
                </a:lnTo>
                <a:lnTo>
                  <a:pt x="15270" y="11884"/>
                </a:lnTo>
                <a:lnTo>
                  <a:pt x="16030" y="11815"/>
                </a:lnTo>
                <a:lnTo>
                  <a:pt x="16583" y="11746"/>
                </a:lnTo>
                <a:lnTo>
                  <a:pt x="17412" y="11539"/>
                </a:lnTo>
                <a:lnTo>
                  <a:pt x="18172" y="11124"/>
                </a:lnTo>
                <a:lnTo>
                  <a:pt x="18862" y="10641"/>
                </a:lnTo>
                <a:lnTo>
                  <a:pt x="19208" y="10364"/>
                </a:lnTo>
                <a:lnTo>
                  <a:pt x="19484" y="10088"/>
                </a:lnTo>
                <a:lnTo>
                  <a:pt x="19761" y="9535"/>
                </a:lnTo>
                <a:lnTo>
                  <a:pt x="20037" y="8983"/>
                </a:lnTo>
                <a:lnTo>
                  <a:pt x="20037" y="8706"/>
                </a:lnTo>
                <a:lnTo>
                  <a:pt x="20037" y="8430"/>
                </a:lnTo>
                <a:lnTo>
                  <a:pt x="20037" y="8154"/>
                </a:lnTo>
                <a:lnTo>
                  <a:pt x="19899" y="7877"/>
                </a:lnTo>
                <a:lnTo>
                  <a:pt x="19761" y="7601"/>
                </a:lnTo>
                <a:lnTo>
                  <a:pt x="19553" y="7394"/>
                </a:lnTo>
                <a:lnTo>
                  <a:pt x="19139" y="7048"/>
                </a:lnTo>
                <a:lnTo>
                  <a:pt x="18586" y="6841"/>
                </a:lnTo>
                <a:lnTo>
                  <a:pt x="17964" y="6703"/>
                </a:lnTo>
                <a:lnTo>
                  <a:pt x="17273" y="6564"/>
                </a:lnTo>
                <a:lnTo>
                  <a:pt x="16168" y="6564"/>
                </a:lnTo>
                <a:lnTo>
                  <a:pt x="15823" y="6634"/>
                </a:lnTo>
                <a:lnTo>
                  <a:pt x="15477" y="6772"/>
                </a:lnTo>
                <a:lnTo>
                  <a:pt x="15201" y="6979"/>
                </a:lnTo>
                <a:lnTo>
                  <a:pt x="15408" y="6634"/>
                </a:lnTo>
                <a:lnTo>
                  <a:pt x="15615" y="6288"/>
                </a:lnTo>
                <a:lnTo>
                  <a:pt x="15823" y="5874"/>
                </a:lnTo>
                <a:lnTo>
                  <a:pt x="15892" y="5459"/>
                </a:lnTo>
                <a:lnTo>
                  <a:pt x="15892" y="5044"/>
                </a:lnTo>
                <a:lnTo>
                  <a:pt x="15823" y="4630"/>
                </a:lnTo>
                <a:lnTo>
                  <a:pt x="15684" y="4284"/>
                </a:lnTo>
                <a:lnTo>
                  <a:pt x="15477" y="3939"/>
                </a:lnTo>
                <a:lnTo>
                  <a:pt x="15063" y="3663"/>
                </a:lnTo>
                <a:lnTo>
                  <a:pt x="14648" y="3455"/>
                </a:lnTo>
                <a:lnTo>
                  <a:pt x="14233" y="3386"/>
                </a:lnTo>
                <a:lnTo>
                  <a:pt x="13750" y="3317"/>
                </a:lnTo>
                <a:lnTo>
                  <a:pt x="13197" y="3386"/>
                </a:lnTo>
                <a:lnTo>
                  <a:pt x="12575" y="3455"/>
                </a:lnTo>
                <a:lnTo>
                  <a:pt x="12092" y="3732"/>
                </a:lnTo>
                <a:lnTo>
                  <a:pt x="11815" y="3870"/>
                </a:lnTo>
                <a:lnTo>
                  <a:pt x="11608" y="4077"/>
                </a:lnTo>
                <a:lnTo>
                  <a:pt x="11608" y="3386"/>
                </a:lnTo>
                <a:lnTo>
                  <a:pt x="11470" y="2695"/>
                </a:lnTo>
                <a:lnTo>
                  <a:pt x="11194" y="2074"/>
                </a:lnTo>
                <a:lnTo>
                  <a:pt x="10848" y="1452"/>
                </a:lnTo>
                <a:lnTo>
                  <a:pt x="10572" y="1037"/>
                </a:lnTo>
                <a:lnTo>
                  <a:pt x="10157" y="692"/>
                </a:lnTo>
                <a:lnTo>
                  <a:pt x="9743" y="346"/>
                </a:lnTo>
                <a:lnTo>
                  <a:pt x="9259" y="139"/>
                </a:lnTo>
                <a:lnTo>
                  <a:pt x="8775" y="1"/>
                </a:lnTo>
                <a:close/>
              </a:path>
            </a:pathLst>
          </a:custGeom>
          <a:solidFill>
            <a:schemeClr val="accent4"/>
          </a:solidFill>
          <a:ln>
            <a:noFill/>
          </a:ln>
          <a:effectLst>
            <a:outerShdw blurRad="57150" algn="bl" rotWithShape="0">
              <a:schemeClr val="dk1">
                <a:alpha val="2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25"/>
          <p:cNvSpPr/>
          <p:nvPr/>
        </p:nvSpPr>
        <p:spPr>
          <a:xfrm flipH="1">
            <a:off x="4253836" y="4768949"/>
            <a:ext cx="475728" cy="285486"/>
          </a:xfrm>
          <a:custGeom>
            <a:avLst/>
            <a:gdLst/>
            <a:ahLst/>
            <a:cxnLst/>
            <a:rect l="l" t="t" r="r" b="b"/>
            <a:pathLst>
              <a:path w="20037" h="12023" extrusionOk="0">
                <a:moveTo>
                  <a:pt x="8223" y="1"/>
                </a:moveTo>
                <a:lnTo>
                  <a:pt x="7739" y="139"/>
                </a:lnTo>
                <a:lnTo>
                  <a:pt x="7324" y="415"/>
                </a:lnTo>
                <a:lnTo>
                  <a:pt x="7117" y="623"/>
                </a:lnTo>
                <a:lnTo>
                  <a:pt x="6979" y="830"/>
                </a:lnTo>
                <a:lnTo>
                  <a:pt x="6703" y="1245"/>
                </a:lnTo>
                <a:lnTo>
                  <a:pt x="6703" y="1521"/>
                </a:lnTo>
                <a:lnTo>
                  <a:pt x="6703" y="1797"/>
                </a:lnTo>
                <a:lnTo>
                  <a:pt x="6703" y="2074"/>
                </a:lnTo>
                <a:lnTo>
                  <a:pt x="6772" y="2281"/>
                </a:lnTo>
                <a:lnTo>
                  <a:pt x="6219" y="1866"/>
                </a:lnTo>
                <a:lnTo>
                  <a:pt x="5666" y="1521"/>
                </a:lnTo>
                <a:lnTo>
                  <a:pt x="5045" y="1245"/>
                </a:lnTo>
                <a:lnTo>
                  <a:pt x="4354" y="1106"/>
                </a:lnTo>
                <a:lnTo>
                  <a:pt x="3732" y="1037"/>
                </a:lnTo>
                <a:lnTo>
                  <a:pt x="3041" y="1106"/>
                </a:lnTo>
                <a:lnTo>
                  <a:pt x="2695" y="1245"/>
                </a:lnTo>
                <a:lnTo>
                  <a:pt x="2419" y="1383"/>
                </a:lnTo>
                <a:lnTo>
                  <a:pt x="2143" y="1590"/>
                </a:lnTo>
                <a:lnTo>
                  <a:pt x="1935" y="1797"/>
                </a:lnTo>
                <a:lnTo>
                  <a:pt x="1728" y="2074"/>
                </a:lnTo>
                <a:lnTo>
                  <a:pt x="1590" y="2419"/>
                </a:lnTo>
                <a:lnTo>
                  <a:pt x="1452" y="2695"/>
                </a:lnTo>
                <a:lnTo>
                  <a:pt x="1383" y="3041"/>
                </a:lnTo>
                <a:lnTo>
                  <a:pt x="1383" y="3663"/>
                </a:lnTo>
                <a:lnTo>
                  <a:pt x="1521" y="4354"/>
                </a:lnTo>
                <a:lnTo>
                  <a:pt x="1797" y="4975"/>
                </a:lnTo>
                <a:lnTo>
                  <a:pt x="2143" y="5528"/>
                </a:lnTo>
                <a:lnTo>
                  <a:pt x="2557" y="6012"/>
                </a:lnTo>
                <a:lnTo>
                  <a:pt x="2972" y="6495"/>
                </a:lnTo>
                <a:lnTo>
                  <a:pt x="1935" y="6495"/>
                </a:lnTo>
                <a:lnTo>
                  <a:pt x="1383" y="6564"/>
                </a:lnTo>
                <a:lnTo>
                  <a:pt x="899" y="6772"/>
                </a:lnTo>
                <a:lnTo>
                  <a:pt x="692" y="6910"/>
                </a:lnTo>
                <a:lnTo>
                  <a:pt x="485" y="7186"/>
                </a:lnTo>
                <a:lnTo>
                  <a:pt x="277" y="7394"/>
                </a:lnTo>
                <a:lnTo>
                  <a:pt x="139" y="7670"/>
                </a:lnTo>
                <a:lnTo>
                  <a:pt x="70" y="7946"/>
                </a:lnTo>
                <a:lnTo>
                  <a:pt x="1" y="8223"/>
                </a:lnTo>
                <a:lnTo>
                  <a:pt x="1" y="8568"/>
                </a:lnTo>
                <a:lnTo>
                  <a:pt x="1" y="8844"/>
                </a:lnTo>
                <a:lnTo>
                  <a:pt x="139" y="9466"/>
                </a:lnTo>
                <a:lnTo>
                  <a:pt x="485" y="9950"/>
                </a:lnTo>
                <a:lnTo>
                  <a:pt x="830" y="10433"/>
                </a:lnTo>
                <a:lnTo>
                  <a:pt x="1314" y="10848"/>
                </a:lnTo>
                <a:lnTo>
                  <a:pt x="1797" y="11193"/>
                </a:lnTo>
                <a:lnTo>
                  <a:pt x="2419" y="11401"/>
                </a:lnTo>
                <a:lnTo>
                  <a:pt x="2972" y="11608"/>
                </a:lnTo>
                <a:lnTo>
                  <a:pt x="3594" y="11746"/>
                </a:lnTo>
                <a:lnTo>
                  <a:pt x="4285" y="11884"/>
                </a:lnTo>
                <a:lnTo>
                  <a:pt x="5045" y="11953"/>
                </a:lnTo>
                <a:lnTo>
                  <a:pt x="6495" y="12023"/>
                </a:lnTo>
                <a:lnTo>
                  <a:pt x="9466" y="12023"/>
                </a:lnTo>
                <a:lnTo>
                  <a:pt x="13128" y="11953"/>
                </a:lnTo>
                <a:lnTo>
                  <a:pt x="15270" y="11884"/>
                </a:lnTo>
                <a:lnTo>
                  <a:pt x="16030" y="11815"/>
                </a:lnTo>
                <a:lnTo>
                  <a:pt x="16583" y="11746"/>
                </a:lnTo>
                <a:lnTo>
                  <a:pt x="17412" y="11539"/>
                </a:lnTo>
                <a:lnTo>
                  <a:pt x="18172" y="11124"/>
                </a:lnTo>
                <a:lnTo>
                  <a:pt x="18862" y="10641"/>
                </a:lnTo>
                <a:lnTo>
                  <a:pt x="19208" y="10364"/>
                </a:lnTo>
                <a:lnTo>
                  <a:pt x="19484" y="10088"/>
                </a:lnTo>
                <a:lnTo>
                  <a:pt x="19761" y="9535"/>
                </a:lnTo>
                <a:lnTo>
                  <a:pt x="20037" y="8983"/>
                </a:lnTo>
                <a:lnTo>
                  <a:pt x="20037" y="8706"/>
                </a:lnTo>
                <a:lnTo>
                  <a:pt x="20037" y="8430"/>
                </a:lnTo>
                <a:lnTo>
                  <a:pt x="20037" y="8154"/>
                </a:lnTo>
                <a:lnTo>
                  <a:pt x="19899" y="7877"/>
                </a:lnTo>
                <a:lnTo>
                  <a:pt x="19761" y="7601"/>
                </a:lnTo>
                <a:lnTo>
                  <a:pt x="19553" y="7394"/>
                </a:lnTo>
                <a:lnTo>
                  <a:pt x="19139" y="7048"/>
                </a:lnTo>
                <a:lnTo>
                  <a:pt x="18586" y="6841"/>
                </a:lnTo>
                <a:lnTo>
                  <a:pt x="17964" y="6703"/>
                </a:lnTo>
                <a:lnTo>
                  <a:pt x="17273" y="6564"/>
                </a:lnTo>
                <a:lnTo>
                  <a:pt x="16168" y="6564"/>
                </a:lnTo>
                <a:lnTo>
                  <a:pt x="15823" y="6634"/>
                </a:lnTo>
                <a:lnTo>
                  <a:pt x="15477" y="6772"/>
                </a:lnTo>
                <a:lnTo>
                  <a:pt x="15201" y="6979"/>
                </a:lnTo>
                <a:lnTo>
                  <a:pt x="15408" y="6634"/>
                </a:lnTo>
                <a:lnTo>
                  <a:pt x="15615" y="6288"/>
                </a:lnTo>
                <a:lnTo>
                  <a:pt x="15823" y="5874"/>
                </a:lnTo>
                <a:lnTo>
                  <a:pt x="15892" y="5459"/>
                </a:lnTo>
                <a:lnTo>
                  <a:pt x="15892" y="5044"/>
                </a:lnTo>
                <a:lnTo>
                  <a:pt x="15823" y="4630"/>
                </a:lnTo>
                <a:lnTo>
                  <a:pt x="15684" y="4284"/>
                </a:lnTo>
                <a:lnTo>
                  <a:pt x="15477" y="3939"/>
                </a:lnTo>
                <a:lnTo>
                  <a:pt x="15063" y="3663"/>
                </a:lnTo>
                <a:lnTo>
                  <a:pt x="14648" y="3455"/>
                </a:lnTo>
                <a:lnTo>
                  <a:pt x="14233" y="3386"/>
                </a:lnTo>
                <a:lnTo>
                  <a:pt x="13750" y="3317"/>
                </a:lnTo>
                <a:lnTo>
                  <a:pt x="13197" y="3386"/>
                </a:lnTo>
                <a:lnTo>
                  <a:pt x="12575" y="3455"/>
                </a:lnTo>
                <a:lnTo>
                  <a:pt x="12092" y="3732"/>
                </a:lnTo>
                <a:lnTo>
                  <a:pt x="11815" y="3870"/>
                </a:lnTo>
                <a:lnTo>
                  <a:pt x="11608" y="4077"/>
                </a:lnTo>
                <a:lnTo>
                  <a:pt x="11608" y="3386"/>
                </a:lnTo>
                <a:lnTo>
                  <a:pt x="11470" y="2695"/>
                </a:lnTo>
                <a:lnTo>
                  <a:pt x="11194" y="2074"/>
                </a:lnTo>
                <a:lnTo>
                  <a:pt x="10848" y="1452"/>
                </a:lnTo>
                <a:lnTo>
                  <a:pt x="10572" y="1037"/>
                </a:lnTo>
                <a:lnTo>
                  <a:pt x="10157" y="692"/>
                </a:lnTo>
                <a:lnTo>
                  <a:pt x="9743" y="346"/>
                </a:lnTo>
                <a:lnTo>
                  <a:pt x="9259" y="139"/>
                </a:lnTo>
                <a:lnTo>
                  <a:pt x="8775" y="1"/>
                </a:lnTo>
                <a:close/>
              </a:path>
            </a:pathLst>
          </a:custGeom>
          <a:solidFill>
            <a:schemeClr val="accent4"/>
          </a:solidFill>
          <a:ln>
            <a:noFill/>
          </a:ln>
          <a:effectLst>
            <a:outerShdw blurRad="57150" algn="bl" rotWithShape="0">
              <a:schemeClr val="dk1">
                <a:alpha val="2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25"/>
          <p:cNvSpPr/>
          <p:nvPr/>
        </p:nvSpPr>
        <p:spPr>
          <a:xfrm flipH="1">
            <a:off x="4416211" y="99474"/>
            <a:ext cx="475728" cy="285486"/>
          </a:xfrm>
          <a:custGeom>
            <a:avLst/>
            <a:gdLst/>
            <a:ahLst/>
            <a:cxnLst/>
            <a:rect l="l" t="t" r="r" b="b"/>
            <a:pathLst>
              <a:path w="20037" h="12023" extrusionOk="0">
                <a:moveTo>
                  <a:pt x="8223" y="1"/>
                </a:moveTo>
                <a:lnTo>
                  <a:pt x="7739" y="139"/>
                </a:lnTo>
                <a:lnTo>
                  <a:pt x="7324" y="415"/>
                </a:lnTo>
                <a:lnTo>
                  <a:pt x="7117" y="623"/>
                </a:lnTo>
                <a:lnTo>
                  <a:pt x="6979" y="830"/>
                </a:lnTo>
                <a:lnTo>
                  <a:pt x="6703" y="1245"/>
                </a:lnTo>
                <a:lnTo>
                  <a:pt x="6703" y="1521"/>
                </a:lnTo>
                <a:lnTo>
                  <a:pt x="6703" y="1797"/>
                </a:lnTo>
                <a:lnTo>
                  <a:pt x="6703" y="2074"/>
                </a:lnTo>
                <a:lnTo>
                  <a:pt x="6772" y="2281"/>
                </a:lnTo>
                <a:lnTo>
                  <a:pt x="6219" y="1866"/>
                </a:lnTo>
                <a:lnTo>
                  <a:pt x="5666" y="1521"/>
                </a:lnTo>
                <a:lnTo>
                  <a:pt x="5045" y="1245"/>
                </a:lnTo>
                <a:lnTo>
                  <a:pt x="4354" y="1106"/>
                </a:lnTo>
                <a:lnTo>
                  <a:pt x="3732" y="1037"/>
                </a:lnTo>
                <a:lnTo>
                  <a:pt x="3041" y="1106"/>
                </a:lnTo>
                <a:lnTo>
                  <a:pt x="2695" y="1245"/>
                </a:lnTo>
                <a:lnTo>
                  <a:pt x="2419" y="1383"/>
                </a:lnTo>
                <a:lnTo>
                  <a:pt x="2143" y="1590"/>
                </a:lnTo>
                <a:lnTo>
                  <a:pt x="1935" y="1797"/>
                </a:lnTo>
                <a:lnTo>
                  <a:pt x="1728" y="2074"/>
                </a:lnTo>
                <a:lnTo>
                  <a:pt x="1590" y="2419"/>
                </a:lnTo>
                <a:lnTo>
                  <a:pt x="1452" y="2695"/>
                </a:lnTo>
                <a:lnTo>
                  <a:pt x="1383" y="3041"/>
                </a:lnTo>
                <a:lnTo>
                  <a:pt x="1383" y="3663"/>
                </a:lnTo>
                <a:lnTo>
                  <a:pt x="1521" y="4354"/>
                </a:lnTo>
                <a:lnTo>
                  <a:pt x="1797" y="4975"/>
                </a:lnTo>
                <a:lnTo>
                  <a:pt x="2143" y="5528"/>
                </a:lnTo>
                <a:lnTo>
                  <a:pt x="2557" y="6012"/>
                </a:lnTo>
                <a:lnTo>
                  <a:pt x="2972" y="6495"/>
                </a:lnTo>
                <a:lnTo>
                  <a:pt x="1935" y="6495"/>
                </a:lnTo>
                <a:lnTo>
                  <a:pt x="1383" y="6564"/>
                </a:lnTo>
                <a:lnTo>
                  <a:pt x="899" y="6772"/>
                </a:lnTo>
                <a:lnTo>
                  <a:pt x="692" y="6910"/>
                </a:lnTo>
                <a:lnTo>
                  <a:pt x="485" y="7186"/>
                </a:lnTo>
                <a:lnTo>
                  <a:pt x="277" y="7394"/>
                </a:lnTo>
                <a:lnTo>
                  <a:pt x="139" y="7670"/>
                </a:lnTo>
                <a:lnTo>
                  <a:pt x="70" y="7946"/>
                </a:lnTo>
                <a:lnTo>
                  <a:pt x="1" y="8223"/>
                </a:lnTo>
                <a:lnTo>
                  <a:pt x="1" y="8568"/>
                </a:lnTo>
                <a:lnTo>
                  <a:pt x="1" y="8844"/>
                </a:lnTo>
                <a:lnTo>
                  <a:pt x="139" y="9466"/>
                </a:lnTo>
                <a:lnTo>
                  <a:pt x="485" y="9950"/>
                </a:lnTo>
                <a:lnTo>
                  <a:pt x="830" y="10433"/>
                </a:lnTo>
                <a:lnTo>
                  <a:pt x="1314" y="10848"/>
                </a:lnTo>
                <a:lnTo>
                  <a:pt x="1797" y="11193"/>
                </a:lnTo>
                <a:lnTo>
                  <a:pt x="2419" y="11401"/>
                </a:lnTo>
                <a:lnTo>
                  <a:pt x="2972" y="11608"/>
                </a:lnTo>
                <a:lnTo>
                  <a:pt x="3594" y="11746"/>
                </a:lnTo>
                <a:lnTo>
                  <a:pt x="4285" y="11884"/>
                </a:lnTo>
                <a:lnTo>
                  <a:pt x="5045" y="11953"/>
                </a:lnTo>
                <a:lnTo>
                  <a:pt x="6495" y="12023"/>
                </a:lnTo>
                <a:lnTo>
                  <a:pt x="9466" y="12023"/>
                </a:lnTo>
                <a:lnTo>
                  <a:pt x="13128" y="11953"/>
                </a:lnTo>
                <a:lnTo>
                  <a:pt x="15270" y="11884"/>
                </a:lnTo>
                <a:lnTo>
                  <a:pt x="16030" y="11815"/>
                </a:lnTo>
                <a:lnTo>
                  <a:pt x="16583" y="11746"/>
                </a:lnTo>
                <a:lnTo>
                  <a:pt x="17412" y="11539"/>
                </a:lnTo>
                <a:lnTo>
                  <a:pt x="18172" y="11124"/>
                </a:lnTo>
                <a:lnTo>
                  <a:pt x="18862" y="10641"/>
                </a:lnTo>
                <a:lnTo>
                  <a:pt x="19208" y="10364"/>
                </a:lnTo>
                <a:lnTo>
                  <a:pt x="19484" y="10088"/>
                </a:lnTo>
                <a:lnTo>
                  <a:pt x="19761" y="9535"/>
                </a:lnTo>
                <a:lnTo>
                  <a:pt x="20037" y="8983"/>
                </a:lnTo>
                <a:lnTo>
                  <a:pt x="20037" y="8706"/>
                </a:lnTo>
                <a:lnTo>
                  <a:pt x="20037" y="8430"/>
                </a:lnTo>
                <a:lnTo>
                  <a:pt x="20037" y="8154"/>
                </a:lnTo>
                <a:lnTo>
                  <a:pt x="19899" y="7877"/>
                </a:lnTo>
                <a:lnTo>
                  <a:pt x="19761" y="7601"/>
                </a:lnTo>
                <a:lnTo>
                  <a:pt x="19553" y="7394"/>
                </a:lnTo>
                <a:lnTo>
                  <a:pt x="19139" y="7048"/>
                </a:lnTo>
                <a:lnTo>
                  <a:pt x="18586" y="6841"/>
                </a:lnTo>
                <a:lnTo>
                  <a:pt x="17964" y="6703"/>
                </a:lnTo>
                <a:lnTo>
                  <a:pt x="17273" y="6564"/>
                </a:lnTo>
                <a:lnTo>
                  <a:pt x="16168" y="6564"/>
                </a:lnTo>
                <a:lnTo>
                  <a:pt x="15823" y="6634"/>
                </a:lnTo>
                <a:lnTo>
                  <a:pt x="15477" y="6772"/>
                </a:lnTo>
                <a:lnTo>
                  <a:pt x="15201" y="6979"/>
                </a:lnTo>
                <a:lnTo>
                  <a:pt x="15408" y="6634"/>
                </a:lnTo>
                <a:lnTo>
                  <a:pt x="15615" y="6288"/>
                </a:lnTo>
                <a:lnTo>
                  <a:pt x="15823" y="5874"/>
                </a:lnTo>
                <a:lnTo>
                  <a:pt x="15892" y="5459"/>
                </a:lnTo>
                <a:lnTo>
                  <a:pt x="15892" y="5044"/>
                </a:lnTo>
                <a:lnTo>
                  <a:pt x="15823" y="4630"/>
                </a:lnTo>
                <a:lnTo>
                  <a:pt x="15684" y="4284"/>
                </a:lnTo>
                <a:lnTo>
                  <a:pt x="15477" y="3939"/>
                </a:lnTo>
                <a:lnTo>
                  <a:pt x="15063" y="3663"/>
                </a:lnTo>
                <a:lnTo>
                  <a:pt x="14648" y="3455"/>
                </a:lnTo>
                <a:lnTo>
                  <a:pt x="14233" y="3386"/>
                </a:lnTo>
                <a:lnTo>
                  <a:pt x="13750" y="3317"/>
                </a:lnTo>
                <a:lnTo>
                  <a:pt x="13197" y="3386"/>
                </a:lnTo>
                <a:lnTo>
                  <a:pt x="12575" y="3455"/>
                </a:lnTo>
                <a:lnTo>
                  <a:pt x="12092" y="3732"/>
                </a:lnTo>
                <a:lnTo>
                  <a:pt x="11815" y="3870"/>
                </a:lnTo>
                <a:lnTo>
                  <a:pt x="11608" y="4077"/>
                </a:lnTo>
                <a:lnTo>
                  <a:pt x="11608" y="3386"/>
                </a:lnTo>
                <a:lnTo>
                  <a:pt x="11470" y="2695"/>
                </a:lnTo>
                <a:lnTo>
                  <a:pt x="11194" y="2074"/>
                </a:lnTo>
                <a:lnTo>
                  <a:pt x="10848" y="1452"/>
                </a:lnTo>
                <a:lnTo>
                  <a:pt x="10572" y="1037"/>
                </a:lnTo>
                <a:lnTo>
                  <a:pt x="10157" y="692"/>
                </a:lnTo>
                <a:lnTo>
                  <a:pt x="9743" y="346"/>
                </a:lnTo>
                <a:lnTo>
                  <a:pt x="9259" y="139"/>
                </a:lnTo>
                <a:lnTo>
                  <a:pt x="8775" y="1"/>
                </a:lnTo>
                <a:close/>
              </a:path>
            </a:pathLst>
          </a:custGeom>
          <a:solidFill>
            <a:schemeClr val="accent4"/>
          </a:solidFill>
          <a:ln>
            <a:noFill/>
          </a:ln>
          <a:effectLst>
            <a:outerShdw blurRad="57150" algn="bl" rotWithShape="0">
              <a:schemeClr val="dk1">
                <a:alpha val="2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214"/>
        <p:cNvGrpSpPr/>
        <p:nvPr/>
      </p:nvGrpSpPr>
      <p:grpSpPr>
        <a:xfrm>
          <a:off x="0" y="0"/>
          <a:ext cx="0" cy="0"/>
          <a:chOff x="0" y="0"/>
          <a:chExt cx="0" cy="0"/>
        </a:xfrm>
      </p:grpSpPr>
      <p:sp>
        <p:nvSpPr>
          <p:cNvPr id="215" name="Google Shape;215;p26"/>
          <p:cNvSpPr/>
          <p:nvPr/>
        </p:nvSpPr>
        <p:spPr>
          <a:xfrm>
            <a:off x="168601" y="1392369"/>
            <a:ext cx="494163" cy="296577"/>
          </a:xfrm>
          <a:custGeom>
            <a:avLst/>
            <a:gdLst/>
            <a:ahLst/>
            <a:cxnLst/>
            <a:rect l="l" t="t" r="r" b="b"/>
            <a:pathLst>
              <a:path w="20037" h="12023" extrusionOk="0">
                <a:moveTo>
                  <a:pt x="8223" y="1"/>
                </a:moveTo>
                <a:lnTo>
                  <a:pt x="7739" y="139"/>
                </a:lnTo>
                <a:lnTo>
                  <a:pt x="7324" y="415"/>
                </a:lnTo>
                <a:lnTo>
                  <a:pt x="7117" y="623"/>
                </a:lnTo>
                <a:lnTo>
                  <a:pt x="6979" y="830"/>
                </a:lnTo>
                <a:lnTo>
                  <a:pt x="6703" y="1245"/>
                </a:lnTo>
                <a:lnTo>
                  <a:pt x="6703" y="1521"/>
                </a:lnTo>
                <a:lnTo>
                  <a:pt x="6703" y="1797"/>
                </a:lnTo>
                <a:lnTo>
                  <a:pt x="6703" y="2074"/>
                </a:lnTo>
                <a:lnTo>
                  <a:pt x="6772" y="2281"/>
                </a:lnTo>
                <a:lnTo>
                  <a:pt x="6219" y="1866"/>
                </a:lnTo>
                <a:lnTo>
                  <a:pt x="5666" y="1521"/>
                </a:lnTo>
                <a:lnTo>
                  <a:pt x="5045" y="1245"/>
                </a:lnTo>
                <a:lnTo>
                  <a:pt x="4354" y="1106"/>
                </a:lnTo>
                <a:lnTo>
                  <a:pt x="3732" y="1037"/>
                </a:lnTo>
                <a:lnTo>
                  <a:pt x="3041" y="1106"/>
                </a:lnTo>
                <a:lnTo>
                  <a:pt x="2695" y="1245"/>
                </a:lnTo>
                <a:lnTo>
                  <a:pt x="2419" y="1383"/>
                </a:lnTo>
                <a:lnTo>
                  <a:pt x="2143" y="1590"/>
                </a:lnTo>
                <a:lnTo>
                  <a:pt x="1935" y="1797"/>
                </a:lnTo>
                <a:lnTo>
                  <a:pt x="1728" y="2074"/>
                </a:lnTo>
                <a:lnTo>
                  <a:pt x="1590" y="2419"/>
                </a:lnTo>
                <a:lnTo>
                  <a:pt x="1452" y="2695"/>
                </a:lnTo>
                <a:lnTo>
                  <a:pt x="1383" y="3041"/>
                </a:lnTo>
                <a:lnTo>
                  <a:pt x="1383" y="3663"/>
                </a:lnTo>
                <a:lnTo>
                  <a:pt x="1521" y="4354"/>
                </a:lnTo>
                <a:lnTo>
                  <a:pt x="1797" y="4975"/>
                </a:lnTo>
                <a:lnTo>
                  <a:pt x="2143" y="5528"/>
                </a:lnTo>
                <a:lnTo>
                  <a:pt x="2557" y="6012"/>
                </a:lnTo>
                <a:lnTo>
                  <a:pt x="2972" y="6495"/>
                </a:lnTo>
                <a:lnTo>
                  <a:pt x="1935" y="6495"/>
                </a:lnTo>
                <a:lnTo>
                  <a:pt x="1383" y="6564"/>
                </a:lnTo>
                <a:lnTo>
                  <a:pt x="899" y="6772"/>
                </a:lnTo>
                <a:lnTo>
                  <a:pt x="692" y="6910"/>
                </a:lnTo>
                <a:lnTo>
                  <a:pt x="485" y="7186"/>
                </a:lnTo>
                <a:lnTo>
                  <a:pt x="277" y="7394"/>
                </a:lnTo>
                <a:lnTo>
                  <a:pt x="139" y="7670"/>
                </a:lnTo>
                <a:lnTo>
                  <a:pt x="70" y="7946"/>
                </a:lnTo>
                <a:lnTo>
                  <a:pt x="1" y="8223"/>
                </a:lnTo>
                <a:lnTo>
                  <a:pt x="1" y="8568"/>
                </a:lnTo>
                <a:lnTo>
                  <a:pt x="1" y="8844"/>
                </a:lnTo>
                <a:lnTo>
                  <a:pt x="139" y="9466"/>
                </a:lnTo>
                <a:lnTo>
                  <a:pt x="485" y="9950"/>
                </a:lnTo>
                <a:lnTo>
                  <a:pt x="830" y="10433"/>
                </a:lnTo>
                <a:lnTo>
                  <a:pt x="1314" y="10848"/>
                </a:lnTo>
                <a:lnTo>
                  <a:pt x="1797" y="11193"/>
                </a:lnTo>
                <a:lnTo>
                  <a:pt x="2419" y="11401"/>
                </a:lnTo>
                <a:lnTo>
                  <a:pt x="2972" y="11608"/>
                </a:lnTo>
                <a:lnTo>
                  <a:pt x="3594" y="11746"/>
                </a:lnTo>
                <a:lnTo>
                  <a:pt x="4285" y="11884"/>
                </a:lnTo>
                <a:lnTo>
                  <a:pt x="5045" y="11953"/>
                </a:lnTo>
                <a:lnTo>
                  <a:pt x="6495" y="12023"/>
                </a:lnTo>
                <a:lnTo>
                  <a:pt x="9466" y="12023"/>
                </a:lnTo>
                <a:lnTo>
                  <a:pt x="13128" y="11953"/>
                </a:lnTo>
                <a:lnTo>
                  <a:pt x="15270" y="11884"/>
                </a:lnTo>
                <a:lnTo>
                  <a:pt x="16030" y="11815"/>
                </a:lnTo>
                <a:lnTo>
                  <a:pt x="16583" y="11746"/>
                </a:lnTo>
                <a:lnTo>
                  <a:pt x="17412" y="11539"/>
                </a:lnTo>
                <a:lnTo>
                  <a:pt x="18172" y="11124"/>
                </a:lnTo>
                <a:lnTo>
                  <a:pt x="18862" y="10641"/>
                </a:lnTo>
                <a:lnTo>
                  <a:pt x="19208" y="10364"/>
                </a:lnTo>
                <a:lnTo>
                  <a:pt x="19484" y="10088"/>
                </a:lnTo>
                <a:lnTo>
                  <a:pt x="19761" y="9535"/>
                </a:lnTo>
                <a:lnTo>
                  <a:pt x="20037" y="8983"/>
                </a:lnTo>
                <a:lnTo>
                  <a:pt x="20037" y="8706"/>
                </a:lnTo>
                <a:lnTo>
                  <a:pt x="20037" y="8430"/>
                </a:lnTo>
                <a:lnTo>
                  <a:pt x="20037" y="8154"/>
                </a:lnTo>
                <a:lnTo>
                  <a:pt x="19899" y="7877"/>
                </a:lnTo>
                <a:lnTo>
                  <a:pt x="19761" y="7601"/>
                </a:lnTo>
                <a:lnTo>
                  <a:pt x="19553" y="7394"/>
                </a:lnTo>
                <a:lnTo>
                  <a:pt x="19139" y="7048"/>
                </a:lnTo>
                <a:lnTo>
                  <a:pt x="18586" y="6841"/>
                </a:lnTo>
                <a:lnTo>
                  <a:pt x="17964" y="6703"/>
                </a:lnTo>
                <a:lnTo>
                  <a:pt x="17273" y="6564"/>
                </a:lnTo>
                <a:lnTo>
                  <a:pt x="16168" y="6564"/>
                </a:lnTo>
                <a:lnTo>
                  <a:pt x="15823" y="6634"/>
                </a:lnTo>
                <a:lnTo>
                  <a:pt x="15477" y="6772"/>
                </a:lnTo>
                <a:lnTo>
                  <a:pt x="15201" y="6979"/>
                </a:lnTo>
                <a:lnTo>
                  <a:pt x="15408" y="6634"/>
                </a:lnTo>
                <a:lnTo>
                  <a:pt x="15615" y="6288"/>
                </a:lnTo>
                <a:lnTo>
                  <a:pt x="15823" y="5874"/>
                </a:lnTo>
                <a:lnTo>
                  <a:pt x="15892" y="5459"/>
                </a:lnTo>
                <a:lnTo>
                  <a:pt x="15892" y="5044"/>
                </a:lnTo>
                <a:lnTo>
                  <a:pt x="15823" y="4630"/>
                </a:lnTo>
                <a:lnTo>
                  <a:pt x="15684" y="4284"/>
                </a:lnTo>
                <a:lnTo>
                  <a:pt x="15477" y="3939"/>
                </a:lnTo>
                <a:lnTo>
                  <a:pt x="15063" y="3663"/>
                </a:lnTo>
                <a:lnTo>
                  <a:pt x="14648" y="3455"/>
                </a:lnTo>
                <a:lnTo>
                  <a:pt x="14233" y="3386"/>
                </a:lnTo>
                <a:lnTo>
                  <a:pt x="13750" y="3317"/>
                </a:lnTo>
                <a:lnTo>
                  <a:pt x="13197" y="3386"/>
                </a:lnTo>
                <a:lnTo>
                  <a:pt x="12575" y="3455"/>
                </a:lnTo>
                <a:lnTo>
                  <a:pt x="12092" y="3732"/>
                </a:lnTo>
                <a:lnTo>
                  <a:pt x="11815" y="3870"/>
                </a:lnTo>
                <a:lnTo>
                  <a:pt x="11608" y="4077"/>
                </a:lnTo>
                <a:lnTo>
                  <a:pt x="11608" y="3386"/>
                </a:lnTo>
                <a:lnTo>
                  <a:pt x="11470" y="2695"/>
                </a:lnTo>
                <a:lnTo>
                  <a:pt x="11194" y="2074"/>
                </a:lnTo>
                <a:lnTo>
                  <a:pt x="10848" y="1452"/>
                </a:lnTo>
                <a:lnTo>
                  <a:pt x="10572" y="1037"/>
                </a:lnTo>
                <a:lnTo>
                  <a:pt x="10157" y="692"/>
                </a:lnTo>
                <a:lnTo>
                  <a:pt x="9743" y="346"/>
                </a:lnTo>
                <a:lnTo>
                  <a:pt x="9259" y="139"/>
                </a:lnTo>
                <a:lnTo>
                  <a:pt x="8775" y="1"/>
                </a:lnTo>
                <a:close/>
              </a:path>
            </a:pathLst>
          </a:custGeom>
          <a:solidFill>
            <a:schemeClr val="accent4"/>
          </a:solidFill>
          <a:ln>
            <a:noFill/>
          </a:ln>
          <a:effectLst>
            <a:outerShdw blurRad="57150" algn="bl" rotWithShape="0">
              <a:schemeClr val="dk1">
                <a:alpha val="2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26"/>
          <p:cNvSpPr/>
          <p:nvPr/>
        </p:nvSpPr>
        <p:spPr>
          <a:xfrm>
            <a:off x="6787413" y="4639612"/>
            <a:ext cx="603314" cy="362073"/>
          </a:xfrm>
          <a:custGeom>
            <a:avLst/>
            <a:gdLst/>
            <a:ahLst/>
            <a:cxnLst/>
            <a:rect l="l" t="t" r="r" b="b"/>
            <a:pathLst>
              <a:path w="20037" h="12023" extrusionOk="0">
                <a:moveTo>
                  <a:pt x="8223" y="1"/>
                </a:moveTo>
                <a:lnTo>
                  <a:pt x="7739" y="139"/>
                </a:lnTo>
                <a:lnTo>
                  <a:pt x="7324" y="415"/>
                </a:lnTo>
                <a:lnTo>
                  <a:pt x="7117" y="623"/>
                </a:lnTo>
                <a:lnTo>
                  <a:pt x="6979" y="830"/>
                </a:lnTo>
                <a:lnTo>
                  <a:pt x="6703" y="1245"/>
                </a:lnTo>
                <a:lnTo>
                  <a:pt x="6703" y="1521"/>
                </a:lnTo>
                <a:lnTo>
                  <a:pt x="6703" y="1797"/>
                </a:lnTo>
                <a:lnTo>
                  <a:pt x="6703" y="2074"/>
                </a:lnTo>
                <a:lnTo>
                  <a:pt x="6772" y="2281"/>
                </a:lnTo>
                <a:lnTo>
                  <a:pt x="6219" y="1866"/>
                </a:lnTo>
                <a:lnTo>
                  <a:pt x="5666" y="1521"/>
                </a:lnTo>
                <a:lnTo>
                  <a:pt x="5045" y="1245"/>
                </a:lnTo>
                <a:lnTo>
                  <a:pt x="4354" y="1106"/>
                </a:lnTo>
                <a:lnTo>
                  <a:pt x="3732" y="1037"/>
                </a:lnTo>
                <a:lnTo>
                  <a:pt x="3041" y="1106"/>
                </a:lnTo>
                <a:lnTo>
                  <a:pt x="2695" y="1245"/>
                </a:lnTo>
                <a:lnTo>
                  <a:pt x="2419" y="1383"/>
                </a:lnTo>
                <a:lnTo>
                  <a:pt x="2143" y="1590"/>
                </a:lnTo>
                <a:lnTo>
                  <a:pt x="1935" y="1797"/>
                </a:lnTo>
                <a:lnTo>
                  <a:pt x="1728" y="2074"/>
                </a:lnTo>
                <a:lnTo>
                  <a:pt x="1590" y="2419"/>
                </a:lnTo>
                <a:lnTo>
                  <a:pt x="1452" y="2695"/>
                </a:lnTo>
                <a:lnTo>
                  <a:pt x="1383" y="3041"/>
                </a:lnTo>
                <a:lnTo>
                  <a:pt x="1383" y="3663"/>
                </a:lnTo>
                <a:lnTo>
                  <a:pt x="1521" y="4354"/>
                </a:lnTo>
                <a:lnTo>
                  <a:pt x="1797" y="4975"/>
                </a:lnTo>
                <a:lnTo>
                  <a:pt x="2143" y="5528"/>
                </a:lnTo>
                <a:lnTo>
                  <a:pt x="2557" y="6012"/>
                </a:lnTo>
                <a:lnTo>
                  <a:pt x="2972" y="6495"/>
                </a:lnTo>
                <a:lnTo>
                  <a:pt x="1935" y="6495"/>
                </a:lnTo>
                <a:lnTo>
                  <a:pt x="1383" y="6564"/>
                </a:lnTo>
                <a:lnTo>
                  <a:pt x="899" y="6772"/>
                </a:lnTo>
                <a:lnTo>
                  <a:pt x="692" y="6910"/>
                </a:lnTo>
                <a:lnTo>
                  <a:pt x="485" y="7186"/>
                </a:lnTo>
                <a:lnTo>
                  <a:pt x="277" y="7394"/>
                </a:lnTo>
                <a:lnTo>
                  <a:pt x="139" y="7670"/>
                </a:lnTo>
                <a:lnTo>
                  <a:pt x="70" y="7946"/>
                </a:lnTo>
                <a:lnTo>
                  <a:pt x="1" y="8223"/>
                </a:lnTo>
                <a:lnTo>
                  <a:pt x="1" y="8568"/>
                </a:lnTo>
                <a:lnTo>
                  <a:pt x="1" y="8844"/>
                </a:lnTo>
                <a:lnTo>
                  <a:pt x="139" y="9466"/>
                </a:lnTo>
                <a:lnTo>
                  <a:pt x="485" y="9950"/>
                </a:lnTo>
                <a:lnTo>
                  <a:pt x="830" y="10433"/>
                </a:lnTo>
                <a:lnTo>
                  <a:pt x="1314" y="10848"/>
                </a:lnTo>
                <a:lnTo>
                  <a:pt x="1797" y="11193"/>
                </a:lnTo>
                <a:lnTo>
                  <a:pt x="2419" y="11401"/>
                </a:lnTo>
                <a:lnTo>
                  <a:pt x="2972" y="11608"/>
                </a:lnTo>
                <a:lnTo>
                  <a:pt x="3594" y="11746"/>
                </a:lnTo>
                <a:lnTo>
                  <a:pt x="4285" y="11884"/>
                </a:lnTo>
                <a:lnTo>
                  <a:pt x="5045" y="11953"/>
                </a:lnTo>
                <a:lnTo>
                  <a:pt x="6495" y="12023"/>
                </a:lnTo>
                <a:lnTo>
                  <a:pt x="9466" y="12023"/>
                </a:lnTo>
                <a:lnTo>
                  <a:pt x="13128" y="11953"/>
                </a:lnTo>
                <a:lnTo>
                  <a:pt x="15270" y="11884"/>
                </a:lnTo>
                <a:lnTo>
                  <a:pt x="16030" y="11815"/>
                </a:lnTo>
                <a:lnTo>
                  <a:pt x="16583" y="11746"/>
                </a:lnTo>
                <a:lnTo>
                  <a:pt x="17412" y="11539"/>
                </a:lnTo>
                <a:lnTo>
                  <a:pt x="18172" y="11124"/>
                </a:lnTo>
                <a:lnTo>
                  <a:pt x="18862" y="10641"/>
                </a:lnTo>
                <a:lnTo>
                  <a:pt x="19208" y="10364"/>
                </a:lnTo>
                <a:lnTo>
                  <a:pt x="19484" y="10088"/>
                </a:lnTo>
                <a:lnTo>
                  <a:pt x="19761" y="9535"/>
                </a:lnTo>
                <a:lnTo>
                  <a:pt x="20037" y="8983"/>
                </a:lnTo>
                <a:lnTo>
                  <a:pt x="20037" y="8706"/>
                </a:lnTo>
                <a:lnTo>
                  <a:pt x="20037" y="8430"/>
                </a:lnTo>
                <a:lnTo>
                  <a:pt x="20037" y="8154"/>
                </a:lnTo>
                <a:lnTo>
                  <a:pt x="19899" y="7877"/>
                </a:lnTo>
                <a:lnTo>
                  <a:pt x="19761" y="7601"/>
                </a:lnTo>
                <a:lnTo>
                  <a:pt x="19553" y="7394"/>
                </a:lnTo>
                <a:lnTo>
                  <a:pt x="19139" y="7048"/>
                </a:lnTo>
                <a:lnTo>
                  <a:pt x="18586" y="6841"/>
                </a:lnTo>
                <a:lnTo>
                  <a:pt x="17964" y="6703"/>
                </a:lnTo>
                <a:lnTo>
                  <a:pt x="17273" y="6564"/>
                </a:lnTo>
                <a:lnTo>
                  <a:pt x="16168" y="6564"/>
                </a:lnTo>
                <a:lnTo>
                  <a:pt x="15823" y="6634"/>
                </a:lnTo>
                <a:lnTo>
                  <a:pt x="15477" y="6772"/>
                </a:lnTo>
                <a:lnTo>
                  <a:pt x="15201" y="6979"/>
                </a:lnTo>
                <a:lnTo>
                  <a:pt x="15408" y="6634"/>
                </a:lnTo>
                <a:lnTo>
                  <a:pt x="15615" y="6288"/>
                </a:lnTo>
                <a:lnTo>
                  <a:pt x="15823" y="5874"/>
                </a:lnTo>
                <a:lnTo>
                  <a:pt x="15892" y="5459"/>
                </a:lnTo>
                <a:lnTo>
                  <a:pt x="15892" y="5044"/>
                </a:lnTo>
                <a:lnTo>
                  <a:pt x="15823" y="4630"/>
                </a:lnTo>
                <a:lnTo>
                  <a:pt x="15684" y="4284"/>
                </a:lnTo>
                <a:lnTo>
                  <a:pt x="15477" y="3939"/>
                </a:lnTo>
                <a:lnTo>
                  <a:pt x="15063" y="3663"/>
                </a:lnTo>
                <a:lnTo>
                  <a:pt x="14648" y="3455"/>
                </a:lnTo>
                <a:lnTo>
                  <a:pt x="14233" y="3386"/>
                </a:lnTo>
                <a:lnTo>
                  <a:pt x="13750" y="3317"/>
                </a:lnTo>
                <a:lnTo>
                  <a:pt x="13197" y="3386"/>
                </a:lnTo>
                <a:lnTo>
                  <a:pt x="12575" y="3455"/>
                </a:lnTo>
                <a:lnTo>
                  <a:pt x="12092" y="3732"/>
                </a:lnTo>
                <a:lnTo>
                  <a:pt x="11815" y="3870"/>
                </a:lnTo>
                <a:lnTo>
                  <a:pt x="11608" y="4077"/>
                </a:lnTo>
                <a:lnTo>
                  <a:pt x="11608" y="3386"/>
                </a:lnTo>
                <a:lnTo>
                  <a:pt x="11470" y="2695"/>
                </a:lnTo>
                <a:lnTo>
                  <a:pt x="11194" y="2074"/>
                </a:lnTo>
                <a:lnTo>
                  <a:pt x="10848" y="1452"/>
                </a:lnTo>
                <a:lnTo>
                  <a:pt x="10572" y="1037"/>
                </a:lnTo>
                <a:lnTo>
                  <a:pt x="10157" y="692"/>
                </a:lnTo>
                <a:lnTo>
                  <a:pt x="9743" y="346"/>
                </a:lnTo>
                <a:lnTo>
                  <a:pt x="9259" y="139"/>
                </a:lnTo>
                <a:lnTo>
                  <a:pt x="8775" y="1"/>
                </a:lnTo>
                <a:close/>
              </a:path>
            </a:pathLst>
          </a:custGeom>
          <a:solidFill>
            <a:schemeClr val="accent4"/>
          </a:solidFill>
          <a:ln>
            <a:noFill/>
          </a:ln>
          <a:effectLst>
            <a:outerShdw blurRad="57150" algn="bl" rotWithShape="0">
              <a:schemeClr val="dk1">
                <a:alpha val="2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26"/>
          <p:cNvSpPr/>
          <p:nvPr/>
        </p:nvSpPr>
        <p:spPr>
          <a:xfrm flipH="1">
            <a:off x="1934573" y="4672347"/>
            <a:ext cx="494163" cy="296577"/>
          </a:xfrm>
          <a:custGeom>
            <a:avLst/>
            <a:gdLst/>
            <a:ahLst/>
            <a:cxnLst/>
            <a:rect l="l" t="t" r="r" b="b"/>
            <a:pathLst>
              <a:path w="20037" h="12023" extrusionOk="0">
                <a:moveTo>
                  <a:pt x="8223" y="1"/>
                </a:moveTo>
                <a:lnTo>
                  <a:pt x="7739" y="139"/>
                </a:lnTo>
                <a:lnTo>
                  <a:pt x="7324" y="415"/>
                </a:lnTo>
                <a:lnTo>
                  <a:pt x="7117" y="623"/>
                </a:lnTo>
                <a:lnTo>
                  <a:pt x="6979" y="830"/>
                </a:lnTo>
                <a:lnTo>
                  <a:pt x="6703" y="1245"/>
                </a:lnTo>
                <a:lnTo>
                  <a:pt x="6703" y="1521"/>
                </a:lnTo>
                <a:lnTo>
                  <a:pt x="6703" y="1797"/>
                </a:lnTo>
                <a:lnTo>
                  <a:pt x="6703" y="2074"/>
                </a:lnTo>
                <a:lnTo>
                  <a:pt x="6772" y="2281"/>
                </a:lnTo>
                <a:lnTo>
                  <a:pt x="6219" y="1866"/>
                </a:lnTo>
                <a:lnTo>
                  <a:pt x="5666" y="1521"/>
                </a:lnTo>
                <a:lnTo>
                  <a:pt x="5045" y="1245"/>
                </a:lnTo>
                <a:lnTo>
                  <a:pt x="4354" y="1106"/>
                </a:lnTo>
                <a:lnTo>
                  <a:pt x="3732" y="1037"/>
                </a:lnTo>
                <a:lnTo>
                  <a:pt x="3041" y="1106"/>
                </a:lnTo>
                <a:lnTo>
                  <a:pt x="2695" y="1245"/>
                </a:lnTo>
                <a:lnTo>
                  <a:pt x="2419" y="1383"/>
                </a:lnTo>
                <a:lnTo>
                  <a:pt x="2143" y="1590"/>
                </a:lnTo>
                <a:lnTo>
                  <a:pt x="1935" y="1797"/>
                </a:lnTo>
                <a:lnTo>
                  <a:pt x="1728" y="2074"/>
                </a:lnTo>
                <a:lnTo>
                  <a:pt x="1590" y="2419"/>
                </a:lnTo>
                <a:lnTo>
                  <a:pt x="1452" y="2695"/>
                </a:lnTo>
                <a:lnTo>
                  <a:pt x="1383" y="3041"/>
                </a:lnTo>
                <a:lnTo>
                  <a:pt x="1383" y="3663"/>
                </a:lnTo>
                <a:lnTo>
                  <a:pt x="1521" y="4354"/>
                </a:lnTo>
                <a:lnTo>
                  <a:pt x="1797" y="4975"/>
                </a:lnTo>
                <a:lnTo>
                  <a:pt x="2143" y="5528"/>
                </a:lnTo>
                <a:lnTo>
                  <a:pt x="2557" y="6012"/>
                </a:lnTo>
                <a:lnTo>
                  <a:pt x="2972" y="6495"/>
                </a:lnTo>
                <a:lnTo>
                  <a:pt x="1935" y="6495"/>
                </a:lnTo>
                <a:lnTo>
                  <a:pt x="1383" y="6564"/>
                </a:lnTo>
                <a:lnTo>
                  <a:pt x="899" y="6772"/>
                </a:lnTo>
                <a:lnTo>
                  <a:pt x="692" y="6910"/>
                </a:lnTo>
                <a:lnTo>
                  <a:pt x="485" y="7186"/>
                </a:lnTo>
                <a:lnTo>
                  <a:pt x="277" y="7394"/>
                </a:lnTo>
                <a:lnTo>
                  <a:pt x="139" y="7670"/>
                </a:lnTo>
                <a:lnTo>
                  <a:pt x="70" y="7946"/>
                </a:lnTo>
                <a:lnTo>
                  <a:pt x="1" y="8223"/>
                </a:lnTo>
                <a:lnTo>
                  <a:pt x="1" y="8568"/>
                </a:lnTo>
                <a:lnTo>
                  <a:pt x="1" y="8844"/>
                </a:lnTo>
                <a:lnTo>
                  <a:pt x="139" y="9466"/>
                </a:lnTo>
                <a:lnTo>
                  <a:pt x="485" y="9950"/>
                </a:lnTo>
                <a:lnTo>
                  <a:pt x="830" y="10433"/>
                </a:lnTo>
                <a:lnTo>
                  <a:pt x="1314" y="10848"/>
                </a:lnTo>
                <a:lnTo>
                  <a:pt x="1797" y="11193"/>
                </a:lnTo>
                <a:lnTo>
                  <a:pt x="2419" y="11401"/>
                </a:lnTo>
                <a:lnTo>
                  <a:pt x="2972" y="11608"/>
                </a:lnTo>
                <a:lnTo>
                  <a:pt x="3594" y="11746"/>
                </a:lnTo>
                <a:lnTo>
                  <a:pt x="4285" y="11884"/>
                </a:lnTo>
                <a:lnTo>
                  <a:pt x="5045" y="11953"/>
                </a:lnTo>
                <a:lnTo>
                  <a:pt x="6495" y="12023"/>
                </a:lnTo>
                <a:lnTo>
                  <a:pt x="9466" y="12023"/>
                </a:lnTo>
                <a:lnTo>
                  <a:pt x="13128" y="11953"/>
                </a:lnTo>
                <a:lnTo>
                  <a:pt x="15270" y="11884"/>
                </a:lnTo>
                <a:lnTo>
                  <a:pt x="16030" y="11815"/>
                </a:lnTo>
                <a:lnTo>
                  <a:pt x="16583" y="11746"/>
                </a:lnTo>
                <a:lnTo>
                  <a:pt x="17412" y="11539"/>
                </a:lnTo>
                <a:lnTo>
                  <a:pt x="18172" y="11124"/>
                </a:lnTo>
                <a:lnTo>
                  <a:pt x="18862" y="10641"/>
                </a:lnTo>
                <a:lnTo>
                  <a:pt x="19208" y="10364"/>
                </a:lnTo>
                <a:lnTo>
                  <a:pt x="19484" y="10088"/>
                </a:lnTo>
                <a:lnTo>
                  <a:pt x="19761" y="9535"/>
                </a:lnTo>
                <a:lnTo>
                  <a:pt x="20037" y="8983"/>
                </a:lnTo>
                <a:lnTo>
                  <a:pt x="20037" y="8706"/>
                </a:lnTo>
                <a:lnTo>
                  <a:pt x="20037" y="8430"/>
                </a:lnTo>
                <a:lnTo>
                  <a:pt x="20037" y="8154"/>
                </a:lnTo>
                <a:lnTo>
                  <a:pt x="19899" y="7877"/>
                </a:lnTo>
                <a:lnTo>
                  <a:pt x="19761" y="7601"/>
                </a:lnTo>
                <a:lnTo>
                  <a:pt x="19553" y="7394"/>
                </a:lnTo>
                <a:lnTo>
                  <a:pt x="19139" y="7048"/>
                </a:lnTo>
                <a:lnTo>
                  <a:pt x="18586" y="6841"/>
                </a:lnTo>
                <a:lnTo>
                  <a:pt x="17964" y="6703"/>
                </a:lnTo>
                <a:lnTo>
                  <a:pt x="17273" y="6564"/>
                </a:lnTo>
                <a:lnTo>
                  <a:pt x="16168" y="6564"/>
                </a:lnTo>
                <a:lnTo>
                  <a:pt x="15823" y="6634"/>
                </a:lnTo>
                <a:lnTo>
                  <a:pt x="15477" y="6772"/>
                </a:lnTo>
                <a:lnTo>
                  <a:pt x="15201" y="6979"/>
                </a:lnTo>
                <a:lnTo>
                  <a:pt x="15408" y="6634"/>
                </a:lnTo>
                <a:lnTo>
                  <a:pt x="15615" y="6288"/>
                </a:lnTo>
                <a:lnTo>
                  <a:pt x="15823" y="5874"/>
                </a:lnTo>
                <a:lnTo>
                  <a:pt x="15892" y="5459"/>
                </a:lnTo>
                <a:lnTo>
                  <a:pt x="15892" y="5044"/>
                </a:lnTo>
                <a:lnTo>
                  <a:pt x="15823" y="4630"/>
                </a:lnTo>
                <a:lnTo>
                  <a:pt x="15684" y="4284"/>
                </a:lnTo>
                <a:lnTo>
                  <a:pt x="15477" y="3939"/>
                </a:lnTo>
                <a:lnTo>
                  <a:pt x="15063" y="3663"/>
                </a:lnTo>
                <a:lnTo>
                  <a:pt x="14648" y="3455"/>
                </a:lnTo>
                <a:lnTo>
                  <a:pt x="14233" y="3386"/>
                </a:lnTo>
                <a:lnTo>
                  <a:pt x="13750" y="3317"/>
                </a:lnTo>
                <a:lnTo>
                  <a:pt x="13197" y="3386"/>
                </a:lnTo>
                <a:lnTo>
                  <a:pt x="12575" y="3455"/>
                </a:lnTo>
                <a:lnTo>
                  <a:pt x="12092" y="3732"/>
                </a:lnTo>
                <a:lnTo>
                  <a:pt x="11815" y="3870"/>
                </a:lnTo>
                <a:lnTo>
                  <a:pt x="11608" y="4077"/>
                </a:lnTo>
                <a:lnTo>
                  <a:pt x="11608" y="3386"/>
                </a:lnTo>
                <a:lnTo>
                  <a:pt x="11470" y="2695"/>
                </a:lnTo>
                <a:lnTo>
                  <a:pt x="11194" y="2074"/>
                </a:lnTo>
                <a:lnTo>
                  <a:pt x="10848" y="1452"/>
                </a:lnTo>
                <a:lnTo>
                  <a:pt x="10572" y="1037"/>
                </a:lnTo>
                <a:lnTo>
                  <a:pt x="10157" y="692"/>
                </a:lnTo>
                <a:lnTo>
                  <a:pt x="9743" y="346"/>
                </a:lnTo>
                <a:lnTo>
                  <a:pt x="9259" y="139"/>
                </a:lnTo>
                <a:lnTo>
                  <a:pt x="8775" y="1"/>
                </a:lnTo>
                <a:close/>
              </a:path>
            </a:pathLst>
          </a:custGeom>
          <a:solidFill>
            <a:schemeClr val="accent4"/>
          </a:solidFill>
          <a:ln>
            <a:noFill/>
          </a:ln>
          <a:effectLst>
            <a:outerShdw blurRad="57150" algn="bl" rotWithShape="0">
              <a:schemeClr val="dk1">
                <a:alpha val="2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26"/>
          <p:cNvSpPr/>
          <p:nvPr/>
        </p:nvSpPr>
        <p:spPr>
          <a:xfrm flipH="1">
            <a:off x="8541048" y="2107260"/>
            <a:ext cx="494163" cy="296577"/>
          </a:xfrm>
          <a:custGeom>
            <a:avLst/>
            <a:gdLst/>
            <a:ahLst/>
            <a:cxnLst/>
            <a:rect l="l" t="t" r="r" b="b"/>
            <a:pathLst>
              <a:path w="20037" h="12023" extrusionOk="0">
                <a:moveTo>
                  <a:pt x="8223" y="1"/>
                </a:moveTo>
                <a:lnTo>
                  <a:pt x="7739" y="139"/>
                </a:lnTo>
                <a:lnTo>
                  <a:pt x="7324" y="415"/>
                </a:lnTo>
                <a:lnTo>
                  <a:pt x="7117" y="623"/>
                </a:lnTo>
                <a:lnTo>
                  <a:pt x="6979" y="830"/>
                </a:lnTo>
                <a:lnTo>
                  <a:pt x="6703" y="1245"/>
                </a:lnTo>
                <a:lnTo>
                  <a:pt x="6703" y="1521"/>
                </a:lnTo>
                <a:lnTo>
                  <a:pt x="6703" y="1797"/>
                </a:lnTo>
                <a:lnTo>
                  <a:pt x="6703" y="2074"/>
                </a:lnTo>
                <a:lnTo>
                  <a:pt x="6772" y="2281"/>
                </a:lnTo>
                <a:lnTo>
                  <a:pt x="6219" y="1866"/>
                </a:lnTo>
                <a:lnTo>
                  <a:pt x="5666" y="1521"/>
                </a:lnTo>
                <a:lnTo>
                  <a:pt x="5045" y="1245"/>
                </a:lnTo>
                <a:lnTo>
                  <a:pt x="4354" y="1106"/>
                </a:lnTo>
                <a:lnTo>
                  <a:pt x="3732" y="1037"/>
                </a:lnTo>
                <a:lnTo>
                  <a:pt x="3041" y="1106"/>
                </a:lnTo>
                <a:lnTo>
                  <a:pt x="2695" y="1245"/>
                </a:lnTo>
                <a:lnTo>
                  <a:pt x="2419" y="1383"/>
                </a:lnTo>
                <a:lnTo>
                  <a:pt x="2143" y="1590"/>
                </a:lnTo>
                <a:lnTo>
                  <a:pt x="1935" y="1797"/>
                </a:lnTo>
                <a:lnTo>
                  <a:pt x="1728" y="2074"/>
                </a:lnTo>
                <a:lnTo>
                  <a:pt x="1590" y="2419"/>
                </a:lnTo>
                <a:lnTo>
                  <a:pt x="1452" y="2695"/>
                </a:lnTo>
                <a:lnTo>
                  <a:pt x="1383" y="3041"/>
                </a:lnTo>
                <a:lnTo>
                  <a:pt x="1383" y="3663"/>
                </a:lnTo>
                <a:lnTo>
                  <a:pt x="1521" y="4354"/>
                </a:lnTo>
                <a:lnTo>
                  <a:pt x="1797" y="4975"/>
                </a:lnTo>
                <a:lnTo>
                  <a:pt x="2143" y="5528"/>
                </a:lnTo>
                <a:lnTo>
                  <a:pt x="2557" y="6012"/>
                </a:lnTo>
                <a:lnTo>
                  <a:pt x="2972" y="6495"/>
                </a:lnTo>
                <a:lnTo>
                  <a:pt x="1935" y="6495"/>
                </a:lnTo>
                <a:lnTo>
                  <a:pt x="1383" y="6564"/>
                </a:lnTo>
                <a:lnTo>
                  <a:pt x="899" y="6772"/>
                </a:lnTo>
                <a:lnTo>
                  <a:pt x="692" y="6910"/>
                </a:lnTo>
                <a:lnTo>
                  <a:pt x="485" y="7186"/>
                </a:lnTo>
                <a:lnTo>
                  <a:pt x="277" y="7394"/>
                </a:lnTo>
                <a:lnTo>
                  <a:pt x="139" y="7670"/>
                </a:lnTo>
                <a:lnTo>
                  <a:pt x="70" y="7946"/>
                </a:lnTo>
                <a:lnTo>
                  <a:pt x="1" y="8223"/>
                </a:lnTo>
                <a:lnTo>
                  <a:pt x="1" y="8568"/>
                </a:lnTo>
                <a:lnTo>
                  <a:pt x="1" y="8844"/>
                </a:lnTo>
                <a:lnTo>
                  <a:pt x="139" y="9466"/>
                </a:lnTo>
                <a:lnTo>
                  <a:pt x="485" y="9950"/>
                </a:lnTo>
                <a:lnTo>
                  <a:pt x="830" y="10433"/>
                </a:lnTo>
                <a:lnTo>
                  <a:pt x="1314" y="10848"/>
                </a:lnTo>
                <a:lnTo>
                  <a:pt x="1797" y="11193"/>
                </a:lnTo>
                <a:lnTo>
                  <a:pt x="2419" y="11401"/>
                </a:lnTo>
                <a:lnTo>
                  <a:pt x="2972" y="11608"/>
                </a:lnTo>
                <a:lnTo>
                  <a:pt x="3594" y="11746"/>
                </a:lnTo>
                <a:lnTo>
                  <a:pt x="4285" y="11884"/>
                </a:lnTo>
                <a:lnTo>
                  <a:pt x="5045" y="11953"/>
                </a:lnTo>
                <a:lnTo>
                  <a:pt x="6495" y="12023"/>
                </a:lnTo>
                <a:lnTo>
                  <a:pt x="9466" y="12023"/>
                </a:lnTo>
                <a:lnTo>
                  <a:pt x="13128" y="11953"/>
                </a:lnTo>
                <a:lnTo>
                  <a:pt x="15270" y="11884"/>
                </a:lnTo>
                <a:lnTo>
                  <a:pt x="16030" y="11815"/>
                </a:lnTo>
                <a:lnTo>
                  <a:pt x="16583" y="11746"/>
                </a:lnTo>
                <a:lnTo>
                  <a:pt x="17412" y="11539"/>
                </a:lnTo>
                <a:lnTo>
                  <a:pt x="18172" y="11124"/>
                </a:lnTo>
                <a:lnTo>
                  <a:pt x="18862" y="10641"/>
                </a:lnTo>
                <a:lnTo>
                  <a:pt x="19208" y="10364"/>
                </a:lnTo>
                <a:lnTo>
                  <a:pt x="19484" y="10088"/>
                </a:lnTo>
                <a:lnTo>
                  <a:pt x="19761" y="9535"/>
                </a:lnTo>
                <a:lnTo>
                  <a:pt x="20037" y="8983"/>
                </a:lnTo>
                <a:lnTo>
                  <a:pt x="20037" y="8706"/>
                </a:lnTo>
                <a:lnTo>
                  <a:pt x="20037" y="8430"/>
                </a:lnTo>
                <a:lnTo>
                  <a:pt x="20037" y="8154"/>
                </a:lnTo>
                <a:lnTo>
                  <a:pt x="19899" y="7877"/>
                </a:lnTo>
                <a:lnTo>
                  <a:pt x="19761" y="7601"/>
                </a:lnTo>
                <a:lnTo>
                  <a:pt x="19553" y="7394"/>
                </a:lnTo>
                <a:lnTo>
                  <a:pt x="19139" y="7048"/>
                </a:lnTo>
                <a:lnTo>
                  <a:pt x="18586" y="6841"/>
                </a:lnTo>
                <a:lnTo>
                  <a:pt x="17964" y="6703"/>
                </a:lnTo>
                <a:lnTo>
                  <a:pt x="17273" y="6564"/>
                </a:lnTo>
                <a:lnTo>
                  <a:pt x="16168" y="6564"/>
                </a:lnTo>
                <a:lnTo>
                  <a:pt x="15823" y="6634"/>
                </a:lnTo>
                <a:lnTo>
                  <a:pt x="15477" y="6772"/>
                </a:lnTo>
                <a:lnTo>
                  <a:pt x="15201" y="6979"/>
                </a:lnTo>
                <a:lnTo>
                  <a:pt x="15408" y="6634"/>
                </a:lnTo>
                <a:lnTo>
                  <a:pt x="15615" y="6288"/>
                </a:lnTo>
                <a:lnTo>
                  <a:pt x="15823" y="5874"/>
                </a:lnTo>
                <a:lnTo>
                  <a:pt x="15892" y="5459"/>
                </a:lnTo>
                <a:lnTo>
                  <a:pt x="15892" y="5044"/>
                </a:lnTo>
                <a:lnTo>
                  <a:pt x="15823" y="4630"/>
                </a:lnTo>
                <a:lnTo>
                  <a:pt x="15684" y="4284"/>
                </a:lnTo>
                <a:lnTo>
                  <a:pt x="15477" y="3939"/>
                </a:lnTo>
                <a:lnTo>
                  <a:pt x="15063" y="3663"/>
                </a:lnTo>
                <a:lnTo>
                  <a:pt x="14648" y="3455"/>
                </a:lnTo>
                <a:lnTo>
                  <a:pt x="14233" y="3386"/>
                </a:lnTo>
                <a:lnTo>
                  <a:pt x="13750" y="3317"/>
                </a:lnTo>
                <a:lnTo>
                  <a:pt x="13197" y="3386"/>
                </a:lnTo>
                <a:lnTo>
                  <a:pt x="12575" y="3455"/>
                </a:lnTo>
                <a:lnTo>
                  <a:pt x="12092" y="3732"/>
                </a:lnTo>
                <a:lnTo>
                  <a:pt x="11815" y="3870"/>
                </a:lnTo>
                <a:lnTo>
                  <a:pt x="11608" y="4077"/>
                </a:lnTo>
                <a:lnTo>
                  <a:pt x="11608" y="3386"/>
                </a:lnTo>
                <a:lnTo>
                  <a:pt x="11470" y="2695"/>
                </a:lnTo>
                <a:lnTo>
                  <a:pt x="11194" y="2074"/>
                </a:lnTo>
                <a:lnTo>
                  <a:pt x="10848" y="1452"/>
                </a:lnTo>
                <a:lnTo>
                  <a:pt x="10572" y="1037"/>
                </a:lnTo>
                <a:lnTo>
                  <a:pt x="10157" y="692"/>
                </a:lnTo>
                <a:lnTo>
                  <a:pt x="9743" y="346"/>
                </a:lnTo>
                <a:lnTo>
                  <a:pt x="9259" y="139"/>
                </a:lnTo>
                <a:lnTo>
                  <a:pt x="8775" y="1"/>
                </a:lnTo>
                <a:close/>
              </a:path>
            </a:pathLst>
          </a:custGeom>
          <a:solidFill>
            <a:schemeClr val="accent4"/>
          </a:solidFill>
          <a:ln>
            <a:noFill/>
          </a:ln>
          <a:effectLst>
            <a:outerShdw blurRad="57150" algn="bl" rotWithShape="0">
              <a:schemeClr val="dk1">
                <a:alpha val="2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chemeClr val="dk1"/>
              </a:buClr>
              <a:buSzPts val="3000"/>
              <a:buFont typeface="McLaren"/>
              <a:buNone/>
              <a:defRPr sz="3000" b="1">
                <a:solidFill>
                  <a:schemeClr val="dk1"/>
                </a:solidFill>
                <a:latin typeface="McLaren"/>
                <a:ea typeface="McLaren"/>
                <a:cs typeface="McLaren"/>
                <a:sym typeface="McLaren"/>
              </a:defRPr>
            </a:lvl1pPr>
            <a:lvl2pPr lvl="1" algn="ctr"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2pPr>
            <a:lvl3pPr lvl="2" algn="ctr"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3pPr>
            <a:lvl4pPr lvl="3" algn="ctr"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4pPr>
            <a:lvl5pPr lvl="4" algn="ctr"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5pPr>
            <a:lvl6pPr lvl="5" algn="ctr"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6pPr>
            <a:lvl7pPr lvl="6" algn="ctr"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7pPr>
            <a:lvl8pPr lvl="7" algn="ctr"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8pPr>
            <a:lvl9pPr lvl="8" algn="ctr"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1pPr>
            <a:lvl2pPr marL="914400" lvl="1" indent="-317500">
              <a:lnSpc>
                <a:spcPct val="100000"/>
              </a:lnSpc>
              <a:spcBef>
                <a:spcPts val="1600"/>
              </a:spcBef>
              <a:spcAft>
                <a:spcPts val="0"/>
              </a:spcAft>
              <a:buClr>
                <a:schemeClr val="dk1"/>
              </a:buClr>
              <a:buSzPts val="1400"/>
              <a:buFont typeface="Nunito"/>
              <a:buChar char="○"/>
              <a:defRPr>
                <a:solidFill>
                  <a:schemeClr val="dk1"/>
                </a:solidFill>
                <a:latin typeface="Nunito"/>
                <a:ea typeface="Nunito"/>
                <a:cs typeface="Nunito"/>
                <a:sym typeface="Nunito"/>
              </a:defRPr>
            </a:lvl2pPr>
            <a:lvl3pPr marL="1371600" lvl="2" indent="-317500">
              <a:lnSpc>
                <a:spcPct val="100000"/>
              </a:lnSpc>
              <a:spcBef>
                <a:spcPts val="1600"/>
              </a:spcBef>
              <a:spcAft>
                <a:spcPts val="0"/>
              </a:spcAft>
              <a:buClr>
                <a:schemeClr val="dk1"/>
              </a:buClr>
              <a:buSzPts val="1400"/>
              <a:buFont typeface="Nunito"/>
              <a:buChar char="■"/>
              <a:defRPr>
                <a:solidFill>
                  <a:schemeClr val="dk1"/>
                </a:solidFill>
                <a:latin typeface="Nunito"/>
                <a:ea typeface="Nunito"/>
                <a:cs typeface="Nunito"/>
                <a:sym typeface="Nunito"/>
              </a:defRPr>
            </a:lvl3pPr>
            <a:lvl4pPr marL="1828800" lvl="3" indent="-317500">
              <a:lnSpc>
                <a:spcPct val="100000"/>
              </a:lnSpc>
              <a:spcBef>
                <a:spcPts val="1600"/>
              </a:spcBef>
              <a:spcAft>
                <a:spcPts val="0"/>
              </a:spcAft>
              <a:buClr>
                <a:schemeClr val="dk1"/>
              </a:buClr>
              <a:buSzPts val="1400"/>
              <a:buFont typeface="Nunito"/>
              <a:buChar char="●"/>
              <a:defRPr>
                <a:solidFill>
                  <a:schemeClr val="dk1"/>
                </a:solidFill>
                <a:latin typeface="Nunito"/>
                <a:ea typeface="Nunito"/>
                <a:cs typeface="Nunito"/>
                <a:sym typeface="Nunito"/>
              </a:defRPr>
            </a:lvl4pPr>
            <a:lvl5pPr marL="2286000" lvl="4" indent="-317500">
              <a:lnSpc>
                <a:spcPct val="100000"/>
              </a:lnSpc>
              <a:spcBef>
                <a:spcPts val="1600"/>
              </a:spcBef>
              <a:spcAft>
                <a:spcPts val="0"/>
              </a:spcAft>
              <a:buClr>
                <a:schemeClr val="dk1"/>
              </a:buClr>
              <a:buSzPts val="1400"/>
              <a:buFont typeface="Nunito"/>
              <a:buChar char="○"/>
              <a:defRPr>
                <a:solidFill>
                  <a:schemeClr val="dk1"/>
                </a:solidFill>
                <a:latin typeface="Nunito"/>
                <a:ea typeface="Nunito"/>
                <a:cs typeface="Nunito"/>
                <a:sym typeface="Nunito"/>
              </a:defRPr>
            </a:lvl5pPr>
            <a:lvl6pPr marL="2743200" lvl="5" indent="-317500">
              <a:lnSpc>
                <a:spcPct val="100000"/>
              </a:lnSpc>
              <a:spcBef>
                <a:spcPts val="1600"/>
              </a:spcBef>
              <a:spcAft>
                <a:spcPts val="0"/>
              </a:spcAft>
              <a:buClr>
                <a:schemeClr val="dk1"/>
              </a:buClr>
              <a:buSzPts val="1400"/>
              <a:buFont typeface="Nunito"/>
              <a:buChar char="■"/>
              <a:defRPr>
                <a:solidFill>
                  <a:schemeClr val="dk1"/>
                </a:solidFill>
                <a:latin typeface="Nunito"/>
                <a:ea typeface="Nunito"/>
                <a:cs typeface="Nunito"/>
                <a:sym typeface="Nunito"/>
              </a:defRPr>
            </a:lvl6pPr>
            <a:lvl7pPr marL="3200400" lvl="6" indent="-317500">
              <a:lnSpc>
                <a:spcPct val="100000"/>
              </a:lnSpc>
              <a:spcBef>
                <a:spcPts val="1600"/>
              </a:spcBef>
              <a:spcAft>
                <a:spcPts val="0"/>
              </a:spcAft>
              <a:buClr>
                <a:schemeClr val="dk1"/>
              </a:buClr>
              <a:buSzPts val="1400"/>
              <a:buFont typeface="Nunito"/>
              <a:buChar char="●"/>
              <a:defRPr>
                <a:solidFill>
                  <a:schemeClr val="dk1"/>
                </a:solidFill>
                <a:latin typeface="Nunito"/>
                <a:ea typeface="Nunito"/>
                <a:cs typeface="Nunito"/>
                <a:sym typeface="Nunito"/>
              </a:defRPr>
            </a:lvl7pPr>
            <a:lvl8pPr marL="3657600" lvl="7" indent="-317500">
              <a:lnSpc>
                <a:spcPct val="100000"/>
              </a:lnSpc>
              <a:spcBef>
                <a:spcPts val="1600"/>
              </a:spcBef>
              <a:spcAft>
                <a:spcPts val="0"/>
              </a:spcAft>
              <a:buClr>
                <a:schemeClr val="dk1"/>
              </a:buClr>
              <a:buSzPts val="1400"/>
              <a:buFont typeface="Nunito"/>
              <a:buChar char="○"/>
              <a:defRPr>
                <a:solidFill>
                  <a:schemeClr val="dk1"/>
                </a:solidFill>
                <a:latin typeface="Nunito"/>
                <a:ea typeface="Nunito"/>
                <a:cs typeface="Nunito"/>
                <a:sym typeface="Nunito"/>
              </a:defRPr>
            </a:lvl8pPr>
            <a:lvl9pPr marL="4114800" lvl="8" indent="-317500">
              <a:lnSpc>
                <a:spcPct val="100000"/>
              </a:lnSpc>
              <a:spcBef>
                <a:spcPts val="1600"/>
              </a:spcBef>
              <a:spcAft>
                <a:spcPts val="1600"/>
              </a:spcAft>
              <a:buClr>
                <a:schemeClr val="dk1"/>
              </a:buClr>
              <a:buSzPts val="1400"/>
              <a:buFont typeface="Nunito"/>
              <a:buChar char="■"/>
              <a:defRPr>
                <a:solidFill>
                  <a:schemeClr val="dk1"/>
                </a:solidFill>
                <a:latin typeface="Nunito"/>
                <a:ea typeface="Nunito"/>
                <a:cs typeface="Nunito"/>
                <a:sym typeface="Nunit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3" r:id="rId4"/>
    <p:sldLayoutId id="2147483654" r:id="rId5"/>
    <p:sldLayoutId id="2147483655" r:id="rId6"/>
    <p:sldLayoutId id="2147483656" r:id="rId7"/>
    <p:sldLayoutId id="2147483657" r:id="rId8"/>
    <p:sldLayoutId id="2147483658" r:id="rId9"/>
    <p:sldLayoutId id="2147483660" r:id="rId10"/>
    <p:sldLayoutId id="2147483662" r:id="rId11"/>
    <p:sldLayoutId id="2147483666" r:id="rId12"/>
    <p:sldLayoutId id="2147483671" r:id="rId13"/>
    <p:sldLayoutId id="2147483672" r:id="rId1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28"/>
        <p:cNvGrpSpPr/>
        <p:nvPr/>
      </p:nvGrpSpPr>
      <p:grpSpPr>
        <a:xfrm>
          <a:off x="0" y="0"/>
          <a:ext cx="0" cy="0"/>
          <a:chOff x="0" y="0"/>
          <a:chExt cx="0" cy="0"/>
        </a:xfrm>
      </p:grpSpPr>
      <p:grpSp>
        <p:nvGrpSpPr>
          <p:cNvPr id="229" name="Google Shape;229;p30"/>
          <p:cNvGrpSpPr/>
          <p:nvPr/>
        </p:nvGrpSpPr>
        <p:grpSpPr>
          <a:xfrm>
            <a:off x="10" y="3453440"/>
            <a:ext cx="1765090" cy="4005047"/>
            <a:chOff x="10" y="3607540"/>
            <a:chExt cx="1765090" cy="4005047"/>
          </a:xfrm>
        </p:grpSpPr>
        <p:sp>
          <p:nvSpPr>
            <p:cNvPr id="230" name="Google Shape;230;p30"/>
            <p:cNvSpPr/>
            <p:nvPr/>
          </p:nvSpPr>
          <p:spPr>
            <a:xfrm>
              <a:off x="10" y="3607542"/>
              <a:ext cx="1765055" cy="4005045"/>
            </a:xfrm>
            <a:custGeom>
              <a:avLst/>
              <a:gdLst/>
              <a:ahLst/>
              <a:cxnLst/>
              <a:rect l="l" t="t" r="r" b="b"/>
              <a:pathLst>
                <a:path w="21165" h="48025" extrusionOk="0">
                  <a:moveTo>
                    <a:pt x="8995" y="0"/>
                  </a:moveTo>
                  <a:lnTo>
                    <a:pt x="8466" y="81"/>
                  </a:lnTo>
                  <a:lnTo>
                    <a:pt x="8181" y="163"/>
                  </a:lnTo>
                  <a:lnTo>
                    <a:pt x="7937" y="204"/>
                  </a:lnTo>
                  <a:lnTo>
                    <a:pt x="7693" y="326"/>
                  </a:lnTo>
                  <a:lnTo>
                    <a:pt x="7448" y="407"/>
                  </a:lnTo>
                  <a:lnTo>
                    <a:pt x="6960" y="651"/>
                  </a:lnTo>
                  <a:lnTo>
                    <a:pt x="6553" y="977"/>
                  </a:lnTo>
                  <a:lnTo>
                    <a:pt x="6146" y="1262"/>
                  </a:lnTo>
                  <a:lnTo>
                    <a:pt x="5821" y="1587"/>
                  </a:lnTo>
                  <a:lnTo>
                    <a:pt x="5576" y="1913"/>
                  </a:lnTo>
                  <a:lnTo>
                    <a:pt x="5332" y="2198"/>
                  </a:lnTo>
                  <a:lnTo>
                    <a:pt x="4966" y="2849"/>
                  </a:lnTo>
                  <a:lnTo>
                    <a:pt x="4803" y="3215"/>
                  </a:lnTo>
                  <a:lnTo>
                    <a:pt x="4640" y="3541"/>
                  </a:lnTo>
                  <a:lnTo>
                    <a:pt x="4559" y="3826"/>
                  </a:lnTo>
                  <a:lnTo>
                    <a:pt x="4477" y="4151"/>
                  </a:lnTo>
                  <a:lnTo>
                    <a:pt x="4477" y="4273"/>
                  </a:lnTo>
                  <a:lnTo>
                    <a:pt x="4477" y="4395"/>
                  </a:lnTo>
                  <a:lnTo>
                    <a:pt x="4518" y="4518"/>
                  </a:lnTo>
                  <a:lnTo>
                    <a:pt x="4518" y="4640"/>
                  </a:lnTo>
                  <a:lnTo>
                    <a:pt x="4640" y="4802"/>
                  </a:lnTo>
                  <a:lnTo>
                    <a:pt x="4681" y="4802"/>
                  </a:lnTo>
                  <a:lnTo>
                    <a:pt x="4722" y="4843"/>
                  </a:lnTo>
                  <a:lnTo>
                    <a:pt x="4762" y="4884"/>
                  </a:lnTo>
                  <a:lnTo>
                    <a:pt x="4803" y="4925"/>
                  </a:lnTo>
                  <a:lnTo>
                    <a:pt x="4844" y="4925"/>
                  </a:lnTo>
                  <a:lnTo>
                    <a:pt x="4966" y="5006"/>
                  </a:lnTo>
                  <a:lnTo>
                    <a:pt x="5047" y="5006"/>
                  </a:lnTo>
                  <a:lnTo>
                    <a:pt x="5129" y="5047"/>
                  </a:lnTo>
                  <a:lnTo>
                    <a:pt x="5332" y="5087"/>
                  </a:lnTo>
                  <a:lnTo>
                    <a:pt x="5454" y="5128"/>
                  </a:lnTo>
                  <a:lnTo>
                    <a:pt x="5698" y="5128"/>
                  </a:lnTo>
                  <a:lnTo>
                    <a:pt x="5658" y="5169"/>
                  </a:lnTo>
                  <a:lnTo>
                    <a:pt x="5576" y="5372"/>
                  </a:lnTo>
                  <a:lnTo>
                    <a:pt x="5576" y="5535"/>
                  </a:lnTo>
                  <a:lnTo>
                    <a:pt x="5536" y="5698"/>
                  </a:lnTo>
                  <a:lnTo>
                    <a:pt x="5576" y="5901"/>
                  </a:lnTo>
                  <a:lnTo>
                    <a:pt x="5617" y="6105"/>
                  </a:lnTo>
                  <a:lnTo>
                    <a:pt x="5495" y="6186"/>
                  </a:lnTo>
                  <a:lnTo>
                    <a:pt x="5169" y="6390"/>
                  </a:lnTo>
                  <a:lnTo>
                    <a:pt x="4925" y="6634"/>
                  </a:lnTo>
                  <a:lnTo>
                    <a:pt x="4640" y="6878"/>
                  </a:lnTo>
                  <a:lnTo>
                    <a:pt x="4396" y="7163"/>
                  </a:lnTo>
                  <a:lnTo>
                    <a:pt x="4152" y="7448"/>
                  </a:lnTo>
                  <a:lnTo>
                    <a:pt x="3989" y="7733"/>
                  </a:lnTo>
                  <a:lnTo>
                    <a:pt x="3826" y="8058"/>
                  </a:lnTo>
                  <a:lnTo>
                    <a:pt x="3704" y="8343"/>
                  </a:lnTo>
                  <a:lnTo>
                    <a:pt x="3623" y="8669"/>
                  </a:lnTo>
                  <a:lnTo>
                    <a:pt x="3541" y="9035"/>
                  </a:lnTo>
                  <a:lnTo>
                    <a:pt x="3501" y="9361"/>
                  </a:lnTo>
                  <a:lnTo>
                    <a:pt x="3501" y="9686"/>
                  </a:lnTo>
                  <a:lnTo>
                    <a:pt x="3541" y="10053"/>
                  </a:lnTo>
                  <a:lnTo>
                    <a:pt x="3623" y="10419"/>
                  </a:lnTo>
                  <a:lnTo>
                    <a:pt x="3745" y="10785"/>
                  </a:lnTo>
                  <a:lnTo>
                    <a:pt x="3908" y="11192"/>
                  </a:lnTo>
                  <a:lnTo>
                    <a:pt x="4111" y="11599"/>
                  </a:lnTo>
                  <a:lnTo>
                    <a:pt x="4355" y="12006"/>
                  </a:lnTo>
                  <a:lnTo>
                    <a:pt x="4600" y="12373"/>
                  </a:lnTo>
                  <a:lnTo>
                    <a:pt x="4925" y="12739"/>
                  </a:lnTo>
                  <a:lnTo>
                    <a:pt x="4966" y="12779"/>
                  </a:lnTo>
                  <a:lnTo>
                    <a:pt x="4844" y="12902"/>
                  </a:lnTo>
                  <a:lnTo>
                    <a:pt x="4722" y="13024"/>
                  </a:lnTo>
                  <a:lnTo>
                    <a:pt x="4640" y="13227"/>
                  </a:lnTo>
                  <a:lnTo>
                    <a:pt x="4559" y="13512"/>
                  </a:lnTo>
                  <a:lnTo>
                    <a:pt x="4437" y="14489"/>
                  </a:lnTo>
                  <a:lnTo>
                    <a:pt x="4437" y="14692"/>
                  </a:lnTo>
                  <a:lnTo>
                    <a:pt x="4396" y="14774"/>
                  </a:lnTo>
                  <a:lnTo>
                    <a:pt x="4315" y="15751"/>
                  </a:lnTo>
                  <a:lnTo>
                    <a:pt x="4274" y="16076"/>
                  </a:lnTo>
                  <a:lnTo>
                    <a:pt x="4233" y="16239"/>
                  </a:lnTo>
                  <a:lnTo>
                    <a:pt x="4111" y="17948"/>
                  </a:lnTo>
                  <a:lnTo>
                    <a:pt x="3948" y="19698"/>
                  </a:lnTo>
                  <a:lnTo>
                    <a:pt x="3867" y="20797"/>
                  </a:lnTo>
                  <a:lnTo>
                    <a:pt x="1832" y="26007"/>
                  </a:lnTo>
                  <a:lnTo>
                    <a:pt x="937" y="26943"/>
                  </a:lnTo>
                  <a:lnTo>
                    <a:pt x="326" y="27553"/>
                  </a:lnTo>
                  <a:lnTo>
                    <a:pt x="163" y="27757"/>
                  </a:lnTo>
                  <a:lnTo>
                    <a:pt x="123" y="27838"/>
                  </a:lnTo>
                  <a:lnTo>
                    <a:pt x="123" y="27879"/>
                  </a:lnTo>
                  <a:lnTo>
                    <a:pt x="123" y="27920"/>
                  </a:lnTo>
                  <a:lnTo>
                    <a:pt x="326" y="27920"/>
                  </a:lnTo>
                  <a:lnTo>
                    <a:pt x="448" y="27838"/>
                  </a:lnTo>
                  <a:lnTo>
                    <a:pt x="285" y="28204"/>
                  </a:lnTo>
                  <a:lnTo>
                    <a:pt x="123" y="28571"/>
                  </a:lnTo>
                  <a:lnTo>
                    <a:pt x="1" y="28978"/>
                  </a:lnTo>
                  <a:lnTo>
                    <a:pt x="1" y="29181"/>
                  </a:lnTo>
                  <a:lnTo>
                    <a:pt x="1" y="29344"/>
                  </a:lnTo>
                  <a:lnTo>
                    <a:pt x="1" y="29425"/>
                  </a:lnTo>
                  <a:lnTo>
                    <a:pt x="82" y="29507"/>
                  </a:lnTo>
                  <a:lnTo>
                    <a:pt x="123" y="29547"/>
                  </a:lnTo>
                  <a:lnTo>
                    <a:pt x="204" y="29588"/>
                  </a:lnTo>
                  <a:lnTo>
                    <a:pt x="285" y="29588"/>
                  </a:lnTo>
                  <a:lnTo>
                    <a:pt x="407" y="29547"/>
                  </a:lnTo>
                  <a:lnTo>
                    <a:pt x="530" y="29425"/>
                  </a:lnTo>
                  <a:lnTo>
                    <a:pt x="692" y="29263"/>
                  </a:lnTo>
                  <a:lnTo>
                    <a:pt x="1140" y="28815"/>
                  </a:lnTo>
                  <a:lnTo>
                    <a:pt x="1751" y="28123"/>
                  </a:lnTo>
                  <a:lnTo>
                    <a:pt x="1751" y="28123"/>
                  </a:lnTo>
                  <a:lnTo>
                    <a:pt x="1710" y="28286"/>
                  </a:lnTo>
                  <a:lnTo>
                    <a:pt x="1628" y="28652"/>
                  </a:lnTo>
                  <a:lnTo>
                    <a:pt x="1628" y="28815"/>
                  </a:lnTo>
                  <a:lnTo>
                    <a:pt x="1628" y="28978"/>
                  </a:lnTo>
                  <a:lnTo>
                    <a:pt x="1628" y="29059"/>
                  </a:lnTo>
                  <a:lnTo>
                    <a:pt x="1669" y="29100"/>
                  </a:lnTo>
                  <a:lnTo>
                    <a:pt x="1710" y="29140"/>
                  </a:lnTo>
                  <a:lnTo>
                    <a:pt x="1751" y="29140"/>
                  </a:lnTo>
                  <a:lnTo>
                    <a:pt x="1832" y="29100"/>
                  </a:lnTo>
                  <a:lnTo>
                    <a:pt x="1913" y="29018"/>
                  </a:lnTo>
                  <a:lnTo>
                    <a:pt x="2035" y="28774"/>
                  </a:lnTo>
                  <a:lnTo>
                    <a:pt x="2198" y="28408"/>
                  </a:lnTo>
                  <a:lnTo>
                    <a:pt x="2361" y="28001"/>
                  </a:lnTo>
                  <a:lnTo>
                    <a:pt x="2646" y="27228"/>
                  </a:lnTo>
                  <a:lnTo>
                    <a:pt x="2727" y="26902"/>
                  </a:lnTo>
                  <a:lnTo>
                    <a:pt x="3134" y="26292"/>
                  </a:lnTo>
                  <a:lnTo>
                    <a:pt x="4111" y="24826"/>
                  </a:lnTo>
                  <a:lnTo>
                    <a:pt x="4640" y="23972"/>
                  </a:lnTo>
                  <a:lnTo>
                    <a:pt x="5129" y="23076"/>
                  </a:lnTo>
                  <a:lnTo>
                    <a:pt x="5576" y="22222"/>
                  </a:lnTo>
                  <a:lnTo>
                    <a:pt x="5739" y="21855"/>
                  </a:lnTo>
                  <a:lnTo>
                    <a:pt x="5861" y="21530"/>
                  </a:lnTo>
                  <a:lnTo>
                    <a:pt x="6065" y="20879"/>
                  </a:lnTo>
                  <a:lnTo>
                    <a:pt x="6268" y="20146"/>
                  </a:lnTo>
                  <a:lnTo>
                    <a:pt x="6634" y="18640"/>
                  </a:lnTo>
                  <a:lnTo>
                    <a:pt x="6879" y="17460"/>
                  </a:lnTo>
                  <a:lnTo>
                    <a:pt x="7001" y="16931"/>
                  </a:lnTo>
                  <a:lnTo>
                    <a:pt x="7286" y="21448"/>
                  </a:lnTo>
                  <a:lnTo>
                    <a:pt x="6675" y="22303"/>
                  </a:lnTo>
                  <a:lnTo>
                    <a:pt x="6146" y="23198"/>
                  </a:lnTo>
                  <a:lnTo>
                    <a:pt x="5658" y="24094"/>
                  </a:lnTo>
                  <a:lnTo>
                    <a:pt x="5291" y="24908"/>
                  </a:lnTo>
                  <a:lnTo>
                    <a:pt x="4925" y="25722"/>
                  </a:lnTo>
                  <a:lnTo>
                    <a:pt x="4640" y="26536"/>
                  </a:lnTo>
                  <a:lnTo>
                    <a:pt x="4355" y="27268"/>
                  </a:lnTo>
                  <a:lnTo>
                    <a:pt x="4152" y="27960"/>
                  </a:lnTo>
                  <a:lnTo>
                    <a:pt x="4030" y="28611"/>
                  </a:lnTo>
                  <a:lnTo>
                    <a:pt x="3908" y="29140"/>
                  </a:lnTo>
                  <a:lnTo>
                    <a:pt x="3704" y="30077"/>
                  </a:lnTo>
                  <a:lnTo>
                    <a:pt x="3663" y="30565"/>
                  </a:lnTo>
                  <a:lnTo>
                    <a:pt x="3623" y="30646"/>
                  </a:lnTo>
                  <a:lnTo>
                    <a:pt x="3623" y="30891"/>
                  </a:lnTo>
                  <a:lnTo>
                    <a:pt x="5698" y="30891"/>
                  </a:lnTo>
                  <a:lnTo>
                    <a:pt x="5332" y="33862"/>
                  </a:lnTo>
                  <a:lnTo>
                    <a:pt x="4803" y="38216"/>
                  </a:lnTo>
                  <a:lnTo>
                    <a:pt x="4355" y="41757"/>
                  </a:lnTo>
                  <a:lnTo>
                    <a:pt x="4233" y="42571"/>
                  </a:lnTo>
                  <a:lnTo>
                    <a:pt x="4111" y="43548"/>
                  </a:lnTo>
                  <a:lnTo>
                    <a:pt x="3908" y="44606"/>
                  </a:lnTo>
                  <a:lnTo>
                    <a:pt x="3745" y="45095"/>
                  </a:lnTo>
                  <a:lnTo>
                    <a:pt x="3623" y="45542"/>
                  </a:lnTo>
                  <a:lnTo>
                    <a:pt x="3541" y="45705"/>
                  </a:lnTo>
                  <a:lnTo>
                    <a:pt x="3460" y="45908"/>
                  </a:lnTo>
                  <a:lnTo>
                    <a:pt x="3379" y="46071"/>
                  </a:lnTo>
                  <a:lnTo>
                    <a:pt x="3256" y="46275"/>
                  </a:lnTo>
                  <a:lnTo>
                    <a:pt x="3012" y="46519"/>
                  </a:lnTo>
                  <a:lnTo>
                    <a:pt x="2727" y="46804"/>
                  </a:lnTo>
                  <a:lnTo>
                    <a:pt x="2402" y="47007"/>
                  </a:lnTo>
                  <a:lnTo>
                    <a:pt x="2158" y="47170"/>
                  </a:lnTo>
                  <a:lnTo>
                    <a:pt x="1913" y="47292"/>
                  </a:lnTo>
                  <a:lnTo>
                    <a:pt x="1710" y="47414"/>
                  </a:lnTo>
                  <a:lnTo>
                    <a:pt x="1547" y="47496"/>
                  </a:lnTo>
                  <a:lnTo>
                    <a:pt x="1425" y="47577"/>
                  </a:lnTo>
                  <a:lnTo>
                    <a:pt x="1384" y="47699"/>
                  </a:lnTo>
                  <a:lnTo>
                    <a:pt x="1303" y="47781"/>
                  </a:lnTo>
                  <a:lnTo>
                    <a:pt x="1303" y="47943"/>
                  </a:lnTo>
                  <a:lnTo>
                    <a:pt x="1303" y="48025"/>
                  </a:lnTo>
                  <a:lnTo>
                    <a:pt x="3826" y="48025"/>
                  </a:lnTo>
                  <a:lnTo>
                    <a:pt x="3989" y="47984"/>
                  </a:lnTo>
                  <a:lnTo>
                    <a:pt x="4111" y="47903"/>
                  </a:lnTo>
                  <a:lnTo>
                    <a:pt x="4233" y="47781"/>
                  </a:lnTo>
                  <a:lnTo>
                    <a:pt x="4355" y="47659"/>
                  </a:lnTo>
                  <a:lnTo>
                    <a:pt x="4437" y="47536"/>
                  </a:lnTo>
                  <a:lnTo>
                    <a:pt x="4559" y="47252"/>
                  </a:lnTo>
                  <a:lnTo>
                    <a:pt x="4762" y="46722"/>
                  </a:lnTo>
                  <a:lnTo>
                    <a:pt x="4844" y="46600"/>
                  </a:lnTo>
                  <a:lnTo>
                    <a:pt x="4884" y="46560"/>
                  </a:lnTo>
                  <a:lnTo>
                    <a:pt x="4925" y="46600"/>
                  </a:lnTo>
                  <a:lnTo>
                    <a:pt x="4966" y="46600"/>
                  </a:lnTo>
                  <a:lnTo>
                    <a:pt x="5007" y="46682"/>
                  </a:lnTo>
                  <a:lnTo>
                    <a:pt x="5047" y="46885"/>
                  </a:lnTo>
                  <a:lnTo>
                    <a:pt x="5088" y="47089"/>
                  </a:lnTo>
                  <a:lnTo>
                    <a:pt x="5088" y="47374"/>
                  </a:lnTo>
                  <a:lnTo>
                    <a:pt x="5088" y="47821"/>
                  </a:lnTo>
                  <a:lnTo>
                    <a:pt x="5088" y="48025"/>
                  </a:lnTo>
                  <a:lnTo>
                    <a:pt x="5780" y="48025"/>
                  </a:lnTo>
                  <a:lnTo>
                    <a:pt x="5780" y="47618"/>
                  </a:lnTo>
                  <a:lnTo>
                    <a:pt x="5780" y="47577"/>
                  </a:lnTo>
                  <a:lnTo>
                    <a:pt x="5780" y="46519"/>
                  </a:lnTo>
                  <a:lnTo>
                    <a:pt x="5780" y="46356"/>
                  </a:lnTo>
                  <a:lnTo>
                    <a:pt x="5821" y="45583"/>
                  </a:lnTo>
                  <a:lnTo>
                    <a:pt x="5861" y="44932"/>
                  </a:lnTo>
                  <a:lnTo>
                    <a:pt x="5902" y="44688"/>
                  </a:lnTo>
                  <a:lnTo>
                    <a:pt x="5983" y="43955"/>
                  </a:lnTo>
                  <a:lnTo>
                    <a:pt x="6024" y="43629"/>
                  </a:lnTo>
                  <a:lnTo>
                    <a:pt x="6065" y="43589"/>
                  </a:lnTo>
                  <a:lnTo>
                    <a:pt x="6065" y="43548"/>
                  </a:lnTo>
                  <a:lnTo>
                    <a:pt x="6146" y="43182"/>
                  </a:lnTo>
                  <a:lnTo>
                    <a:pt x="6350" y="42246"/>
                  </a:lnTo>
                  <a:lnTo>
                    <a:pt x="6594" y="41187"/>
                  </a:lnTo>
                  <a:lnTo>
                    <a:pt x="7164" y="38949"/>
                  </a:lnTo>
                  <a:lnTo>
                    <a:pt x="7815" y="36588"/>
                  </a:lnTo>
                  <a:lnTo>
                    <a:pt x="8466" y="34309"/>
                  </a:lnTo>
                  <a:lnTo>
                    <a:pt x="9443" y="30891"/>
                  </a:lnTo>
                  <a:lnTo>
                    <a:pt x="10786" y="30891"/>
                  </a:lnTo>
                  <a:lnTo>
                    <a:pt x="11803" y="34309"/>
                  </a:lnTo>
                  <a:lnTo>
                    <a:pt x="12414" y="36588"/>
                  </a:lnTo>
                  <a:lnTo>
                    <a:pt x="13065" y="38949"/>
                  </a:lnTo>
                  <a:lnTo>
                    <a:pt x="13635" y="41187"/>
                  </a:lnTo>
                  <a:lnTo>
                    <a:pt x="13879" y="42246"/>
                  </a:lnTo>
                  <a:lnTo>
                    <a:pt x="14123" y="43182"/>
                  </a:lnTo>
                  <a:lnTo>
                    <a:pt x="14205" y="43548"/>
                  </a:lnTo>
                  <a:lnTo>
                    <a:pt x="14205" y="43589"/>
                  </a:lnTo>
                  <a:lnTo>
                    <a:pt x="14286" y="44199"/>
                  </a:lnTo>
                  <a:lnTo>
                    <a:pt x="14327" y="44565"/>
                  </a:lnTo>
                  <a:lnTo>
                    <a:pt x="14367" y="44932"/>
                  </a:lnTo>
                  <a:lnTo>
                    <a:pt x="14408" y="45583"/>
                  </a:lnTo>
                  <a:lnTo>
                    <a:pt x="14449" y="46356"/>
                  </a:lnTo>
                  <a:lnTo>
                    <a:pt x="14449" y="46845"/>
                  </a:lnTo>
                  <a:lnTo>
                    <a:pt x="14449" y="47618"/>
                  </a:lnTo>
                  <a:lnTo>
                    <a:pt x="14449" y="48025"/>
                  </a:lnTo>
                  <a:lnTo>
                    <a:pt x="15141" y="48025"/>
                  </a:lnTo>
                  <a:lnTo>
                    <a:pt x="15141" y="47821"/>
                  </a:lnTo>
                  <a:lnTo>
                    <a:pt x="15141" y="47374"/>
                  </a:lnTo>
                  <a:lnTo>
                    <a:pt x="15141" y="47089"/>
                  </a:lnTo>
                  <a:lnTo>
                    <a:pt x="15222" y="46885"/>
                  </a:lnTo>
                  <a:lnTo>
                    <a:pt x="15263" y="46682"/>
                  </a:lnTo>
                  <a:lnTo>
                    <a:pt x="15263" y="46600"/>
                  </a:lnTo>
                  <a:lnTo>
                    <a:pt x="15344" y="46600"/>
                  </a:lnTo>
                  <a:lnTo>
                    <a:pt x="15344" y="46560"/>
                  </a:lnTo>
                  <a:lnTo>
                    <a:pt x="15426" y="46600"/>
                  </a:lnTo>
                  <a:lnTo>
                    <a:pt x="15466" y="46722"/>
                  </a:lnTo>
                  <a:lnTo>
                    <a:pt x="15670" y="47252"/>
                  </a:lnTo>
                  <a:lnTo>
                    <a:pt x="15833" y="47536"/>
                  </a:lnTo>
                  <a:lnTo>
                    <a:pt x="15914" y="47659"/>
                  </a:lnTo>
                  <a:lnTo>
                    <a:pt x="15995" y="47781"/>
                  </a:lnTo>
                  <a:lnTo>
                    <a:pt x="16117" y="47903"/>
                  </a:lnTo>
                  <a:lnTo>
                    <a:pt x="16240" y="47984"/>
                  </a:lnTo>
                  <a:lnTo>
                    <a:pt x="16402" y="48025"/>
                  </a:lnTo>
                  <a:lnTo>
                    <a:pt x="18966" y="48025"/>
                  </a:lnTo>
                  <a:lnTo>
                    <a:pt x="18966" y="47943"/>
                  </a:lnTo>
                  <a:lnTo>
                    <a:pt x="18926" y="47781"/>
                  </a:lnTo>
                  <a:lnTo>
                    <a:pt x="18885" y="47699"/>
                  </a:lnTo>
                  <a:lnTo>
                    <a:pt x="18804" y="47577"/>
                  </a:lnTo>
                  <a:lnTo>
                    <a:pt x="18681" y="47496"/>
                  </a:lnTo>
                  <a:lnTo>
                    <a:pt x="18559" y="47414"/>
                  </a:lnTo>
                  <a:lnTo>
                    <a:pt x="18356" y="47292"/>
                  </a:lnTo>
                  <a:lnTo>
                    <a:pt x="18112" y="47170"/>
                  </a:lnTo>
                  <a:lnTo>
                    <a:pt x="17827" y="47007"/>
                  </a:lnTo>
                  <a:lnTo>
                    <a:pt x="17542" y="46804"/>
                  </a:lnTo>
                  <a:lnTo>
                    <a:pt x="17257" y="46519"/>
                  </a:lnTo>
                  <a:lnTo>
                    <a:pt x="16972" y="46275"/>
                  </a:lnTo>
                  <a:lnTo>
                    <a:pt x="16850" y="46071"/>
                  </a:lnTo>
                  <a:lnTo>
                    <a:pt x="16769" y="45908"/>
                  </a:lnTo>
                  <a:lnTo>
                    <a:pt x="16687" y="45705"/>
                  </a:lnTo>
                  <a:lnTo>
                    <a:pt x="16606" y="45542"/>
                  </a:lnTo>
                  <a:lnTo>
                    <a:pt x="16484" y="45095"/>
                  </a:lnTo>
                  <a:lnTo>
                    <a:pt x="16362" y="44606"/>
                  </a:lnTo>
                  <a:lnTo>
                    <a:pt x="16321" y="44403"/>
                  </a:lnTo>
                  <a:lnTo>
                    <a:pt x="16158" y="43589"/>
                  </a:lnTo>
                  <a:lnTo>
                    <a:pt x="16158" y="43548"/>
                  </a:lnTo>
                  <a:lnTo>
                    <a:pt x="15995" y="42571"/>
                  </a:lnTo>
                  <a:lnTo>
                    <a:pt x="15914" y="41757"/>
                  </a:lnTo>
                  <a:lnTo>
                    <a:pt x="15426" y="38216"/>
                  </a:lnTo>
                  <a:lnTo>
                    <a:pt x="14896" y="33862"/>
                  </a:lnTo>
                  <a:lnTo>
                    <a:pt x="14530" y="30891"/>
                  </a:lnTo>
                  <a:lnTo>
                    <a:pt x="16443" y="30891"/>
                  </a:lnTo>
                  <a:lnTo>
                    <a:pt x="16443" y="30524"/>
                  </a:lnTo>
                  <a:lnTo>
                    <a:pt x="16402" y="30158"/>
                  </a:lnTo>
                  <a:lnTo>
                    <a:pt x="16240" y="29425"/>
                  </a:lnTo>
                  <a:lnTo>
                    <a:pt x="16077" y="28652"/>
                  </a:lnTo>
                  <a:lnTo>
                    <a:pt x="15833" y="27838"/>
                  </a:lnTo>
                  <a:lnTo>
                    <a:pt x="15548" y="27024"/>
                  </a:lnTo>
                  <a:lnTo>
                    <a:pt x="15263" y="26251"/>
                  </a:lnTo>
                  <a:lnTo>
                    <a:pt x="14978" y="25437"/>
                  </a:lnTo>
                  <a:lnTo>
                    <a:pt x="14652" y="24704"/>
                  </a:lnTo>
                  <a:lnTo>
                    <a:pt x="14042" y="23361"/>
                  </a:lnTo>
                  <a:lnTo>
                    <a:pt x="13513" y="22262"/>
                  </a:lnTo>
                  <a:lnTo>
                    <a:pt x="13024" y="21286"/>
                  </a:lnTo>
                  <a:lnTo>
                    <a:pt x="13431" y="17256"/>
                  </a:lnTo>
                  <a:lnTo>
                    <a:pt x="13553" y="17826"/>
                  </a:lnTo>
                  <a:lnTo>
                    <a:pt x="13716" y="18355"/>
                  </a:lnTo>
                  <a:lnTo>
                    <a:pt x="13838" y="18844"/>
                  </a:lnTo>
                  <a:lnTo>
                    <a:pt x="14042" y="19291"/>
                  </a:lnTo>
                  <a:lnTo>
                    <a:pt x="14245" y="19698"/>
                  </a:lnTo>
                  <a:lnTo>
                    <a:pt x="14449" y="20065"/>
                  </a:lnTo>
                  <a:lnTo>
                    <a:pt x="14652" y="20390"/>
                  </a:lnTo>
                  <a:lnTo>
                    <a:pt x="14856" y="20675"/>
                  </a:lnTo>
                  <a:lnTo>
                    <a:pt x="15059" y="20919"/>
                  </a:lnTo>
                  <a:lnTo>
                    <a:pt x="15222" y="21163"/>
                  </a:lnTo>
                  <a:lnTo>
                    <a:pt x="15588" y="21448"/>
                  </a:lnTo>
                  <a:lnTo>
                    <a:pt x="15833" y="21652"/>
                  </a:lnTo>
                  <a:lnTo>
                    <a:pt x="15914" y="21693"/>
                  </a:lnTo>
                  <a:lnTo>
                    <a:pt x="16117" y="21489"/>
                  </a:lnTo>
                  <a:lnTo>
                    <a:pt x="16362" y="21245"/>
                  </a:lnTo>
                  <a:lnTo>
                    <a:pt x="16809" y="20675"/>
                  </a:lnTo>
                  <a:lnTo>
                    <a:pt x="17257" y="20065"/>
                  </a:lnTo>
                  <a:lnTo>
                    <a:pt x="17705" y="19373"/>
                  </a:lnTo>
                  <a:lnTo>
                    <a:pt x="18152" y="18681"/>
                  </a:lnTo>
                  <a:lnTo>
                    <a:pt x="18559" y="17948"/>
                  </a:lnTo>
                  <a:lnTo>
                    <a:pt x="18926" y="17216"/>
                  </a:lnTo>
                  <a:lnTo>
                    <a:pt x="19292" y="16483"/>
                  </a:lnTo>
                  <a:lnTo>
                    <a:pt x="19943" y="15099"/>
                  </a:lnTo>
                  <a:lnTo>
                    <a:pt x="20472" y="13878"/>
                  </a:lnTo>
                  <a:lnTo>
                    <a:pt x="20879" y="12942"/>
                  </a:lnTo>
                  <a:lnTo>
                    <a:pt x="21083" y="12413"/>
                  </a:lnTo>
                  <a:lnTo>
                    <a:pt x="21083" y="12291"/>
                  </a:lnTo>
                  <a:lnTo>
                    <a:pt x="21164" y="12128"/>
                  </a:lnTo>
                  <a:lnTo>
                    <a:pt x="21164" y="11843"/>
                  </a:lnTo>
                  <a:lnTo>
                    <a:pt x="21123" y="11559"/>
                  </a:lnTo>
                  <a:lnTo>
                    <a:pt x="21083" y="11274"/>
                  </a:lnTo>
                  <a:lnTo>
                    <a:pt x="21001" y="11070"/>
                  </a:lnTo>
                  <a:lnTo>
                    <a:pt x="20879" y="10867"/>
                  </a:lnTo>
                  <a:lnTo>
                    <a:pt x="20798" y="10745"/>
                  </a:lnTo>
                  <a:lnTo>
                    <a:pt x="20757" y="10704"/>
                  </a:lnTo>
                  <a:lnTo>
                    <a:pt x="20635" y="10704"/>
                  </a:lnTo>
                  <a:lnTo>
                    <a:pt x="20594" y="10785"/>
                  </a:lnTo>
                  <a:lnTo>
                    <a:pt x="20432" y="10989"/>
                  </a:lnTo>
                  <a:lnTo>
                    <a:pt x="20269" y="11274"/>
                  </a:lnTo>
                  <a:lnTo>
                    <a:pt x="20106" y="11559"/>
                  </a:lnTo>
                  <a:lnTo>
                    <a:pt x="19862" y="12169"/>
                  </a:lnTo>
                  <a:lnTo>
                    <a:pt x="19740" y="12454"/>
                  </a:lnTo>
                  <a:lnTo>
                    <a:pt x="19699" y="12291"/>
                  </a:lnTo>
                  <a:lnTo>
                    <a:pt x="19618" y="11966"/>
                  </a:lnTo>
                  <a:lnTo>
                    <a:pt x="19536" y="11762"/>
                  </a:lnTo>
                  <a:lnTo>
                    <a:pt x="19455" y="11599"/>
                  </a:lnTo>
                  <a:lnTo>
                    <a:pt x="19414" y="11559"/>
                  </a:lnTo>
                  <a:lnTo>
                    <a:pt x="19373" y="11518"/>
                  </a:lnTo>
                  <a:lnTo>
                    <a:pt x="19333" y="11518"/>
                  </a:lnTo>
                  <a:lnTo>
                    <a:pt x="19292" y="11559"/>
                  </a:lnTo>
                  <a:lnTo>
                    <a:pt x="19292" y="11599"/>
                  </a:lnTo>
                  <a:lnTo>
                    <a:pt x="19251" y="11843"/>
                  </a:lnTo>
                  <a:lnTo>
                    <a:pt x="19211" y="12495"/>
                  </a:lnTo>
                  <a:lnTo>
                    <a:pt x="19211" y="13186"/>
                  </a:lnTo>
                  <a:lnTo>
                    <a:pt x="19211" y="13471"/>
                  </a:lnTo>
                  <a:lnTo>
                    <a:pt x="16036" y="18030"/>
                  </a:lnTo>
                  <a:lnTo>
                    <a:pt x="15995" y="17501"/>
                  </a:lnTo>
                  <a:lnTo>
                    <a:pt x="15914" y="16768"/>
                  </a:lnTo>
                  <a:lnTo>
                    <a:pt x="15833" y="16402"/>
                  </a:lnTo>
                  <a:lnTo>
                    <a:pt x="15629" y="14977"/>
                  </a:lnTo>
                  <a:lnTo>
                    <a:pt x="15466" y="14082"/>
                  </a:lnTo>
                  <a:lnTo>
                    <a:pt x="15385" y="13675"/>
                  </a:lnTo>
                  <a:lnTo>
                    <a:pt x="15344" y="13634"/>
                  </a:lnTo>
                  <a:lnTo>
                    <a:pt x="15263" y="13309"/>
                  </a:lnTo>
                  <a:lnTo>
                    <a:pt x="15141" y="12698"/>
                  </a:lnTo>
                  <a:lnTo>
                    <a:pt x="15100" y="12495"/>
                  </a:lnTo>
                  <a:lnTo>
                    <a:pt x="15059" y="12373"/>
                  </a:lnTo>
                  <a:lnTo>
                    <a:pt x="14937" y="12291"/>
                  </a:lnTo>
                  <a:lnTo>
                    <a:pt x="14815" y="12169"/>
                  </a:lnTo>
                  <a:lnTo>
                    <a:pt x="14612" y="12088"/>
                  </a:lnTo>
                  <a:lnTo>
                    <a:pt x="14408" y="11966"/>
                  </a:lnTo>
                  <a:lnTo>
                    <a:pt x="13798" y="11762"/>
                  </a:lnTo>
                  <a:lnTo>
                    <a:pt x="13716" y="11721"/>
                  </a:lnTo>
                  <a:lnTo>
                    <a:pt x="13716" y="11681"/>
                  </a:lnTo>
                  <a:lnTo>
                    <a:pt x="13065" y="11477"/>
                  </a:lnTo>
                  <a:lnTo>
                    <a:pt x="13309" y="11111"/>
                  </a:lnTo>
                  <a:lnTo>
                    <a:pt x="13553" y="10704"/>
                  </a:lnTo>
                  <a:lnTo>
                    <a:pt x="13798" y="10297"/>
                  </a:lnTo>
                  <a:lnTo>
                    <a:pt x="14001" y="9808"/>
                  </a:lnTo>
                  <a:lnTo>
                    <a:pt x="14205" y="9279"/>
                  </a:lnTo>
                  <a:lnTo>
                    <a:pt x="14327" y="8750"/>
                  </a:lnTo>
                  <a:lnTo>
                    <a:pt x="14449" y="8181"/>
                  </a:lnTo>
                  <a:lnTo>
                    <a:pt x="14530" y="7529"/>
                  </a:lnTo>
                  <a:lnTo>
                    <a:pt x="14612" y="6919"/>
                  </a:lnTo>
                  <a:lnTo>
                    <a:pt x="14612" y="6268"/>
                  </a:lnTo>
                  <a:lnTo>
                    <a:pt x="14530" y="5657"/>
                  </a:lnTo>
                  <a:lnTo>
                    <a:pt x="14408" y="5128"/>
                  </a:lnTo>
                  <a:lnTo>
                    <a:pt x="14286" y="4599"/>
                  </a:lnTo>
                  <a:lnTo>
                    <a:pt x="14123" y="4151"/>
                  </a:lnTo>
                  <a:lnTo>
                    <a:pt x="13920" y="3744"/>
                  </a:lnTo>
                  <a:lnTo>
                    <a:pt x="13716" y="3378"/>
                  </a:lnTo>
                  <a:lnTo>
                    <a:pt x="13513" y="3052"/>
                  </a:lnTo>
                  <a:lnTo>
                    <a:pt x="13309" y="2768"/>
                  </a:lnTo>
                  <a:lnTo>
                    <a:pt x="13106" y="2523"/>
                  </a:lnTo>
                  <a:lnTo>
                    <a:pt x="12902" y="2320"/>
                  </a:lnTo>
                  <a:lnTo>
                    <a:pt x="12739" y="2157"/>
                  </a:lnTo>
                  <a:lnTo>
                    <a:pt x="12495" y="1913"/>
                  </a:lnTo>
                  <a:lnTo>
                    <a:pt x="12414" y="1872"/>
                  </a:lnTo>
                  <a:lnTo>
                    <a:pt x="12495" y="1750"/>
                  </a:lnTo>
                  <a:lnTo>
                    <a:pt x="12536" y="1628"/>
                  </a:lnTo>
                  <a:lnTo>
                    <a:pt x="12617" y="1465"/>
                  </a:lnTo>
                  <a:lnTo>
                    <a:pt x="12658" y="1302"/>
                  </a:lnTo>
                  <a:lnTo>
                    <a:pt x="12617" y="1099"/>
                  </a:lnTo>
                  <a:lnTo>
                    <a:pt x="12617" y="977"/>
                  </a:lnTo>
                  <a:lnTo>
                    <a:pt x="12536" y="895"/>
                  </a:lnTo>
                  <a:lnTo>
                    <a:pt x="12495" y="773"/>
                  </a:lnTo>
                  <a:lnTo>
                    <a:pt x="12414" y="692"/>
                  </a:lnTo>
                  <a:lnTo>
                    <a:pt x="12292" y="570"/>
                  </a:lnTo>
                  <a:lnTo>
                    <a:pt x="12129" y="488"/>
                  </a:lnTo>
                  <a:lnTo>
                    <a:pt x="11925" y="407"/>
                  </a:lnTo>
                  <a:lnTo>
                    <a:pt x="11722" y="326"/>
                  </a:lnTo>
                  <a:lnTo>
                    <a:pt x="11274" y="163"/>
                  </a:lnTo>
                  <a:lnTo>
                    <a:pt x="10745" y="81"/>
                  </a:lnTo>
                  <a:lnTo>
                    <a:pt x="10175" y="0"/>
                  </a:lnTo>
                  <a:close/>
                </a:path>
              </a:pathLst>
            </a:custGeom>
            <a:solidFill>
              <a:schemeClr val="accent4"/>
            </a:solidFill>
            <a:ln w="76200" cap="flat" cmpd="sng">
              <a:solidFill>
                <a:schemeClr val="accent4"/>
              </a:solidFill>
              <a:prstDash val="solid"/>
              <a:round/>
              <a:headEnd type="none" w="sm" len="sm"/>
              <a:tailEnd type="none" w="sm" len="sm"/>
            </a:ln>
            <a:effectLst>
              <a:outerShdw blurRad="57150" algn="bl" rotWithShape="0">
                <a:schemeClr val="dk1">
                  <a:alpha val="2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31" name="Google Shape;231;p30"/>
            <p:cNvGrpSpPr/>
            <p:nvPr/>
          </p:nvGrpSpPr>
          <p:grpSpPr>
            <a:xfrm>
              <a:off x="128" y="3607540"/>
              <a:ext cx="1764972" cy="4005045"/>
              <a:chOff x="5303150" y="1425900"/>
              <a:chExt cx="529100" cy="1200625"/>
            </a:xfrm>
          </p:grpSpPr>
          <p:sp>
            <p:nvSpPr>
              <p:cNvPr id="232" name="Google Shape;232;p30"/>
              <p:cNvSpPr/>
              <p:nvPr/>
            </p:nvSpPr>
            <p:spPr>
              <a:xfrm>
                <a:off x="5514775" y="1473700"/>
                <a:ext cx="153675" cy="273725"/>
              </a:xfrm>
              <a:custGeom>
                <a:avLst/>
                <a:gdLst/>
                <a:ahLst/>
                <a:cxnLst/>
                <a:rect l="l" t="t" r="r" b="b"/>
                <a:pathLst>
                  <a:path w="6147" h="10949" extrusionOk="0">
                    <a:moveTo>
                      <a:pt x="3949" y="1"/>
                    </a:moveTo>
                    <a:lnTo>
                      <a:pt x="3786" y="82"/>
                    </a:lnTo>
                    <a:lnTo>
                      <a:pt x="3419" y="408"/>
                    </a:lnTo>
                    <a:lnTo>
                      <a:pt x="2890" y="856"/>
                    </a:lnTo>
                    <a:lnTo>
                      <a:pt x="2605" y="1222"/>
                    </a:lnTo>
                    <a:lnTo>
                      <a:pt x="2280" y="1547"/>
                    </a:lnTo>
                    <a:lnTo>
                      <a:pt x="1954" y="1954"/>
                    </a:lnTo>
                    <a:lnTo>
                      <a:pt x="1629" y="2402"/>
                    </a:lnTo>
                    <a:lnTo>
                      <a:pt x="1303" y="2890"/>
                    </a:lnTo>
                    <a:lnTo>
                      <a:pt x="978" y="3420"/>
                    </a:lnTo>
                    <a:lnTo>
                      <a:pt x="693" y="3989"/>
                    </a:lnTo>
                    <a:lnTo>
                      <a:pt x="489" y="4559"/>
                    </a:lnTo>
                    <a:lnTo>
                      <a:pt x="245" y="5210"/>
                    </a:lnTo>
                    <a:lnTo>
                      <a:pt x="82" y="5862"/>
                    </a:lnTo>
                    <a:lnTo>
                      <a:pt x="41" y="6187"/>
                    </a:lnTo>
                    <a:lnTo>
                      <a:pt x="1" y="6513"/>
                    </a:lnTo>
                    <a:lnTo>
                      <a:pt x="1" y="6838"/>
                    </a:lnTo>
                    <a:lnTo>
                      <a:pt x="1" y="7164"/>
                    </a:lnTo>
                    <a:lnTo>
                      <a:pt x="1" y="7408"/>
                    </a:lnTo>
                    <a:lnTo>
                      <a:pt x="41" y="7693"/>
                    </a:lnTo>
                    <a:lnTo>
                      <a:pt x="82" y="7978"/>
                    </a:lnTo>
                    <a:lnTo>
                      <a:pt x="164" y="8222"/>
                    </a:lnTo>
                    <a:lnTo>
                      <a:pt x="286" y="8710"/>
                    </a:lnTo>
                    <a:lnTo>
                      <a:pt x="489" y="9117"/>
                    </a:lnTo>
                    <a:lnTo>
                      <a:pt x="733" y="9524"/>
                    </a:lnTo>
                    <a:lnTo>
                      <a:pt x="978" y="9850"/>
                    </a:lnTo>
                    <a:lnTo>
                      <a:pt x="1262" y="10135"/>
                    </a:lnTo>
                    <a:lnTo>
                      <a:pt x="1547" y="10379"/>
                    </a:lnTo>
                    <a:lnTo>
                      <a:pt x="1832" y="10583"/>
                    </a:lnTo>
                    <a:lnTo>
                      <a:pt x="2117" y="10745"/>
                    </a:lnTo>
                    <a:lnTo>
                      <a:pt x="2402" y="10867"/>
                    </a:lnTo>
                    <a:lnTo>
                      <a:pt x="2605" y="10949"/>
                    </a:lnTo>
                    <a:lnTo>
                      <a:pt x="3012" y="10949"/>
                    </a:lnTo>
                    <a:lnTo>
                      <a:pt x="3216" y="10908"/>
                    </a:lnTo>
                    <a:lnTo>
                      <a:pt x="3419" y="10786"/>
                    </a:lnTo>
                    <a:lnTo>
                      <a:pt x="3623" y="10623"/>
                    </a:lnTo>
                    <a:lnTo>
                      <a:pt x="3826" y="10420"/>
                    </a:lnTo>
                    <a:lnTo>
                      <a:pt x="4111" y="10216"/>
                    </a:lnTo>
                    <a:lnTo>
                      <a:pt x="4356" y="9931"/>
                    </a:lnTo>
                    <a:lnTo>
                      <a:pt x="4600" y="9606"/>
                    </a:lnTo>
                    <a:lnTo>
                      <a:pt x="4844" y="9240"/>
                    </a:lnTo>
                    <a:lnTo>
                      <a:pt x="5088" y="8833"/>
                    </a:lnTo>
                    <a:lnTo>
                      <a:pt x="5332" y="8385"/>
                    </a:lnTo>
                    <a:lnTo>
                      <a:pt x="5536" y="7896"/>
                    </a:lnTo>
                    <a:lnTo>
                      <a:pt x="5739" y="7408"/>
                    </a:lnTo>
                    <a:lnTo>
                      <a:pt x="5861" y="6879"/>
                    </a:lnTo>
                    <a:lnTo>
                      <a:pt x="6024" y="6269"/>
                    </a:lnTo>
                    <a:lnTo>
                      <a:pt x="6065" y="5658"/>
                    </a:lnTo>
                    <a:lnTo>
                      <a:pt x="6146" y="5007"/>
                    </a:lnTo>
                    <a:lnTo>
                      <a:pt x="6146" y="4356"/>
                    </a:lnTo>
                    <a:lnTo>
                      <a:pt x="6065" y="3745"/>
                    </a:lnTo>
                    <a:lnTo>
                      <a:pt x="5943" y="3216"/>
                    </a:lnTo>
                    <a:lnTo>
                      <a:pt x="5821" y="2728"/>
                    </a:lnTo>
                    <a:lnTo>
                      <a:pt x="5658" y="2239"/>
                    </a:lnTo>
                    <a:lnTo>
                      <a:pt x="5454" y="1832"/>
                    </a:lnTo>
                    <a:lnTo>
                      <a:pt x="5251" y="1466"/>
                    </a:lnTo>
                    <a:lnTo>
                      <a:pt x="5047" y="1140"/>
                    </a:lnTo>
                    <a:lnTo>
                      <a:pt x="4844" y="856"/>
                    </a:lnTo>
                    <a:lnTo>
                      <a:pt x="4640" y="611"/>
                    </a:lnTo>
                    <a:lnTo>
                      <a:pt x="4437" y="408"/>
                    </a:lnTo>
                    <a:lnTo>
                      <a:pt x="4315" y="245"/>
                    </a:lnTo>
                    <a:lnTo>
                      <a:pt x="4030" y="42"/>
                    </a:lnTo>
                    <a:lnTo>
                      <a:pt x="3949" y="1"/>
                    </a:lnTo>
                    <a:close/>
                  </a:path>
                </a:pathLst>
              </a:custGeom>
              <a:solidFill>
                <a:srgbClr val="FFBE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30"/>
              <p:cNvSpPr/>
              <p:nvPr/>
            </p:nvSpPr>
            <p:spPr>
              <a:xfrm>
                <a:off x="5335700" y="2143200"/>
                <a:ext cx="217775" cy="483325"/>
              </a:xfrm>
              <a:custGeom>
                <a:avLst/>
                <a:gdLst/>
                <a:ahLst/>
                <a:cxnLst/>
                <a:rect l="l" t="t" r="r" b="b"/>
                <a:pathLst>
                  <a:path w="8711" h="19333" extrusionOk="0">
                    <a:moveTo>
                      <a:pt x="4640" y="1"/>
                    </a:moveTo>
                    <a:lnTo>
                      <a:pt x="4030" y="5210"/>
                    </a:lnTo>
                    <a:lnTo>
                      <a:pt x="3501" y="9524"/>
                    </a:lnTo>
                    <a:lnTo>
                      <a:pt x="3053" y="13106"/>
                    </a:lnTo>
                    <a:lnTo>
                      <a:pt x="2931" y="13879"/>
                    </a:lnTo>
                    <a:lnTo>
                      <a:pt x="2809" y="14897"/>
                    </a:lnTo>
                    <a:lnTo>
                      <a:pt x="2605" y="15914"/>
                    </a:lnTo>
                    <a:lnTo>
                      <a:pt x="2483" y="16443"/>
                    </a:lnTo>
                    <a:lnTo>
                      <a:pt x="2321" y="16850"/>
                    </a:lnTo>
                    <a:lnTo>
                      <a:pt x="2280" y="17054"/>
                    </a:lnTo>
                    <a:lnTo>
                      <a:pt x="2198" y="17216"/>
                    </a:lnTo>
                    <a:lnTo>
                      <a:pt x="2076" y="17420"/>
                    </a:lnTo>
                    <a:lnTo>
                      <a:pt x="1954" y="17583"/>
                    </a:lnTo>
                    <a:lnTo>
                      <a:pt x="1710" y="17868"/>
                    </a:lnTo>
                    <a:lnTo>
                      <a:pt x="1425" y="18112"/>
                    </a:lnTo>
                    <a:lnTo>
                      <a:pt x="1100" y="18356"/>
                    </a:lnTo>
                    <a:lnTo>
                      <a:pt x="855" y="18519"/>
                    </a:lnTo>
                    <a:lnTo>
                      <a:pt x="611" y="18641"/>
                    </a:lnTo>
                    <a:lnTo>
                      <a:pt x="408" y="18722"/>
                    </a:lnTo>
                    <a:lnTo>
                      <a:pt x="245" y="18804"/>
                    </a:lnTo>
                    <a:lnTo>
                      <a:pt x="163" y="18926"/>
                    </a:lnTo>
                    <a:lnTo>
                      <a:pt x="82" y="19007"/>
                    </a:lnTo>
                    <a:lnTo>
                      <a:pt x="1" y="19129"/>
                    </a:lnTo>
                    <a:lnTo>
                      <a:pt x="1" y="19251"/>
                    </a:lnTo>
                    <a:lnTo>
                      <a:pt x="1" y="19333"/>
                    </a:lnTo>
                    <a:lnTo>
                      <a:pt x="2524" y="19333"/>
                    </a:lnTo>
                    <a:lnTo>
                      <a:pt x="2687" y="19292"/>
                    </a:lnTo>
                    <a:lnTo>
                      <a:pt x="2809" y="19211"/>
                    </a:lnTo>
                    <a:lnTo>
                      <a:pt x="2931" y="19129"/>
                    </a:lnTo>
                    <a:lnTo>
                      <a:pt x="3053" y="18967"/>
                    </a:lnTo>
                    <a:lnTo>
                      <a:pt x="3135" y="18844"/>
                    </a:lnTo>
                    <a:lnTo>
                      <a:pt x="3297" y="18560"/>
                    </a:lnTo>
                    <a:lnTo>
                      <a:pt x="3460" y="18071"/>
                    </a:lnTo>
                    <a:lnTo>
                      <a:pt x="3541" y="17908"/>
                    </a:lnTo>
                    <a:lnTo>
                      <a:pt x="3582" y="17868"/>
                    </a:lnTo>
                    <a:lnTo>
                      <a:pt x="3623" y="17908"/>
                    </a:lnTo>
                    <a:lnTo>
                      <a:pt x="3664" y="17949"/>
                    </a:lnTo>
                    <a:lnTo>
                      <a:pt x="3704" y="18030"/>
                    </a:lnTo>
                    <a:lnTo>
                      <a:pt x="3745" y="18193"/>
                    </a:lnTo>
                    <a:lnTo>
                      <a:pt x="3786" y="18437"/>
                    </a:lnTo>
                    <a:lnTo>
                      <a:pt x="3786" y="18682"/>
                    </a:lnTo>
                    <a:lnTo>
                      <a:pt x="3786" y="19129"/>
                    </a:lnTo>
                    <a:lnTo>
                      <a:pt x="3786" y="19333"/>
                    </a:lnTo>
                    <a:lnTo>
                      <a:pt x="4518" y="19333"/>
                    </a:lnTo>
                    <a:lnTo>
                      <a:pt x="4518" y="18885"/>
                    </a:lnTo>
                    <a:lnTo>
                      <a:pt x="4478" y="18356"/>
                    </a:lnTo>
                    <a:lnTo>
                      <a:pt x="4518" y="17664"/>
                    </a:lnTo>
                    <a:lnTo>
                      <a:pt x="4518" y="16932"/>
                    </a:lnTo>
                    <a:lnTo>
                      <a:pt x="4600" y="16118"/>
                    </a:lnTo>
                    <a:lnTo>
                      <a:pt x="4722" y="15304"/>
                    </a:lnTo>
                    <a:lnTo>
                      <a:pt x="4762" y="14897"/>
                    </a:lnTo>
                    <a:lnTo>
                      <a:pt x="4844" y="14490"/>
                    </a:lnTo>
                    <a:lnTo>
                      <a:pt x="5047" y="13554"/>
                    </a:lnTo>
                    <a:lnTo>
                      <a:pt x="5292" y="12495"/>
                    </a:lnTo>
                    <a:lnTo>
                      <a:pt x="5861" y="10257"/>
                    </a:lnTo>
                    <a:lnTo>
                      <a:pt x="6513" y="7937"/>
                    </a:lnTo>
                    <a:lnTo>
                      <a:pt x="7164" y="5617"/>
                    </a:lnTo>
                    <a:lnTo>
                      <a:pt x="8263" y="1873"/>
                    </a:lnTo>
                    <a:lnTo>
                      <a:pt x="8710" y="326"/>
                    </a:lnTo>
                    <a:lnTo>
                      <a:pt x="4640" y="1"/>
                    </a:lnTo>
                    <a:close/>
                  </a:path>
                </a:pathLst>
              </a:custGeom>
              <a:solidFill>
                <a:srgbClr val="FFD5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30"/>
              <p:cNvSpPr/>
              <p:nvPr/>
            </p:nvSpPr>
            <p:spPr>
              <a:xfrm>
                <a:off x="5335700" y="2515600"/>
                <a:ext cx="119075" cy="110925"/>
              </a:xfrm>
              <a:custGeom>
                <a:avLst/>
                <a:gdLst/>
                <a:ahLst/>
                <a:cxnLst/>
                <a:rect l="l" t="t" r="r" b="b"/>
                <a:pathLst>
                  <a:path w="4763" h="4437" extrusionOk="0">
                    <a:moveTo>
                      <a:pt x="2809" y="1"/>
                    </a:moveTo>
                    <a:lnTo>
                      <a:pt x="2605" y="1059"/>
                    </a:lnTo>
                    <a:lnTo>
                      <a:pt x="2483" y="1547"/>
                    </a:lnTo>
                    <a:lnTo>
                      <a:pt x="2321" y="1954"/>
                    </a:lnTo>
                    <a:lnTo>
                      <a:pt x="2280" y="2158"/>
                    </a:lnTo>
                    <a:lnTo>
                      <a:pt x="2198" y="2320"/>
                    </a:lnTo>
                    <a:lnTo>
                      <a:pt x="2076" y="2524"/>
                    </a:lnTo>
                    <a:lnTo>
                      <a:pt x="1954" y="2687"/>
                    </a:lnTo>
                    <a:lnTo>
                      <a:pt x="1710" y="2972"/>
                    </a:lnTo>
                    <a:lnTo>
                      <a:pt x="1425" y="3216"/>
                    </a:lnTo>
                    <a:lnTo>
                      <a:pt x="1100" y="3460"/>
                    </a:lnTo>
                    <a:lnTo>
                      <a:pt x="855" y="3623"/>
                    </a:lnTo>
                    <a:lnTo>
                      <a:pt x="611" y="3745"/>
                    </a:lnTo>
                    <a:lnTo>
                      <a:pt x="408" y="3826"/>
                    </a:lnTo>
                    <a:lnTo>
                      <a:pt x="245" y="3908"/>
                    </a:lnTo>
                    <a:lnTo>
                      <a:pt x="163" y="4030"/>
                    </a:lnTo>
                    <a:lnTo>
                      <a:pt x="82" y="4111"/>
                    </a:lnTo>
                    <a:lnTo>
                      <a:pt x="1" y="4233"/>
                    </a:lnTo>
                    <a:lnTo>
                      <a:pt x="1" y="4355"/>
                    </a:lnTo>
                    <a:lnTo>
                      <a:pt x="1" y="4437"/>
                    </a:lnTo>
                    <a:lnTo>
                      <a:pt x="2524" y="4437"/>
                    </a:lnTo>
                    <a:lnTo>
                      <a:pt x="2687" y="4396"/>
                    </a:lnTo>
                    <a:lnTo>
                      <a:pt x="2809" y="4315"/>
                    </a:lnTo>
                    <a:lnTo>
                      <a:pt x="2931" y="4233"/>
                    </a:lnTo>
                    <a:lnTo>
                      <a:pt x="3053" y="4071"/>
                    </a:lnTo>
                    <a:lnTo>
                      <a:pt x="3135" y="3948"/>
                    </a:lnTo>
                    <a:lnTo>
                      <a:pt x="3297" y="3664"/>
                    </a:lnTo>
                    <a:lnTo>
                      <a:pt x="3460" y="3175"/>
                    </a:lnTo>
                    <a:lnTo>
                      <a:pt x="3541" y="3012"/>
                    </a:lnTo>
                    <a:lnTo>
                      <a:pt x="3582" y="2972"/>
                    </a:lnTo>
                    <a:lnTo>
                      <a:pt x="3623" y="3012"/>
                    </a:lnTo>
                    <a:lnTo>
                      <a:pt x="3664" y="3053"/>
                    </a:lnTo>
                    <a:lnTo>
                      <a:pt x="3704" y="3134"/>
                    </a:lnTo>
                    <a:lnTo>
                      <a:pt x="3745" y="3297"/>
                    </a:lnTo>
                    <a:lnTo>
                      <a:pt x="3786" y="3541"/>
                    </a:lnTo>
                    <a:lnTo>
                      <a:pt x="3786" y="3786"/>
                    </a:lnTo>
                    <a:lnTo>
                      <a:pt x="3786" y="4233"/>
                    </a:lnTo>
                    <a:lnTo>
                      <a:pt x="3786" y="4437"/>
                    </a:lnTo>
                    <a:lnTo>
                      <a:pt x="4518" y="4437"/>
                    </a:lnTo>
                    <a:lnTo>
                      <a:pt x="4518" y="4030"/>
                    </a:lnTo>
                    <a:lnTo>
                      <a:pt x="4518" y="2972"/>
                    </a:lnTo>
                    <a:lnTo>
                      <a:pt x="4518" y="2280"/>
                    </a:lnTo>
                    <a:lnTo>
                      <a:pt x="4559" y="1507"/>
                    </a:lnTo>
                    <a:lnTo>
                      <a:pt x="4640" y="733"/>
                    </a:lnTo>
                    <a:lnTo>
                      <a:pt x="476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30"/>
              <p:cNvSpPr/>
              <p:nvPr/>
            </p:nvSpPr>
            <p:spPr>
              <a:xfrm>
                <a:off x="5559550" y="2143200"/>
                <a:ext cx="217775" cy="483325"/>
              </a:xfrm>
              <a:custGeom>
                <a:avLst/>
                <a:gdLst/>
                <a:ahLst/>
                <a:cxnLst/>
                <a:rect l="l" t="t" r="r" b="b"/>
                <a:pathLst>
                  <a:path w="8711" h="19333" extrusionOk="0">
                    <a:moveTo>
                      <a:pt x="4030" y="1"/>
                    </a:moveTo>
                    <a:lnTo>
                      <a:pt x="1" y="326"/>
                    </a:lnTo>
                    <a:lnTo>
                      <a:pt x="448" y="1873"/>
                    </a:lnTo>
                    <a:lnTo>
                      <a:pt x="1547" y="5617"/>
                    </a:lnTo>
                    <a:lnTo>
                      <a:pt x="2158" y="7937"/>
                    </a:lnTo>
                    <a:lnTo>
                      <a:pt x="2809" y="10257"/>
                    </a:lnTo>
                    <a:lnTo>
                      <a:pt x="3419" y="12495"/>
                    </a:lnTo>
                    <a:lnTo>
                      <a:pt x="3623" y="13554"/>
                    </a:lnTo>
                    <a:lnTo>
                      <a:pt x="3867" y="14490"/>
                    </a:lnTo>
                    <a:lnTo>
                      <a:pt x="3948" y="14897"/>
                    </a:lnTo>
                    <a:lnTo>
                      <a:pt x="4030" y="15304"/>
                    </a:lnTo>
                    <a:lnTo>
                      <a:pt x="4111" y="16118"/>
                    </a:lnTo>
                    <a:lnTo>
                      <a:pt x="4152" y="16932"/>
                    </a:lnTo>
                    <a:lnTo>
                      <a:pt x="4193" y="17664"/>
                    </a:lnTo>
                    <a:lnTo>
                      <a:pt x="4233" y="18356"/>
                    </a:lnTo>
                    <a:lnTo>
                      <a:pt x="4233" y="18885"/>
                    </a:lnTo>
                    <a:lnTo>
                      <a:pt x="4193" y="19333"/>
                    </a:lnTo>
                    <a:lnTo>
                      <a:pt x="4925" y="19333"/>
                    </a:lnTo>
                    <a:lnTo>
                      <a:pt x="4925" y="19129"/>
                    </a:lnTo>
                    <a:lnTo>
                      <a:pt x="4925" y="18682"/>
                    </a:lnTo>
                    <a:lnTo>
                      <a:pt x="4925" y="18437"/>
                    </a:lnTo>
                    <a:lnTo>
                      <a:pt x="4966" y="18193"/>
                    </a:lnTo>
                    <a:lnTo>
                      <a:pt x="5007" y="18030"/>
                    </a:lnTo>
                    <a:lnTo>
                      <a:pt x="5047" y="17949"/>
                    </a:lnTo>
                    <a:lnTo>
                      <a:pt x="5088" y="17908"/>
                    </a:lnTo>
                    <a:lnTo>
                      <a:pt x="5129" y="17868"/>
                    </a:lnTo>
                    <a:lnTo>
                      <a:pt x="5169" y="17908"/>
                    </a:lnTo>
                    <a:lnTo>
                      <a:pt x="5251" y="18071"/>
                    </a:lnTo>
                    <a:lnTo>
                      <a:pt x="5414" y="18560"/>
                    </a:lnTo>
                    <a:lnTo>
                      <a:pt x="5576" y="18844"/>
                    </a:lnTo>
                    <a:lnTo>
                      <a:pt x="5658" y="18967"/>
                    </a:lnTo>
                    <a:lnTo>
                      <a:pt x="5739" y="19129"/>
                    </a:lnTo>
                    <a:lnTo>
                      <a:pt x="5861" y="19211"/>
                    </a:lnTo>
                    <a:lnTo>
                      <a:pt x="5983" y="19292"/>
                    </a:lnTo>
                    <a:lnTo>
                      <a:pt x="6146" y="19333"/>
                    </a:lnTo>
                    <a:lnTo>
                      <a:pt x="8710" y="19333"/>
                    </a:lnTo>
                    <a:lnTo>
                      <a:pt x="8710" y="19251"/>
                    </a:lnTo>
                    <a:lnTo>
                      <a:pt x="8669" y="19129"/>
                    </a:lnTo>
                    <a:lnTo>
                      <a:pt x="8629" y="19007"/>
                    </a:lnTo>
                    <a:lnTo>
                      <a:pt x="8547" y="18926"/>
                    </a:lnTo>
                    <a:lnTo>
                      <a:pt x="8466" y="18804"/>
                    </a:lnTo>
                    <a:lnTo>
                      <a:pt x="8303" y="18722"/>
                    </a:lnTo>
                    <a:lnTo>
                      <a:pt x="8100" y="18641"/>
                    </a:lnTo>
                    <a:lnTo>
                      <a:pt x="7855" y="18519"/>
                    </a:lnTo>
                    <a:lnTo>
                      <a:pt x="7571" y="18356"/>
                    </a:lnTo>
                    <a:lnTo>
                      <a:pt x="7286" y="18112"/>
                    </a:lnTo>
                    <a:lnTo>
                      <a:pt x="7001" y="17868"/>
                    </a:lnTo>
                    <a:lnTo>
                      <a:pt x="6757" y="17583"/>
                    </a:lnTo>
                    <a:lnTo>
                      <a:pt x="6594" y="17420"/>
                    </a:lnTo>
                    <a:lnTo>
                      <a:pt x="6512" y="17216"/>
                    </a:lnTo>
                    <a:lnTo>
                      <a:pt x="6431" y="17054"/>
                    </a:lnTo>
                    <a:lnTo>
                      <a:pt x="6350" y="16850"/>
                    </a:lnTo>
                    <a:lnTo>
                      <a:pt x="6228" y="16443"/>
                    </a:lnTo>
                    <a:lnTo>
                      <a:pt x="6146" y="15914"/>
                    </a:lnTo>
                    <a:lnTo>
                      <a:pt x="5902" y="14897"/>
                    </a:lnTo>
                    <a:lnTo>
                      <a:pt x="5739" y="13879"/>
                    </a:lnTo>
                    <a:lnTo>
                      <a:pt x="5658" y="13106"/>
                    </a:lnTo>
                    <a:lnTo>
                      <a:pt x="5169" y="9524"/>
                    </a:lnTo>
                    <a:lnTo>
                      <a:pt x="4640" y="5210"/>
                    </a:lnTo>
                    <a:lnTo>
                      <a:pt x="4030" y="1"/>
                    </a:lnTo>
                    <a:close/>
                  </a:path>
                </a:pathLst>
              </a:custGeom>
              <a:solidFill>
                <a:srgbClr val="FFD5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30"/>
              <p:cNvSpPr/>
              <p:nvPr/>
            </p:nvSpPr>
            <p:spPr>
              <a:xfrm>
                <a:off x="5658250" y="2515600"/>
                <a:ext cx="119075" cy="110925"/>
              </a:xfrm>
              <a:custGeom>
                <a:avLst/>
                <a:gdLst/>
                <a:ahLst/>
                <a:cxnLst/>
                <a:rect l="l" t="t" r="r" b="b"/>
                <a:pathLst>
                  <a:path w="4763" h="4437" extrusionOk="0">
                    <a:moveTo>
                      <a:pt x="0" y="1"/>
                    </a:moveTo>
                    <a:lnTo>
                      <a:pt x="122" y="733"/>
                    </a:lnTo>
                    <a:lnTo>
                      <a:pt x="204" y="1507"/>
                    </a:lnTo>
                    <a:lnTo>
                      <a:pt x="245" y="2280"/>
                    </a:lnTo>
                    <a:lnTo>
                      <a:pt x="285" y="2972"/>
                    </a:lnTo>
                    <a:lnTo>
                      <a:pt x="245" y="4030"/>
                    </a:lnTo>
                    <a:lnTo>
                      <a:pt x="245" y="4437"/>
                    </a:lnTo>
                    <a:lnTo>
                      <a:pt x="977" y="4437"/>
                    </a:lnTo>
                    <a:lnTo>
                      <a:pt x="977" y="4233"/>
                    </a:lnTo>
                    <a:lnTo>
                      <a:pt x="977" y="3786"/>
                    </a:lnTo>
                    <a:lnTo>
                      <a:pt x="977" y="3541"/>
                    </a:lnTo>
                    <a:lnTo>
                      <a:pt x="1018" y="3297"/>
                    </a:lnTo>
                    <a:lnTo>
                      <a:pt x="1059" y="3134"/>
                    </a:lnTo>
                    <a:lnTo>
                      <a:pt x="1099" y="3053"/>
                    </a:lnTo>
                    <a:lnTo>
                      <a:pt x="1140" y="3012"/>
                    </a:lnTo>
                    <a:lnTo>
                      <a:pt x="1181" y="2972"/>
                    </a:lnTo>
                    <a:lnTo>
                      <a:pt x="1221" y="3012"/>
                    </a:lnTo>
                    <a:lnTo>
                      <a:pt x="1303" y="3175"/>
                    </a:lnTo>
                    <a:lnTo>
                      <a:pt x="1466" y="3664"/>
                    </a:lnTo>
                    <a:lnTo>
                      <a:pt x="1628" y="3948"/>
                    </a:lnTo>
                    <a:lnTo>
                      <a:pt x="1710" y="4071"/>
                    </a:lnTo>
                    <a:lnTo>
                      <a:pt x="1791" y="4233"/>
                    </a:lnTo>
                    <a:lnTo>
                      <a:pt x="1913" y="4315"/>
                    </a:lnTo>
                    <a:lnTo>
                      <a:pt x="2035" y="4396"/>
                    </a:lnTo>
                    <a:lnTo>
                      <a:pt x="2198" y="4437"/>
                    </a:lnTo>
                    <a:lnTo>
                      <a:pt x="4762" y="4437"/>
                    </a:lnTo>
                    <a:lnTo>
                      <a:pt x="4762" y="4355"/>
                    </a:lnTo>
                    <a:lnTo>
                      <a:pt x="4721" y="4233"/>
                    </a:lnTo>
                    <a:lnTo>
                      <a:pt x="4681" y="4111"/>
                    </a:lnTo>
                    <a:lnTo>
                      <a:pt x="4599" y="4030"/>
                    </a:lnTo>
                    <a:lnTo>
                      <a:pt x="4518" y="3908"/>
                    </a:lnTo>
                    <a:lnTo>
                      <a:pt x="4355" y="3826"/>
                    </a:lnTo>
                    <a:lnTo>
                      <a:pt x="4152" y="3745"/>
                    </a:lnTo>
                    <a:lnTo>
                      <a:pt x="3907" y="3623"/>
                    </a:lnTo>
                    <a:lnTo>
                      <a:pt x="3623" y="3460"/>
                    </a:lnTo>
                    <a:lnTo>
                      <a:pt x="3338" y="3216"/>
                    </a:lnTo>
                    <a:lnTo>
                      <a:pt x="3053" y="2972"/>
                    </a:lnTo>
                    <a:lnTo>
                      <a:pt x="2809" y="2687"/>
                    </a:lnTo>
                    <a:lnTo>
                      <a:pt x="2646" y="2524"/>
                    </a:lnTo>
                    <a:lnTo>
                      <a:pt x="2564" y="2320"/>
                    </a:lnTo>
                    <a:lnTo>
                      <a:pt x="2483" y="2158"/>
                    </a:lnTo>
                    <a:lnTo>
                      <a:pt x="2402" y="1954"/>
                    </a:lnTo>
                    <a:lnTo>
                      <a:pt x="2280" y="1547"/>
                    </a:lnTo>
                    <a:lnTo>
                      <a:pt x="2198" y="1059"/>
                    </a:lnTo>
                    <a:lnTo>
                      <a:pt x="199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30"/>
              <p:cNvSpPr/>
              <p:nvPr/>
            </p:nvSpPr>
            <p:spPr>
              <a:xfrm>
                <a:off x="5303150" y="1490000"/>
                <a:ext cx="529100" cy="708175"/>
              </a:xfrm>
              <a:custGeom>
                <a:avLst/>
                <a:gdLst/>
                <a:ahLst/>
                <a:cxnLst/>
                <a:rect l="l" t="t" r="r" b="b"/>
                <a:pathLst>
                  <a:path w="21164" h="28327" extrusionOk="0">
                    <a:moveTo>
                      <a:pt x="12210" y="0"/>
                    </a:moveTo>
                    <a:lnTo>
                      <a:pt x="11803" y="326"/>
                    </a:lnTo>
                    <a:lnTo>
                      <a:pt x="11396" y="611"/>
                    </a:lnTo>
                    <a:lnTo>
                      <a:pt x="10989" y="977"/>
                    </a:lnTo>
                    <a:lnTo>
                      <a:pt x="10664" y="1262"/>
                    </a:lnTo>
                    <a:lnTo>
                      <a:pt x="10379" y="1587"/>
                    </a:lnTo>
                    <a:lnTo>
                      <a:pt x="10094" y="1872"/>
                    </a:lnTo>
                    <a:lnTo>
                      <a:pt x="9850" y="2198"/>
                    </a:lnTo>
                    <a:lnTo>
                      <a:pt x="9646" y="2483"/>
                    </a:lnTo>
                    <a:lnTo>
                      <a:pt x="9483" y="2808"/>
                    </a:lnTo>
                    <a:lnTo>
                      <a:pt x="9320" y="3093"/>
                    </a:lnTo>
                    <a:lnTo>
                      <a:pt x="9198" y="3337"/>
                    </a:lnTo>
                    <a:lnTo>
                      <a:pt x="9076" y="3622"/>
                    </a:lnTo>
                    <a:lnTo>
                      <a:pt x="8995" y="3907"/>
                    </a:lnTo>
                    <a:lnTo>
                      <a:pt x="8913" y="4151"/>
                    </a:lnTo>
                    <a:lnTo>
                      <a:pt x="8832" y="4640"/>
                    </a:lnTo>
                    <a:lnTo>
                      <a:pt x="8832" y="5047"/>
                    </a:lnTo>
                    <a:lnTo>
                      <a:pt x="8832" y="5454"/>
                    </a:lnTo>
                    <a:lnTo>
                      <a:pt x="8873" y="5820"/>
                    </a:lnTo>
                    <a:lnTo>
                      <a:pt x="8954" y="6105"/>
                    </a:lnTo>
                    <a:lnTo>
                      <a:pt x="9036" y="6349"/>
                    </a:lnTo>
                    <a:lnTo>
                      <a:pt x="9117" y="6553"/>
                    </a:lnTo>
                    <a:lnTo>
                      <a:pt x="9198" y="6675"/>
                    </a:lnTo>
                    <a:lnTo>
                      <a:pt x="9036" y="8465"/>
                    </a:lnTo>
                    <a:lnTo>
                      <a:pt x="8425" y="8710"/>
                    </a:lnTo>
                    <a:lnTo>
                      <a:pt x="7001" y="9279"/>
                    </a:lnTo>
                    <a:lnTo>
                      <a:pt x="6227" y="9564"/>
                    </a:lnTo>
                    <a:lnTo>
                      <a:pt x="5535" y="9890"/>
                    </a:lnTo>
                    <a:lnTo>
                      <a:pt x="5250" y="10053"/>
                    </a:lnTo>
                    <a:lnTo>
                      <a:pt x="5006" y="10215"/>
                    </a:lnTo>
                    <a:lnTo>
                      <a:pt x="4843" y="10378"/>
                    </a:lnTo>
                    <a:lnTo>
                      <a:pt x="4721" y="10460"/>
                    </a:lnTo>
                    <a:lnTo>
                      <a:pt x="4640" y="10663"/>
                    </a:lnTo>
                    <a:lnTo>
                      <a:pt x="4599" y="10989"/>
                    </a:lnTo>
                    <a:lnTo>
                      <a:pt x="4437" y="11966"/>
                    </a:lnTo>
                    <a:lnTo>
                      <a:pt x="4314" y="13187"/>
                    </a:lnTo>
                    <a:lnTo>
                      <a:pt x="4192" y="14611"/>
                    </a:lnTo>
                    <a:lnTo>
                      <a:pt x="3989" y="17134"/>
                    </a:lnTo>
                    <a:lnTo>
                      <a:pt x="3867" y="18274"/>
                    </a:lnTo>
                    <a:lnTo>
                      <a:pt x="1832" y="23483"/>
                    </a:lnTo>
                    <a:lnTo>
                      <a:pt x="936" y="24379"/>
                    </a:lnTo>
                    <a:lnTo>
                      <a:pt x="367" y="25030"/>
                    </a:lnTo>
                    <a:lnTo>
                      <a:pt x="163" y="25233"/>
                    </a:lnTo>
                    <a:lnTo>
                      <a:pt x="122" y="25315"/>
                    </a:lnTo>
                    <a:lnTo>
                      <a:pt x="163" y="25356"/>
                    </a:lnTo>
                    <a:lnTo>
                      <a:pt x="204" y="25396"/>
                    </a:lnTo>
                    <a:lnTo>
                      <a:pt x="326" y="25356"/>
                    </a:lnTo>
                    <a:lnTo>
                      <a:pt x="448" y="25315"/>
                    </a:lnTo>
                    <a:lnTo>
                      <a:pt x="448" y="25315"/>
                    </a:lnTo>
                    <a:lnTo>
                      <a:pt x="285" y="25681"/>
                    </a:lnTo>
                    <a:lnTo>
                      <a:pt x="163" y="26007"/>
                    </a:lnTo>
                    <a:lnTo>
                      <a:pt x="0" y="26414"/>
                    </a:lnTo>
                    <a:lnTo>
                      <a:pt x="0" y="26617"/>
                    </a:lnTo>
                    <a:lnTo>
                      <a:pt x="0" y="26780"/>
                    </a:lnTo>
                    <a:lnTo>
                      <a:pt x="0" y="26902"/>
                    </a:lnTo>
                    <a:lnTo>
                      <a:pt x="82" y="26943"/>
                    </a:lnTo>
                    <a:lnTo>
                      <a:pt x="163" y="27024"/>
                    </a:lnTo>
                    <a:lnTo>
                      <a:pt x="285" y="27024"/>
                    </a:lnTo>
                    <a:lnTo>
                      <a:pt x="407" y="26983"/>
                    </a:lnTo>
                    <a:lnTo>
                      <a:pt x="529" y="26902"/>
                    </a:lnTo>
                    <a:lnTo>
                      <a:pt x="692" y="26699"/>
                    </a:lnTo>
                    <a:lnTo>
                      <a:pt x="1181" y="26251"/>
                    </a:lnTo>
                    <a:lnTo>
                      <a:pt x="1750" y="25600"/>
                    </a:lnTo>
                    <a:lnTo>
                      <a:pt x="1710" y="25722"/>
                    </a:lnTo>
                    <a:lnTo>
                      <a:pt x="1669" y="26088"/>
                    </a:lnTo>
                    <a:lnTo>
                      <a:pt x="1628" y="26292"/>
                    </a:lnTo>
                    <a:lnTo>
                      <a:pt x="1628" y="26414"/>
                    </a:lnTo>
                    <a:lnTo>
                      <a:pt x="1669" y="26495"/>
                    </a:lnTo>
                    <a:lnTo>
                      <a:pt x="1669" y="26536"/>
                    </a:lnTo>
                    <a:lnTo>
                      <a:pt x="1710" y="26576"/>
                    </a:lnTo>
                    <a:lnTo>
                      <a:pt x="1750" y="26576"/>
                    </a:lnTo>
                    <a:lnTo>
                      <a:pt x="1832" y="26536"/>
                    </a:lnTo>
                    <a:lnTo>
                      <a:pt x="1913" y="26495"/>
                    </a:lnTo>
                    <a:lnTo>
                      <a:pt x="2076" y="26210"/>
                    </a:lnTo>
                    <a:lnTo>
                      <a:pt x="2198" y="25885"/>
                    </a:lnTo>
                    <a:lnTo>
                      <a:pt x="2361" y="25478"/>
                    </a:lnTo>
                    <a:lnTo>
                      <a:pt x="2646" y="24704"/>
                    </a:lnTo>
                    <a:lnTo>
                      <a:pt x="2727" y="24379"/>
                    </a:lnTo>
                    <a:lnTo>
                      <a:pt x="3175" y="23768"/>
                    </a:lnTo>
                    <a:lnTo>
                      <a:pt x="4111" y="22262"/>
                    </a:lnTo>
                    <a:lnTo>
                      <a:pt x="4640" y="21408"/>
                    </a:lnTo>
                    <a:lnTo>
                      <a:pt x="5128" y="20512"/>
                    </a:lnTo>
                    <a:lnTo>
                      <a:pt x="5576" y="19658"/>
                    </a:lnTo>
                    <a:lnTo>
                      <a:pt x="5739" y="19332"/>
                    </a:lnTo>
                    <a:lnTo>
                      <a:pt x="5861" y="18966"/>
                    </a:lnTo>
                    <a:lnTo>
                      <a:pt x="6064" y="18355"/>
                    </a:lnTo>
                    <a:lnTo>
                      <a:pt x="6268" y="17623"/>
                    </a:lnTo>
                    <a:lnTo>
                      <a:pt x="6634" y="16117"/>
                    </a:lnTo>
                    <a:lnTo>
                      <a:pt x="6919" y="14896"/>
                    </a:lnTo>
                    <a:lnTo>
                      <a:pt x="7001" y="14407"/>
                    </a:lnTo>
                    <a:lnTo>
                      <a:pt x="7285" y="18884"/>
                    </a:lnTo>
                    <a:lnTo>
                      <a:pt x="6716" y="19780"/>
                    </a:lnTo>
                    <a:lnTo>
                      <a:pt x="6146" y="20675"/>
                    </a:lnTo>
                    <a:lnTo>
                      <a:pt x="5698" y="21530"/>
                    </a:lnTo>
                    <a:lnTo>
                      <a:pt x="5291" y="22384"/>
                    </a:lnTo>
                    <a:lnTo>
                      <a:pt x="4925" y="23198"/>
                    </a:lnTo>
                    <a:lnTo>
                      <a:pt x="4640" y="23972"/>
                    </a:lnTo>
                    <a:lnTo>
                      <a:pt x="4396" y="24704"/>
                    </a:lnTo>
                    <a:lnTo>
                      <a:pt x="4192" y="25396"/>
                    </a:lnTo>
                    <a:lnTo>
                      <a:pt x="4030" y="26047"/>
                    </a:lnTo>
                    <a:lnTo>
                      <a:pt x="3907" y="26617"/>
                    </a:lnTo>
                    <a:lnTo>
                      <a:pt x="3704" y="27513"/>
                    </a:lnTo>
                    <a:lnTo>
                      <a:pt x="3623" y="28123"/>
                    </a:lnTo>
                    <a:lnTo>
                      <a:pt x="3623" y="28327"/>
                    </a:lnTo>
                    <a:lnTo>
                      <a:pt x="16443" y="28327"/>
                    </a:lnTo>
                    <a:lnTo>
                      <a:pt x="16443" y="28001"/>
                    </a:lnTo>
                    <a:lnTo>
                      <a:pt x="16402" y="27635"/>
                    </a:lnTo>
                    <a:lnTo>
                      <a:pt x="16239" y="26861"/>
                    </a:lnTo>
                    <a:lnTo>
                      <a:pt x="16077" y="26088"/>
                    </a:lnTo>
                    <a:lnTo>
                      <a:pt x="15832" y="25274"/>
                    </a:lnTo>
                    <a:lnTo>
                      <a:pt x="15588" y="24501"/>
                    </a:lnTo>
                    <a:lnTo>
                      <a:pt x="15303" y="23687"/>
                    </a:lnTo>
                    <a:lnTo>
                      <a:pt x="14978" y="22914"/>
                    </a:lnTo>
                    <a:lnTo>
                      <a:pt x="14693" y="22181"/>
                    </a:lnTo>
                    <a:lnTo>
                      <a:pt x="14082" y="20838"/>
                    </a:lnTo>
                    <a:lnTo>
                      <a:pt x="13512" y="19739"/>
                    </a:lnTo>
                    <a:lnTo>
                      <a:pt x="13024" y="18722"/>
                    </a:lnTo>
                    <a:lnTo>
                      <a:pt x="13472" y="14692"/>
                    </a:lnTo>
                    <a:lnTo>
                      <a:pt x="13553" y="15262"/>
                    </a:lnTo>
                    <a:lnTo>
                      <a:pt x="13716" y="15791"/>
                    </a:lnTo>
                    <a:lnTo>
                      <a:pt x="13879" y="16280"/>
                    </a:lnTo>
                    <a:lnTo>
                      <a:pt x="14042" y="16727"/>
                    </a:lnTo>
                    <a:lnTo>
                      <a:pt x="14245" y="17134"/>
                    </a:lnTo>
                    <a:lnTo>
                      <a:pt x="14449" y="17501"/>
                    </a:lnTo>
                    <a:lnTo>
                      <a:pt x="14652" y="17826"/>
                    </a:lnTo>
                    <a:lnTo>
                      <a:pt x="14856" y="18111"/>
                    </a:lnTo>
                    <a:lnTo>
                      <a:pt x="15059" y="18355"/>
                    </a:lnTo>
                    <a:lnTo>
                      <a:pt x="15222" y="18599"/>
                    </a:lnTo>
                    <a:lnTo>
                      <a:pt x="15588" y="18925"/>
                    </a:lnTo>
                    <a:lnTo>
                      <a:pt x="15832" y="19129"/>
                    </a:lnTo>
                    <a:lnTo>
                      <a:pt x="15914" y="19169"/>
                    </a:lnTo>
                    <a:lnTo>
                      <a:pt x="16117" y="18925"/>
                    </a:lnTo>
                    <a:lnTo>
                      <a:pt x="16361" y="18681"/>
                    </a:lnTo>
                    <a:lnTo>
                      <a:pt x="16809" y="18152"/>
                    </a:lnTo>
                    <a:lnTo>
                      <a:pt x="17257" y="17501"/>
                    </a:lnTo>
                    <a:lnTo>
                      <a:pt x="17704" y="16849"/>
                    </a:lnTo>
                    <a:lnTo>
                      <a:pt x="18152" y="16117"/>
                    </a:lnTo>
                    <a:lnTo>
                      <a:pt x="18559" y="15425"/>
                    </a:lnTo>
                    <a:lnTo>
                      <a:pt x="18925" y="14692"/>
                    </a:lnTo>
                    <a:lnTo>
                      <a:pt x="19332" y="13919"/>
                    </a:lnTo>
                    <a:lnTo>
                      <a:pt x="19943" y="12535"/>
                    </a:lnTo>
                    <a:lnTo>
                      <a:pt x="20472" y="11314"/>
                    </a:lnTo>
                    <a:lnTo>
                      <a:pt x="20879" y="10378"/>
                    </a:lnTo>
                    <a:lnTo>
                      <a:pt x="21083" y="9890"/>
                    </a:lnTo>
                    <a:lnTo>
                      <a:pt x="21083" y="9727"/>
                    </a:lnTo>
                    <a:lnTo>
                      <a:pt x="21164" y="9564"/>
                    </a:lnTo>
                    <a:lnTo>
                      <a:pt x="21164" y="9279"/>
                    </a:lnTo>
                    <a:lnTo>
                      <a:pt x="21123" y="8995"/>
                    </a:lnTo>
                    <a:lnTo>
                      <a:pt x="21083" y="8750"/>
                    </a:lnTo>
                    <a:lnTo>
                      <a:pt x="21001" y="8506"/>
                    </a:lnTo>
                    <a:lnTo>
                      <a:pt x="20879" y="8303"/>
                    </a:lnTo>
                    <a:lnTo>
                      <a:pt x="20798" y="8181"/>
                    </a:lnTo>
                    <a:lnTo>
                      <a:pt x="20757" y="8140"/>
                    </a:lnTo>
                    <a:lnTo>
                      <a:pt x="20676" y="8140"/>
                    </a:lnTo>
                    <a:lnTo>
                      <a:pt x="20635" y="8181"/>
                    </a:lnTo>
                    <a:lnTo>
                      <a:pt x="20594" y="8221"/>
                    </a:lnTo>
                    <a:lnTo>
                      <a:pt x="20431" y="8425"/>
                    </a:lnTo>
                    <a:lnTo>
                      <a:pt x="20269" y="8710"/>
                    </a:lnTo>
                    <a:lnTo>
                      <a:pt x="20146" y="9035"/>
                    </a:lnTo>
                    <a:lnTo>
                      <a:pt x="19862" y="9646"/>
                    </a:lnTo>
                    <a:lnTo>
                      <a:pt x="19739" y="9890"/>
                    </a:lnTo>
                    <a:lnTo>
                      <a:pt x="19739" y="9768"/>
                    </a:lnTo>
                    <a:lnTo>
                      <a:pt x="19617" y="9402"/>
                    </a:lnTo>
                    <a:lnTo>
                      <a:pt x="19536" y="9239"/>
                    </a:lnTo>
                    <a:lnTo>
                      <a:pt x="19455" y="9076"/>
                    </a:lnTo>
                    <a:lnTo>
                      <a:pt x="19414" y="8995"/>
                    </a:lnTo>
                    <a:lnTo>
                      <a:pt x="19373" y="8954"/>
                    </a:lnTo>
                    <a:lnTo>
                      <a:pt x="19332" y="8954"/>
                    </a:lnTo>
                    <a:lnTo>
                      <a:pt x="19332" y="8995"/>
                    </a:lnTo>
                    <a:lnTo>
                      <a:pt x="19292" y="9076"/>
                    </a:lnTo>
                    <a:lnTo>
                      <a:pt x="19251" y="9279"/>
                    </a:lnTo>
                    <a:lnTo>
                      <a:pt x="19210" y="9971"/>
                    </a:lnTo>
                    <a:lnTo>
                      <a:pt x="19210" y="10622"/>
                    </a:lnTo>
                    <a:lnTo>
                      <a:pt x="19210" y="10948"/>
                    </a:lnTo>
                    <a:lnTo>
                      <a:pt x="16036" y="15506"/>
                    </a:lnTo>
                    <a:lnTo>
                      <a:pt x="15995" y="14937"/>
                    </a:lnTo>
                    <a:lnTo>
                      <a:pt x="15914" y="14204"/>
                    </a:lnTo>
                    <a:lnTo>
                      <a:pt x="15629" y="12413"/>
                    </a:lnTo>
                    <a:lnTo>
                      <a:pt x="15466" y="11559"/>
                    </a:lnTo>
                    <a:lnTo>
                      <a:pt x="15303" y="10745"/>
                    </a:lnTo>
                    <a:lnTo>
                      <a:pt x="15181" y="10175"/>
                    </a:lnTo>
                    <a:lnTo>
                      <a:pt x="15100" y="9931"/>
                    </a:lnTo>
                    <a:lnTo>
                      <a:pt x="15059" y="9809"/>
                    </a:lnTo>
                    <a:lnTo>
                      <a:pt x="14937" y="9727"/>
                    </a:lnTo>
                    <a:lnTo>
                      <a:pt x="14815" y="9646"/>
                    </a:lnTo>
                    <a:lnTo>
                      <a:pt x="14611" y="9524"/>
                    </a:lnTo>
                    <a:lnTo>
                      <a:pt x="14408" y="9402"/>
                    </a:lnTo>
                    <a:lnTo>
                      <a:pt x="13797" y="9198"/>
                    </a:lnTo>
                    <a:lnTo>
                      <a:pt x="13187" y="8995"/>
                    </a:lnTo>
                    <a:lnTo>
                      <a:pt x="12007" y="8669"/>
                    </a:lnTo>
                    <a:lnTo>
                      <a:pt x="11518" y="8506"/>
                    </a:lnTo>
                    <a:lnTo>
                      <a:pt x="11355" y="6960"/>
                    </a:lnTo>
                    <a:lnTo>
                      <a:pt x="11762" y="6960"/>
                    </a:lnTo>
                    <a:lnTo>
                      <a:pt x="12210" y="6878"/>
                    </a:lnTo>
                    <a:lnTo>
                      <a:pt x="12414" y="6837"/>
                    </a:lnTo>
                    <a:lnTo>
                      <a:pt x="12658" y="6756"/>
                    </a:lnTo>
                    <a:lnTo>
                      <a:pt x="12861" y="6634"/>
                    </a:lnTo>
                    <a:lnTo>
                      <a:pt x="13024" y="6553"/>
                    </a:lnTo>
                    <a:lnTo>
                      <a:pt x="13105" y="6471"/>
                    </a:lnTo>
                    <a:lnTo>
                      <a:pt x="13146" y="6349"/>
                    </a:lnTo>
                    <a:lnTo>
                      <a:pt x="13228" y="6268"/>
                    </a:lnTo>
                    <a:lnTo>
                      <a:pt x="13268" y="6146"/>
                    </a:lnTo>
                    <a:lnTo>
                      <a:pt x="13309" y="5820"/>
                    </a:lnTo>
                    <a:lnTo>
                      <a:pt x="13350" y="5332"/>
                    </a:lnTo>
                    <a:lnTo>
                      <a:pt x="13350" y="4721"/>
                    </a:lnTo>
                    <a:lnTo>
                      <a:pt x="13309" y="3948"/>
                    </a:lnTo>
                    <a:lnTo>
                      <a:pt x="13309" y="3500"/>
                    </a:lnTo>
                    <a:lnTo>
                      <a:pt x="13268" y="3093"/>
                    </a:lnTo>
                    <a:lnTo>
                      <a:pt x="13187" y="2686"/>
                    </a:lnTo>
                    <a:lnTo>
                      <a:pt x="13105" y="2320"/>
                    </a:lnTo>
                    <a:lnTo>
                      <a:pt x="12943" y="1669"/>
                    </a:lnTo>
                    <a:lnTo>
                      <a:pt x="12739" y="1099"/>
                    </a:lnTo>
                    <a:lnTo>
                      <a:pt x="12576" y="611"/>
                    </a:lnTo>
                    <a:lnTo>
                      <a:pt x="12373" y="285"/>
                    </a:lnTo>
                    <a:lnTo>
                      <a:pt x="12210" y="0"/>
                    </a:lnTo>
                    <a:close/>
                  </a:path>
                </a:pathLst>
              </a:custGeom>
              <a:solidFill>
                <a:srgbClr val="FFD5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30"/>
              <p:cNvSpPr/>
              <p:nvPr/>
            </p:nvSpPr>
            <p:spPr>
              <a:xfrm>
                <a:off x="5393700" y="1710775"/>
                <a:ext cx="320525" cy="487400"/>
              </a:xfrm>
              <a:custGeom>
                <a:avLst/>
                <a:gdLst/>
                <a:ahLst/>
                <a:cxnLst/>
                <a:rect l="l" t="t" r="r" b="b"/>
                <a:pathLst>
                  <a:path w="12821" h="19496" extrusionOk="0">
                    <a:moveTo>
                      <a:pt x="9076" y="1"/>
                    </a:moveTo>
                    <a:lnTo>
                      <a:pt x="9158" y="733"/>
                    </a:lnTo>
                    <a:lnTo>
                      <a:pt x="9158" y="1140"/>
                    </a:lnTo>
                    <a:lnTo>
                      <a:pt x="9158" y="1547"/>
                    </a:lnTo>
                    <a:lnTo>
                      <a:pt x="9158" y="1914"/>
                    </a:lnTo>
                    <a:lnTo>
                      <a:pt x="9076" y="2239"/>
                    </a:lnTo>
                    <a:lnTo>
                      <a:pt x="9036" y="2524"/>
                    </a:lnTo>
                    <a:lnTo>
                      <a:pt x="8954" y="2646"/>
                    </a:lnTo>
                    <a:lnTo>
                      <a:pt x="8914" y="2728"/>
                    </a:lnTo>
                    <a:lnTo>
                      <a:pt x="8792" y="2850"/>
                    </a:lnTo>
                    <a:lnTo>
                      <a:pt x="8588" y="2972"/>
                    </a:lnTo>
                    <a:lnTo>
                      <a:pt x="8385" y="3053"/>
                    </a:lnTo>
                    <a:lnTo>
                      <a:pt x="8140" y="3094"/>
                    </a:lnTo>
                    <a:lnTo>
                      <a:pt x="7815" y="3135"/>
                    </a:lnTo>
                    <a:lnTo>
                      <a:pt x="7489" y="3175"/>
                    </a:lnTo>
                    <a:lnTo>
                      <a:pt x="6838" y="3216"/>
                    </a:lnTo>
                    <a:lnTo>
                      <a:pt x="6146" y="3216"/>
                    </a:lnTo>
                    <a:lnTo>
                      <a:pt x="5495" y="3135"/>
                    </a:lnTo>
                    <a:lnTo>
                      <a:pt x="5251" y="3094"/>
                    </a:lnTo>
                    <a:lnTo>
                      <a:pt x="5007" y="3053"/>
                    </a:lnTo>
                    <a:lnTo>
                      <a:pt x="4803" y="2972"/>
                    </a:lnTo>
                    <a:lnTo>
                      <a:pt x="4681" y="2890"/>
                    </a:lnTo>
                    <a:lnTo>
                      <a:pt x="4640" y="2850"/>
                    </a:lnTo>
                    <a:lnTo>
                      <a:pt x="4600" y="2728"/>
                    </a:lnTo>
                    <a:lnTo>
                      <a:pt x="4477" y="2524"/>
                    </a:lnTo>
                    <a:lnTo>
                      <a:pt x="4437" y="2158"/>
                    </a:lnTo>
                    <a:lnTo>
                      <a:pt x="4396" y="1791"/>
                    </a:lnTo>
                    <a:lnTo>
                      <a:pt x="4315" y="1384"/>
                    </a:lnTo>
                    <a:lnTo>
                      <a:pt x="4315" y="937"/>
                    </a:lnTo>
                    <a:lnTo>
                      <a:pt x="4315" y="41"/>
                    </a:lnTo>
                    <a:lnTo>
                      <a:pt x="3338" y="448"/>
                    </a:lnTo>
                    <a:lnTo>
                      <a:pt x="3297" y="1181"/>
                    </a:lnTo>
                    <a:lnTo>
                      <a:pt x="3256" y="1914"/>
                    </a:lnTo>
                    <a:lnTo>
                      <a:pt x="3216" y="2198"/>
                    </a:lnTo>
                    <a:lnTo>
                      <a:pt x="3175" y="2483"/>
                    </a:lnTo>
                    <a:lnTo>
                      <a:pt x="3094" y="2687"/>
                    </a:lnTo>
                    <a:lnTo>
                      <a:pt x="3012" y="2850"/>
                    </a:lnTo>
                    <a:lnTo>
                      <a:pt x="2931" y="2931"/>
                    </a:lnTo>
                    <a:lnTo>
                      <a:pt x="2890" y="2972"/>
                    </a:lnTo>
                    <a:lnTo>
                      <a:pt x="2646" y="3053"/>
                    </a:lnTo>
                    <a:lnTo>
                      <a:pt x="2361" y="3135"/>
                    </a:lnTo>
                    <a:lnTo>
                      <a:pt x="2076" y="3175"/>
                    </a:lnTo>
                    <a:lnTo>
                      <a:pt x="1384" y="3257"/>
                    </a:lnTo>
                    <a:lnTo>
                      <a:pt x="815" y="3338"/>
                    </a:lnTo>
                    <a:lnTo>
                      <a:pt x="611" y="4885"/>
                    </a:lnTo>
                    <a:lnTo>
                      <a:pt x="489" y="6553"/>
                    </a:lnTo>
                    <a:lnTo>
                      <a:pt x="855" y="6675"/>
                    </a:lnTo>
                    <a:lnTo>
                      <a:pt x="1384" y="6797"/>
                    </a:lnTo>
                    <a:lnTo>
                      <a:pt x="1710" y="6879"/>
                    </a:lnTo>
                    <a:lnTo>
                      <a:pt x="2117" y="6920"/>
                    </a:lnTo>
                    <a:lnTo>
                      <a:pt x="2565" y="6960"/>
                    </a:lnTo>
                    <a:lnTo>
                      <a:pt x="3094" y="6960"/>
                    </a:lnTo>
                    <a:lnTo>
                      <a:pt x="3379" y="5576"/>
                    </a:lnTo>
                    <a:lnTo>
                      <a:pt x="3663" y="10053"/>
                    </a:lnTo>
                    <a:lnTo>
                      <a:pt x="3094" y="10908"/>
                    </a:lnTo>
                    <a:lnTo>
                      <a:pt x="2605" y="11763"/>
                    </a:lnTo>
                    <a:lnTo>
                      <a:pt x="2117" y="12617"/>
                    </a:lnTo>
                    <a:lnTo>
                      <a:pt x="1751" y="13431"/>
                    </a:lnTo>
                    <a:lnTo>
                      <a:pt x="1384" y="14245"/>
                    </a:lnTo>
                    <a:lnTo>
                      <a:pt x="1099" y="15059"/>
                    </a:lnTo>
                    <a:lnTo>
                      <a:pt x="855" y="15792"/>
                    </a:lnTo>
                    <a:lnTo>
                      <a:pt x="611" y="16484"/>
                    </a:lnTo>
                    <a:lnTo>
                      <a:pt x="448" y="17135"/>
                    </a:lnTo>
                    <a:lnTo>
                      <a:pt x="326" y="17705"/>
                    </a:lnTo>
                    <a:lnTo>
                      <a:pt x="123" y="18682"/>
                    </a:lnTo>
                    <a:lnTo>
                      <a:pt x="1" y="19292"/>
                    </a:lnTo>
                    <a:lnTo>
                      <a:pt x="1" y="19496"/>
                    </a:lnTo>
                    <a:lnTo>
                      <a:pt x="12821" y="19496"/>
                    </a:lnTo>
                    <a:lnTo>
                      <a:pt x="12821" y="19170"/>
                    </a:lnTo>
                    <a:lnTo>
                      <a:pt x="12780" y="18804"/>
                    </a:lnTo>
                    <a:lnTo>
                      <a:pt x="12617" y="18030"/>
                    </a:lnTo>
                    <a:lnTo>
                      <a:pt x="12455" y="17257"/>
                    </a:lnTo>
                    <a:lnTo>
                      <a:pt x="12210" y="16443"/>
                    </a:lnTo>
                    <a:lnTo>
                      <a:pt x="11966" y="15670"/>
                    </a:lnTo>
                    <a:lnTo>
                      <a:pt x="11681" y="14856"/>
                    </a:lnTo>
                    <a:lnTo>
                      <a:pt x="11356" y="14083"/>
                    </a:lnTo>
                    <a:lnTo>
                      <a:pt x="11071" y="13350"/>
                    </a:lnTo>
                    <a:lnTo>
                      <a:pt x="10460" y="12007"/>
                    </a:lnTo>
                    <a:lnTo>
                      <a:pt x="9890" y="10908"/>
                    </a:lnTo>
                    <a:lnTo>
                      <a:pt x="9402" y="9891"/>
                    </a:lnTo>
                    <a:lnTo>
                      <a:pt x="9850" y="5861"/>
                    </a:lnTo>
                    <a:lnTo>
                      <a:pt x="10094" y="5821"/>
                    </a:lnTo>
                    <a:lnTo>
                      <a:pt x="10338" y="5780"/>
                    </a:lnTo>
                    <a:lnTo>
                      <a:pt x="10704" y="5699"/>
                    </a:lnTo>
                    <a:lnTo>
                      <a:pt x="11071" y="5576"/>
                    </a:lnTo>
                    <a:lnTo>
                      <a:pt x="11478" y="5454"/>
                    </a:lnTo>
                    <a:lnTo>
                      <a:pt x="11844" y="5251"/>
                    </a:lnTo>
                    <a:lnTo>
                      <a:pt x="12048" y="5169"/>
                    </a:lnTo>
                    <a:lnTo>
                      <a:pt x="12210" y="5047"/>
                    </a:lnTo>
                    <a:lnTo>
                      <a:pt x="12007" y="3582"/>
                    </a:lnTo>
                    <a:lnTo>
                      <a:pt x="11763" y="2239"/>
                    </a:lnTo>
                    <a:lnTo>
                      <a:pt x="11396" y="2361"/>
                    </a:lnTo>
                    <a:lnTo>
                      <a:pt x="11071" y="2443"/>
                    </a:lnTo>
                    <a:lnTo>
                      <a:pt x="10338" y="2443"/>
                    </a:lnTo>
                    <a:lnTo>
                      <a:pt x="10257" y="2402"/>
                    </a:lnTo>
                    <a:lnTo>
                      <a:pt x="10216" y="2361"/>
                    </a:lnTo>
                    <a:lnTo>
                      <a:pt x="10175" y="2280"/>
                    </a:lnTo>
                    <a:lnTo>
                      <a:pt x="10094" y="2158"/>
                    </a:lnTo>
                    <a:lnTo>
                      <a:pt x="10053" y="1954"/>
                    </a:lnTo>
                    <a:lnTo>
                      <a:pt x="10013" y="1629"/>
                    </a:lnTo>
                    <a:lnTo>
                      <a:pt x="10013" y="1344"/>
                    </a:lnTo>
                    <a:lnTo>
                      <a:pt x="10013" y="978"/>
                    </a:lnTo>
                    <a:lnTo>
                      <a:pt x="10053" y="652"/>
                    </a:lnTo>
                    <a:lnTo>
                      <a:pt x="10094" y="326"/>
                    </a:lnTo>
                    <a:lnTo>
                      <a:pt x="907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30"/>
              <p:cNvSpPr/>
              <p:nvPr/>
            </p:nvSpPr>
            <p:spPr>
              <a:xfrm>
                <a:off x="5390650" y="1471675"/>
                <a:ext cx="222850" cy="300175"/>
              </a:xfrm>
              <a:custGeom>
                <a:avLst/>
                <a:gdLst/>
                <a:ahLst/>
                <a:cxnLst/>
                <a:rect l="l" t="t" r="r" b="b"/>
                <a:pathLst>
                  <a:path w="8914" h="12007" extrusionOk="0">
                    <a:moveTo>
                      <a:pt x="7896" y="0"/>
                    </a:moveTo>
                    <a:lnTo>
                      <a:pt x="7611" y="41"/>
                    </a:lnTo>
                    <a:lnTo>
                      <a:pt x="7286" y="82"/>
                    </a:lnTo>
                    <a:lnTo>
                      <a:pt x="7041" y="163"/>
                    </a:lnTo>
                    <a:lnTo>
                      <a:pt x="6716" y="285"/>
                    </a:lnTo>
                    <a:lnTo>
                      <a:pt x="6472" y="407"/>
                    </a:lnTo>
                    <a:lnTo>
                      <a:pt x="6187" y="530"/>
                    </a:lnTo>
                    <a:lnTo>
                      <a:pt x="5943" y="652"/>
                    </a:lnTo>
                    <a:lnTo>
                      <a:pt x="5454" y="977"/>
                    </a:lnTo>
                    <a:lnTo>
                      <a:pt x="5006" y="1344"/>
                    </a:lnTo>
                    <a:lnTo>
                      <a:pt x="4599" y="1751"/>
                    </a:lnTo>
                    <a:lnTo>
                      <a:pt x="4233" y="2117"/>
                    </a:lnTo>
                    <a:lnTo>
                      <a:pt x="3948" y="2524"/>
                    </a:lnTo>
                    <a:lnTo>
                      <a:pt x="3663" y="2890"/>
                    </a:lnTo>
                    <a:lnTo>
                      <a:pt x="3419" y="3216"/>
                    </a:lnTo>
                    <a:lnTo>
                      <a:pt x="3134" y="3745"/>
                    </a:lnTo>
                    <a:lnTo>
                      <a:pt x="3012" y="3948"/>
                    </a:lnTo>
                    <a:lnTo>
                      <a:pt x="2646" y="4030"/>
                    </a:lnTo>
                    <a:lnTo>
                      <a:pt x="2320" y="4192"/>
                    </a:lnTo>
                    <a:lnTo>
                      <a:pt x="1995" y="4355"/>
                    </a:lnTo>
                    <a:lnTo>
                      <a:pt x="1710" y="4559"/>
                    </a:lnTo>
                    <a:lnTo>
                      <a:pt x="1425" y="4803"/>
                    </a:lnTo>
                    <a:lnTo>
                      <a:pt x="1140" y="5047"/>
                    </a:lnTo>
                    <a:lnTo>
                      <a:pt x="896" y="5332"/>
                    </a:lnTo>
                    <a:lnTo>
                      <a:pt x="692" y="5617"/>
                    </a:lnTo>
                    <a:lnTo>
                      <a:pt x="489" y="5902"/>
                    </a:lnTo>
                    <a:lnTo>
                      <a:pt x="326" y="6227"/>
                    </a:lnTo>
                    <a:lnTo>
                      <a:pt x="204" y="6553"/>
                    </a:lnTo>
                    <a:lnTo>
                      <a:pt x="123" y="6879"/>
                    </a:lnTo>
                    <a:lnTo>
                      <a:pt x="41" y="7204"/>
                    </a:lnTo>
                    <a:lnTo>
                      <a:pt x="0" y="7570"/>
                    </a:lnTo>
                    <a:lnTo>
                      <a:pt x="0" y="7896"/>
                    </a:lnTo>
                    <a:lnTo>
                      <a:pt x="82" y="8262"/>
                    </a:lnTo>
                    <a:lnTo>
                      <a:pt x="123" y="8588"/>
                    </a:lnTo>
                    <a:lnTo>
                      <a:pt x="285" y="8995"/>
                    </a:lnTo>
                    <a:lnTo>
                      <a:pt x="407" y="9402"/>
                    </a:lnTo>
                    <a:lnTo>
                      <a:pt x="611" y="9768"/>
                    </a:lnTo>
                    <a:lnTo>
                      <a:pt x="855" y="10175"/>
                    </a:lnTo>
                    <a:lnTo>
                      <a:pt x="1099" y="10582"/>
                    </a:lnTo>
                    <a:lnTo>
                      <a:pt x="1425" y="10908"/>
                    </a:lnTo>
                    <a:lnTo>
                      <a:pt x="1750" y="11233"/>
                    </a:lnTo>
                    <a:lnTo>
                      <a:pt x="2076" y="11518"/>
                    </a:lnTo>
                    <a:lnTo>
                      <a:pt x="2280" y="11640"/>
                    </a:lnTo>
                    <a:lnTo>
                      <a:pt x="2442" y="11762"/>
                    </a:lnTo>
                    <a:lnTo>
                      <a:pt x="2646" y="11844"/>
                    </a:lnTo>
                    <a:lnTo>
                      <a:pt x="2849" y="11925"/>
                    </a:lnTo>
                    <a:lnTo>
                      <a:pt x="3053" y="11966"/>
                    </a:lnTo>
                    <a:lnTo>
                      <a:pt x="3297" y="12007"/>
                    </a:lnTo>
                    <a:lnTo>
                      <a:pt x="3745" y="12007"/>
                    </a:lnTo>
                    <a:lnTo>
                      <a:pt x="3948" y="11966"/>
                    </a:lnTo>
                    <a:lnTo>
                      <a:pt x="4192" y="11925"/>
                    </a:lnTo>
                    <a:lnTo>
                      <a:pt x="4437" y="11844"/>
                    </a:lnTo>
                    <a:lnTo>
                      <a:pt x="4681" y="11722"/>
                    </a:lnTo>
                    <a:lnTo>
                      <a:pt x="4925" y="11600"/>
                    </a:lnTo>
                    <a:lnTo>
                      <a:pt x="5169" y="11437"/>
                    </a:lnTo>
                    <a:lnTo>
                      <a:pt x="5373" y="11233"/>
                    </a:lnTo>
                    <a:lnTo>
                      <a:pt x="5576" y="11071"/>
                    </a:lnTo>
                    <a:lnTo>
                      <a:pt x="5780" y="10867"/>
                    </a:lnTo>
                    <a:lnTo>
                      <a:pt x="5943" y="10664"/>
                    </a:lnTo>
                    <a:lnTo>
                      <a:pt x="6105" y="10501"/>
                    </a:lnTo>
                    <a:lnTo>
                      <a:pt x="6227" y="10297"/>
                    </a:lnTo>
                    <a:lnTo>
                      <a:pt x="6350" y="10094"/>
                    </a:lnTo>
                    <a:lnTo>
                      <a:pt x="6390" y="9890"/>
                    </a:lnTo>
                    <a:lnTo>
                      <a:pt x="6472" y="9687"/>
                    </a:lnTo>
                    <a:lnTo>
                      <a:pt x="6553" y="9483"/>
                    </a:lnTo>
                    <a:lnTo>
                      <a:pt x="6594" y="9076"/>
                    </a:lnTo>
                    <a:lnTo>
                      <a:pt x="6594" y="8669"/>
                    </a:lnTo>
                    <a:lnTo>
                      <a:pt x="6594" y="8303"/>
                    </a:lnTo>
                    <a:lnTo>
                      <a:pt x="6512" y="7937"/>
                    </a:lnTo>
                    <a:lnTo>
                      <a:pt x="6431" y="7611"/>
                    </a:lnTo>
                    <a:lnTo>
                      <a:pt x="6350" y="7326"/>
                    </a:lnTo>
                    <a:lnTo>
                      <a:pt x="6268" y="7082"/>
                    </a:lnTo>
                    <a:lnTo>
                      <a:pt x="6065" y="6716"/>
                    </a:lnTo>
                    <a:lnTo>
                      <a:pt x="5983" y="6594"/>
                    </a:lnTo>
                    <a:lnTo>
                      <a:pt x="6187" y="6350"/>
                    </a:lnTo>
                    <a:lnTo>
                      <a:pt x="6309" y="6146"/>
                    </a:lnTo>
                    <a:lnTo>
                      <a:pt x="6390" y="5902"/>
                    </a:lnTo>
                    <a:lnTo>
                      <a:pt x="6472" y="5698"/>
                    </a:lnTo>
                    <a:lnTo>
                      <a:pt x="6553" y="5454"/>
                    </a:lnTo>
                    <a:lnTo>
                      <a:pt x="6594" y="5251"/>
                    </a:lnTo>
                    <a:lnTo>
                      <a:pt x="6675" y="4844"/>
                    </a:lnTo>
                    <a:lnTo>
                      <a:pt x="6675" y="4518"/>
                    </a:lnTo>
                    <a:lnTo>
                      <a:pt x="6675" y="4233"/>
                    </a:lnTo>
                    <a:lnTo>
                      <a:pt x="6634" y="4030"/>
                    </a:lnTo>
                    <a:lnTo>
                      <a:pt x="6879" y="3908"/>
                    </a:lnTo>
                    <a:lnTo>
                      <a:pt x="7082" y="3826"/>
                    </a:lnTo>
                    <a:lnTo>
                      <a:pt x="7286" y="3663"/>
                    </a:lnTo>
                    <a:lnTo>
                      <a:pt x="7448" y="3541"/>
                    </a:lnTo>
                    <a:lnTo>
                      <a:pt x="7774" y="3256"/>
                    </a:lnTo>
                    <a:lnTo>
                      <a:pt x="8059" y="2971"/>
                    </a:lnTo>
                    <a:lnTo>
                      <a:pt x="8262" y="2646"/>
                    </a:lnTo>
                    <a:lnTo>
                      <a:pt x="8425" y="2320"/>
                    </a:lnTo>
                    <a:lnTo>
                      <a:pt x="8588" y="1995"/>
                    </a:lnTo>
                    <a:lnTo>
                      <a:pt x="8669" y="1669"/>
                    </a:lnTo>
                    <a:lnTo>
                      <a:pt x="8791" y="1344"/>
                    </a:lnTo>
                    <a:lnTo>
                      <a:pt x="8832" y="1059"/>
                    </a:lnTo>
                    <a:lnTo>
                      <a:pt x="8873" y="530"/>
                    </a:lnTo>
                    <a:lnTo>
                      <a:pt x="8914" y="204"/>
                    </a:lnTo>
                    <a:lnTo>
                      <a:pt x="8914" y="82"/>
                    </a:lnTo>
                    <a:lnTo>
                      <a:pt x="8547" y="0"/>
                    </a:lnTo>
                    <a:close/>
                  </a:path>
                </a:pathLst>
              </a:custGeom>
              <a:solidFill>
                <a:srgbClr val="FFBE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30"/>
              <p:cNvSpPr/>
              <p:nvPr/>
            </p:nvSpPr>
            <p:spPr>
              <a:xfrm>
                <a:off x="5415075" y="1425900"/>
                <a:ext cx="204525" cy="153650"/>
              </a:xfrm>
              <a:custGeom>
                <a:avLst/>
                <a:gdLst/>
                <a:ahLst/>
                <a:cxnLst/>
                <a:rect l="l" t="t" r="r" b="b"/>
                <a:pathLst>
                  <a:path w="8181" h="6146" extrusionOk="0">
                    <a:moveTo>
                      <a:pt x="5128" y="0"/>
                    </a:moveTo>
                    <a:lnTo>
                      <a:pt x="4559" y="41"/>
                    </a:lnTo>
                    <a:lnTo>
                      <a:pt x="3989" y="122"/>
                    </a:lnTo>
                    <a:lnTo>
                      <a:pt x="3745" y="163"/>
                    </a:lnTo>
                    <a:lnTo>
                      <a:pt x="3460" y="244"/>
                    </a:lnTo>
                    <a:lnTo>
                      <a:pt x="3215" y="326"/>
                    </a:lnTo>
                    <a:lnTo>
                      <a:pt x="2971" y="448"/>
                    </a:lnTo>
                    <a:lnTo>
                      <a:pt x="2483" y="651"/>
                    </a:lnTo>
                    <a:lnTo>
                      <a:pt x="2076" y="977"/>
                    </a:lnTo>
                    <a:lnTo>
                      <a:pt x="1669" y="1262"/>
                    </a:lnTo>
                    <a:lnTo>
                      <a:pt x="1343" y="1628"/>
                    </a:lnTo>
                    <a:lnTo>
                      <a:pt x="1099" y="1913"/>
                    </a:lnTo>
                    <a:lnTo>
                      <a:pt x="855" y="2238"/>
                    </a:lnTo>
                    <a:lnTo>
                      <a:pt x="529" y="2849"/>
                    </a:lnTo>
                    <a:lnTo>
                      <a:pt x="326" y="3215"/>
                    </a:lnTo>
                    <a:lnTo>
                      <a:pt x="163" y="3541"/>
                    </a:lnTo>
                    <a:lnTo>
                      <a:pt x="82" y="3866"/>
                    </a:lnTo>
                    <a:lnTo>
                      <a:pt x="0" y="4151"/>
                    </a:lnTo>
                    <a:lnTo>
                      <a:pt x="0" y="4273"/>
                    </a:lnTo>
                    <a:lnTo>
                      <a:pt x="0" y="4436"/>
                    </a:lnTo>
                    <a:lnTo>
                      <a:pt x="41" y="4558"/>
                    </a:lnTo>
                    <a:lnTo>
                      <a:pt x="41" y="4640"/>
                    </a:lnTo>
                    <a:lnTo>
                      <a:pt x="163" y="4802"/>
                    </a:lnTo>
                    <a:lnTo>
                      <a:pt x="326" y="4925"/>
                    </a:lnTo>
                    <a:lnTo>
                      <a:pt x="489" y="5006"/>
                    </a:lnTo>
                    <a:lnTo>
                      <a:pt x="651" y="5087"/>
                    </a:lnTo>
                    <a:lnTo>
                      <a:pt x="855" y="5087"/>
                    </a:lnTo>
                    <a:lnTo>
                      <a:pt x="1018" y="5128"/>
                    </a:lnTo>
                    <a:lnTo>
                      <a:pt x="1221" y="5128"/>
                    </a:lnTo>
                    <a:lnTo>
                      <a:pt x="1180" y="5169"/>
                    </a:lnTo>
                    <a:lnTo>
                      <a:pt x="1140" y="5372"/>
                    </a:lnTo>
                    <a:lnTo>
                      <a:pt x="1099" y="5535"/>
                    </a:lnTo>
                    <a:lnTo>
                      <a:pt x="1058" y="5698"/>
                    </a:lnTo>
                    <a:lnTo>
                      <a:pt x="1099" y="5901"/>
                    </a:lnTo>
                    <a:lnTo>
                      <a:pt x="1140" y="6146"/>
                    </a:lnTo>
                    <a:lnTo>
                      <a:pt x="1750" y="6105"/>
                    </a:lnTo>
                    <a:lnTo>
                      <a:pt x="2157" y="6064"/>
                    </a:lnTo>
                    <a:lnTo>
                      <a:pt x="2605" y="5942"/>
                    </a:lnTo>
                    <a:lnTo>
                      <a:pt x="3012" y="5779"/>
                    </a:lnTo>
                    <a:lnTo>
                      <a:pt x="3378" y="5576"/>
                    </a:lnTo>
                    <a:lnTo>
                      <a:pt x="3745" y="5332"/>
                    </a:lnTo>
                    <a:lnTo>
                      <a:pt x="4070" y="5047"/>
                    </a:lnTo>
                    <a:lnTo>
                      <a:pt x="4396" y="4721"/>
                    </a:lnTo>
                    <a:lnTo>
                      <a:pt x="4640" y="4355"/>
                    </a:lnTo>
                    <a:lnTo>
                      <a:pt x="4925" y="3989"/>
                    </a:lnTo>
                    <a:lnTo>
                      <a:pt x="5210" y="3582"/>
                    </a:lnTo>
                    <a:lnTo>
                      <a:pt x="5576" y="3215"/>
                    </a:lnTo>
                    <a:lnTo>
                      <a:pt x="5942" y="2849"/>
                    </a:lnTo>
                    <a:lnTo>
                      <a:pt x="6390" y="2523"/>
                    </a:lnTo>
                    <a:lnTo>
                      <a:pt x="6593" y="2361"/>
                    </a:lnTo>
                    <a:lnTo>
                      <a:pt x="6878" y="2238"/>
                    </a:lnTo>
                    <a:lnTo>
                      <a:pt x="7082" y="2116"/>
                    </a:lnTo>
                    <a:lnTo>
                      <a:pt x="7367" y="2035"/>
                    </a:lnTo>
                    <a:lnTo>
                      <a:pt x="7611" y="1954"/>
                    </a:lnTo>
                    <a:lnTo>
                      <a:pt x="7937" y="1913"/>
                    </a:lnTo>
                    <a:lnTo>
                      <a:pt x="8018" y="1750"/>
                    </a:lnTo>
                    <a:lnTo>
                      <a:pt x="8099" y="1628"/>
                    </a:lnTo>
                    <a:lnTo>
                      <a:pt x="8140" y="1506"/>
                    </a:lnTo>
                    <a:lnTo>
                      <a:pt x="8181" y="1302"/>
                    </a:lnTo>
                    <a:lnTo>
                      <a:pt x="8181" y="1099"/>
                    </a:lnTo>
                    <a:lnTo>
                      <a:pt x="8140" y="1017"/>
                    </a:lnTo>
                    <a:lnTo>
                      <a:pt x="8099" y="895"/>
                    </a:lnTo>
                    <a:lnTo>
                      <a:pt x="8018" y="814"/>
                    </a:lnTo>
                    <a:lnTo>
                      <a:pt x="7937" y="692"/>
                    </a:lnTo>
                    <a:lnTo>
                      <a:pt x="7814" y="610"/>
                    </a:lnTo>
                    <a:lnTo>
                      <a:pt x="7652" y="488"/>
                    </a:lnTo>
                    <a:lnTo>
                      <a:pt x="7489" y="407"/>
                    </a:lnTo>
                    <a:lnTo>
                      <a:pt x="7285" y="326"/>
                    </a:lnTo>
                    <a:lnTo>
                      <a:pt x="6797" y="203"/>
                    </a:lnTo>
                    <a:lnTo>
                      <a:pt x="6268" y="122"/>
                    </a:lnTo>
                    <a:lnTo>
                      <a:pt x="5698" y="41"/>
                    </a:lnTo>
                    <a:lnTo>
                      <a:pt x="512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30"/>
              <p:cNvSpPr/>
              <p:nvPr/>
            </p:nvSpPr>
            <p:spPr>
              <a:xfrm>
                <a:off x="5418125" y="1502200"/>
                <a:ext cx="69200" cy="77350"/>
              </a:xfrm>
              <a:custGeom>
                <a:avLst/>
                <a:gdLst/>
                <a:ahLst/>
                <a:cxnLst/>
                <a:rect l="l" t="t" r="r" b="b"/>
                <a:pathLst>
                  <a:path w="2768" h="3094" extrusionOk="0">
                    <a:moveTo>
                      <a:pt x="2564" y="0"/>
                    </a:moveTo>
                    <a:lnTo>
                      <a:pt x="2442" y="82"/>
                    </a:lnTo>
                    <a:lnTo>
                      <a:pt x="2320" y="204"/>
                    </a:lnTo>
                    <a:lnTo>
                      <a:pt x="1913" y="530"/>
                    </a:lnTo>
                    <a:lnTo>
                      <a:pt x="1343" y="1059"/>
                    </a:lnTo>
                    <a:lnTo>
                      <a:pt x="1181" y="1221"/>
                    </a:lnTo>
                    <a:lnTo>
                      <a:pt x="1018" y="1343"/>
                    </a:lnTo>
                    <a:lnTo>
                      <a:pt x="814" y="1425"/>
                    </a:lnTo>
                    <a:lnTo>
                      <a:pt x="651" y="1506"/>
                    </a:lnTo>
                    <a:lnTo>
                      <a:pt x="448" y="1588"/>
                    </a:lnTo>
                    <a:lnTo>
                      <a:pt x="285" y="1628"/>
                    </a:lnTo>
                    <a:lnTo>
                      <a:pt x="0" y="1628"/>
                    </a:lnTo>
                    <a:lnTo>
                      <a:pt x="122" y="1791"/>
                    </a:lnTo>
                    <a:lnTo>
                      <a:pt x="244" y="1913"/>
                    </a:lnTo>
                    <a:lnTo>
                      <a:pt x="407" y="1995"/>
                    </a:lnTo>
                    <a:lnTo>
                      <a:pt x="570" y="2035"/>
                    </a:lnTo>
                    <a:lnTo>
                      <a:pt x="733" y="2035"/>
                    </a:lnTo>
                    <a:lnTo>
                      <a:pt x="896" y="2076"/>
                    </a:lnTo>
                    <a:lnTo>
                      <a:pt x="1099" y="2076"/>
                    </a:lnTo>
                    <a:lnTo>
                      <a:pt x="1058" y="2117"/>
                    </a:lnTo>
                    <a:lnTo>
                      <a:pt x="1018" y="2320"/>
                    </a:lnTo>
                    <a:lnTo>
                      <a:pt x="977" y="2483"/>
                    </a:lnTo>
                    <a:lnTo>
                      <a:pt x="936" y="2646"/>
                    </a:lnTo>
                    <a:lnTo>
                      <a:pt x="977" y="2849"/>
                    </a:lnTo>
                    <a:lnTo>
                      <a:pt x="1018" y="3094"/>
                    </a:lnTo>
                    <a:lnTo>
                      <a:pt x="1303" y="2524"/>
                    </a:lnTo>
                    <a:lnTo>
                      <a:pt x="1547" y="1954"/>
                    </a:lnTo>
                    <a:lnTo>
                      <a:pt x="1872" y="1466"/>
                    </a:lnTo>
                    <a:lnTo>
                      <a:pt x="2157" y="1018"/>
                    </a:lnTo>
                    <a:lnTo>
                      <a:pt x="2646" y="326"/>
                    </a:lnTo>
                    <a:lnTo>
                      <a:pt x="2727" y="123"/>
                    </a:lnTo>
                    <a:lnTo>
                      <a:pt x="2768" y="82"/>
                    </a:lnTo>
                    <a:lnTo>
                      <a:pt x="2727" y="0"/>
                    </a:lnTo>
                    <a:close/>
                  </a:path>
                </a:pathLst>
              </a:custGeom>
              <a:solidFill>
                <a:srgbClr val="000000">
                  <a:alpha val="95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30"/>
              <p:cNvSpPr/>
              <p:nvPr/>
            </p:nvSpPr>
            <p:spPr>
              <a:xfrm>
                <a:off x="5589050" y="1572400"/>
                <a:ext cx="24450" cy="49875"/>
              </a:xfrm>
              <a:custGeom>
                <a:avLst/>
                <a:gdLst/>
                <a:ahLst/>
                <a:cxnLst/>
                <a:rect l="l" t="t" r="r" b="b"/>
                <a:pathLst>
                  <a:path w="978" h="1995" extrusionOk="0">
                    <a:moveTo>
                      <a:pt x="41" y="1"/>
                    </a:moveTo>
                    <a:lnTo>
                      <a:pt x="41" y="82"/>
                    </a:lnTo>
                    <a:lnTo>
                      <a:pt x="1" y="286"/>
                    </a:lnTo>
                    <a:lnTo>
                      <a:pt x="41" y="611"/>
                    </a:lnTo>
                    <a:lnTo>
                      <a:pt x="41" y="937"/>
                    </a:lnTo>
                    <a:lnTo>
                      <a:pt x="164" y="1629"/>
                    </a:lnTo>
                    <a:lnTo>
                      <a:pt x="204" y="1873"/>
                    </a:lnTo>
                    <a:lnTo>
                      <a:pt x="245" y="1954"/>
                    </a:lnTo>
                    <a:lnTo>
                      <a:pt x="326" y="1995"/>
                    </a:lnTo>
                    <a:lnTo>
                      <a:pt x="530" y="1995"/>
                    </a:lnTo>
                    <a:lnTo>
                      <a:pt x="652" y="1954"/>
                    </a:lnTo>
                    <a:lnTo>
                      <a:pt x="774" y="1914"/>
                    </a:lnTo>
                    <a:lnTo>
                      <a:pt x="855" y="1832"/>
                    </a:lnTo>
                    <a:lnTo>
                      <a:pt x="937" y="1751"/>
                    </a:lnTo>
                    <a:lnTo>
                      <a:pt x="978" y="1669"/>
                    </a:lnTo>
                    <a:lnTo>
                      <a:pt x="937" y="1507"/>
                    </a:lnTo>
                    <a:lnTo>
                      <a:pt x="855" y="1303"/>
                    </a:lnTo>
                    <a:lnTo>
                      <a:pt x="733" y="1018"/>
                    </a:lnTo>
                    <a:lnTo>
                      <a:pt x="611" y="693"/>
                    </a:lnTo>
                    <a:lnTo>
                      <a:pt x="448" y="408"/>
                    </a:lnTo>
                    <a:lnTo>
                      <a:pt x="326" y="204"/>
                    </a:lnTo>
                    <a:lnTo>
                      <a:pt x="164" y="1"/>
                    </a:lnTo>
                    <a:close/>
                  </a:path>
                </a:pathLst>
              </a:custGeom>
              <a:solidFill>
                <a:srgbClr val="000000">
                  <a:alpha val="95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30"/>
              <p:cNvSpPr/>
              <p:nvPr/>
            </p:nvSpPr>
            <p:spPr>
              <a:xfrm>
                <a:off x="5608400" y="1558150"/>
                <a:ext cx="11200" cy="24450"/>
              </a:xfrm>
              <a:custGeom>
                <a:avLst/>
                <a:gdLst/>
                <a:ahLst/>
                <a:cxnLst/>
                <a:rect l="l" t="t" r="r" b="b"/>
                <a:pathLst>
                  <a:path w="448" h="978" extrusionOk="0">
                    <a:moveTo>
                      <a:pt x="81" y="1"/>
                    </a:moveTo>
                    <a:lnTo>
                      <a:pt x="81" y="42"/>
                    </a:lnTo>
                    <a:lnTo>
                      <a:pt x="0" y="164"/>
                    </a:lnTo>
                    <a:lnTo>
                      <a:pt x="0" y="326"/>
                    </a:lnTo>
                    <a:lnTo>
                      <a:pt x="41" y="489"/>
                    </a:lnTo>
                    <a:lnTo>
                      <a:pt x="81" y="693"/>
                    </a:lnTo>
                    <a:lnTo>
                      <a:pt x="163" y="856"/>
                    </a:lnTo>
                    <a:lnTo>
                      <a:pt x="244" y="937"/>
                    </a:lnTo>
                    <a:lnTo>
                      <a:pt x="285" y="978"/>
                    </a:lnTo>
                    <a:lnTo>
                      <a:pt x="366" y="978"/>
                    </a:lnTo>
                    <a:lnTo>
                      <a:pt x="407" y="896"/>
                    </a:lnTo>
                    <a:lnTo>
                      <a:pt x="448" y="815"/>
                    </a:lnTo>
                    <a:lnTo>
                      <a:pt x="448" y="611"/>
                    </a:lnTo>
                    <a:lnTo>
                      <a:pt x="448" y="408"/>
                    </a:lnTo>
                    <a:lnTo>
                      <a:pt x="407" y="245"/>
                    </a:lnTo>
                    <a:lnTo>
                      <a:pt x="326" y="82"/>
                    </a:lnTo>
                    <a:lnTo>
                      <a:pt x="204" y="1"/>
                    </a:lnTo>
                    <a:close/>
                  </a:path>
                </a:pathLst>
              </a:custGeom>
              <a:solidFill>
                <a:srgbClr val="1D1D1B"/>
              </a:solidFill>
              <a:ln w="4075" cap="rnd" cmpd="sng">
                <a:solidFill>
                  <a:srgbClr val="1D1D1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30"/>
              <p:cNvSpPr/>
              <p:nvPr/>
            </p:nvSpPr>
            <p:spPr>
              <a:xfrm>
                <a:off x="5565650" y="1576475"/>
                <a:ext cx="11225" cy="24450"/>
              </a:xfrm>
              <a:custGeom>
                <a:avLst/>
                <a:gdLst/>
                <a:ahLst/>
                <a:cxnLst/>
                <a:rect l="l" t="t" r="r" b="b"/>
                <a:pathLst>
                  <a:path w="449" h="978" extrusionOk="0">
                    <a:moveTo>
                      <a:pt x="82" y="0"/>
                    </a:moveTo>
                    <a:lnTo>
                      <a:pt x="41" y="41"/>
                    </a:lnTo>
                    <a:lnTo>
                      <a:pt x="1" y="163"/>
                    </a:lnTo>
                    <a:lnTo>
                      <a:pt x="1" y="326"/>
                    </a:lnTo>
                    <a:lnTo>
                      <a:pt x="1" y="530"/>
                    </a:lnTo>
                    <a:lnTo>
                      <a:pt x="41" y="733"/>
                    </a:lnTo>
                    <a:lnTo>
                      <a:pt x="123" y="855"/>
                    </a:lnTo>
                    <a:lnTo>
                      <a:pt x="245" y="977"/>
                    </a:lnTo>
                    <a:lnTo>
                      <a:pt x="326" y="977"/>
                    </a:lnTo>
                    <a:lnTo>
                      <a:pt x="367" y="937"/>
                    </a:lnTo>
                    <a:lnTo>
                      <a:pt x="448" y="814"/>
                    </a:lnTo>
                    <a:lnTo>
                      <a:pt x="448" y="652"/>
                    </a:lnTo>
                    <a:lnTo>
                      <a:pt x="408" y="448"/>
                    </a:lnTo>
                    <a:lnTo>
                      <a:pt x="367" y="245"/>
                    </a:lnTo>
                    <a:lnTo>
                      <a:pt x="286" y="123"/>
                    </a:lnTo>
                    <a:lnTo>
                      <a:pt x="204" y="41"/>
                    </a:lnTo>
                    <a:lnTo>
                      <a:pt x="164" y="0"/>
                    </a:lnTo>
                    <a:close/>
                  </a:path>
                </a:pathLst>
              </a:custGeom>
              <a:solidFill>
                <a:srgbClr val="1D1D1B"/>
              </a:solidFill>
              <a:ln w="4075" cap="rnd" cmpd="sng">
                <a:solidFill>
                  <a:srgbClr val="1D1D1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30"/>
              <p:cNvSpPr/>
              <p:nvPr/>
            </p:nvSpPr>
            <p:spPr>
              <a:xfrm>
                <a:off x="5582950" y="1633450"/>
                <a:ext cx="33600" cy="17325"/>
              </a:xfrm>
              <a:custGeom>
                <a:avLst/>
                <a:gdLst/>
                <a:ahLst/>
                <a:cxnLst/>
                <a:rect l="l" t="t" r="r" b="b"/>
                <a:pathLst>
                  <a:path w="1344" h="693" extrusionOk="0">
                    <a:moveTo>
                      <a:pt x="204" y="1"/>
                    </a:moveTo>
                    <a:lnTo>
                      <a:pt x="82" y="41"/>
                    </a:lnTo>
                    <a:lnTo>
                      <a:pt x="1" y="82"/>
                    </a:lnTo>
                    <a:lnTo>
                      <a:pt x="1" y="123"/>
                    </a:lnTo>
                    <a:lnTo>
                      <a:pt x="41" y="245"/>
                    </a:lnTo>
                    <a:lnTo>
                      <a:pt x="82" y="367"/>
                    </a:lnTo>
                    <a:lnTo>
                      <a:pt x="163" y="448"/>
                    </a:lnTo>
                    <a:lnTo>
                      <a:pt x="285" y="570"/>
                    </a:lnTo>
                    <a:lnTo>
                      <a:pt x="408" y="611"/>
                    </a:lnTo>
                    <a:lnTo>
                      <a:pt x="570" y="692"/>
                    </a:lnTo>
                    <a:lnTo>
                      <a:pt x="774" y="692"/>
                    </a:lnTo>
                    <a:lnTo>
                      <a:pt x="937" y="611"/>
                    </a:lnTo>
                    <a:lnTo>
                      <a:pt x="1059" y="570"/>
                    </a:lnTo>
                    <a:lnTo>
                      <a:pt x="1181" y="448"/>
                    </a:lnTo>
                    <a:lnTo>
                      <a:pt x="1222" y="367"/>
                    </a:lnTo>
                    <a:lnTo>
                      <a:pt x="1303" y="245"/>
                    </a:lnTo>
                    <a:lnTo>
                      <a:pt x="1303" y="123"/>
                    </a:lnTo>
                    <a:lnTo>
                      <a:pt x="1344" y="82"/>
                    </a:lnTo>
                    <a:lnTo>
                      <a:pt x="1303" y="1"/>
                    </a:ln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30"/>
              <p:cNvSpPr/>
              <p:nvPr/>
            </p:nvSpPr>
            <p:spPr>
              <a:xfrm>
                <a:off x="5590075" y="1640575"/>
                <a:ext cx="18350" cy="10200"/>
              </a:xfrm>
              <a:custGeom>
                <a:avLst/>
                <a:gdLst/>
                <a:ahLst/>
                <a:cxnLst/>
                <a:rect l="l" t="t" r="r" b="b"/>
                <a:pathLst>
                  <a:path w="734" h="408" extrusionOk="0">
                    <a:moveTo>
                      <a:pt x="285" y="0"/>
                    </a:moveTo>
                    <a:lnTo>
                      <a:pt x="123" y="82"/>
                    </a:lnTo>
                    <a:lnTo>
                      <a:pt x="82" y="163"/>
                    </a:lnTo>
                    <a:lnTo>
                      <a:pt x="0" y="285"/>
                    </a:lnTo>
                    <a:lnTo>
                      <a:pt x="123" y="326"/>
                    </a:lnTo>
                    <a:lnTo>
                      <a:pt x="204" y="367"/>
                    </a:lnTo>
                    <a:lnTo>
                      <a:pt x="326" y="407"/>
                    </a:lnTo>
                    <a:lnTo>
                      <a:pt x="489" y="407"/>
                    </a:lnTo>
                    <a:lnTo>
                      <a:pt x="611" y="326"/>
                    </a:lnTo>
                    <a:lnTo>
                      <a:pt x="733" y="285"/>
                    </a:lnTo>
                    <a:lnTo>
                      <a:pt x="692" y="163"/>
                    </a:lnTo>
                    <a:lnTo>
                      <a:pt x="611" y="82"/>
                    </a:lnTo>
                    <a:lnTo>
                      <a:pt x="530" y="0"/>
                    </a:lnTo>
                    <a:close/>
                  </a:path>
                </a:pathLst>
              </a:custGeom>
              <a:solidFill>
                <a:srgbClr val="F2708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30"/>
              <p:cNvSpPr/>
              <p:nvPr/>
            </p:nvSpPr>
            <p:spPr>
              <a:xfrm>
                <a:off x="5564650" y="1662950"/>
                <a:ext cx="23425" cy="11225"/>
              </a:xfrm>
              <a:custGeom>
                <a:avLst/>
                <a:gdLst/>
                <a:ahLst/>
                <a:cxnLst/>
                <a:rect l="l" t="t" r="r" b="b"/>
                <a:pathLst>
                  <a:path w="937" h="449" extrusionOk="0">
                    <a:moveTo>
                      <a:pt x="0" y="1"/>
                    </a:moveTo>
                    <a:lnTo>
                      <a:pt x="81" y="82"/>
                    </a:lnTo>
                    <a:lnTo>
                      <a:pt x="204" y="204"/>
                    </a:lnTo>
                    <a:lnTo>
                      <a:pt x="366" y="245"/>
                    </a:lnTo>
                    <a:lnTo>
                      <a:pt x="529" y="326"/>
                    </a:lnTo>
                    <a:lnTo>
                      <a:pt x="814" y="449"/>
                    </a:lnTo>
                    <a:lnTo>
                      <a:pt x="936" y="449"/>
                    </a:lnTo>
                    <a:lnTo>
                      <a:pt x="895" y="42"/>
                    </a:lnTo>
                    <a:lnTo>
                      <a:pt x="326" y="42"/>
                    </a:lnTo>
                    <a:lnTo>
                      <a:pt x="0" y="1"/>
                    </a:lnTo>
                    <a:close/>
                  </a:path>
                </a:pathLst>
              </a:custGeom>
              <a:solidFill>
                <a:srgbClr val="000000">
                  <a:alpha val="95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48" name="Google Shape;248;p30"/>
          <p:cNvGrpSpPr/>
          <p:nvPr/>
        </p:nvGrpSpPr>
        <p:grpSpPr>
          <a:xfrm>
            <a:off x="7663654" y="3205948"/>
            <a:ext cx="1431162" cy="4344231"/>
            <a:chOff x="7805623" y="3360011"/>
            <a:chExt cx="1145113" cy="3475941"/>
          </a:xfrm>
        </p:grpSpPr>
        <p:sp>
          <p:nvSpPr>
            <p:cNvPr id="249" name="Google Shape;249;p30"/>
            <p:cNvSpPr/>
            <p:nvPr/>
          </p:nvSpPr>
          <p:spPr>
            <a:xfrm>
              <a:off x="7805729" y="3360048"/>
              <a:ext cx="1145008" cy="3475904"/>
            </a:xfrm>
            <a:custGeom>
              <a:avLst/>
              <a:gdLst/>
              <a:ahLst/>
              <a:cxnLst/>
              <a:rect l="l" t="t" r="r" b="b"/>
              <a:pathLst>
                <a:path w="16973" h="51525" extrusionOk="0">
                  <a:moveTo>
                    <a:pt x="4640" y="0"/>
                  </a:moveTo>
                  <a:lnTo>
                    <a:pt x="4640" y="41"/>
                  </a:lnTo>
                  <a:lnTo>
                    <a:pt x="4478" y="244"/>
                  </a:lnTo>
                  <a:lnTo>
                    <a:pt x="4233" y="570"/>
                  </a:lnTo>
                  <a:lnTo>
                    <a:pt x="4030" y="1018"/>
                  </a:lnTo>
                  <a:lnTo>
                    <a:pt x="3908" y="1262"/>
                  </a:lnTo>
                  <a:lnTo>
                    <a:pt x="3826" y="1547"/>
                  </a:lnTo>
                  <a:lnTo>
                    <a:pt x="3745" y="1791"/>
                  </a:lnTo>
                  <a:lnTo>
                    <a:pt x="3664" y="2116"/>
                  </a:lnTo>
                  <a:lnTo>
                    <a:pt x="3664" y="2442"/>
                  </a:lnTo>
                  <a:lnTo>
                    <a:pt x="3664" y="2727"/>
                  </a:lnTo>
                  <a:lnTo>
                    <a:pt x="3664" y="3052"/>
                  </a:lnTo>
                  <a:lnTo>
                    <a:pt x="3745" y="3378"/>
                  </a:lnTo>
                  <a:lnTo>
                    <a:pt x="3867" y="3704"/>
                  </a:lnTo>
                  <a:lnTo>
                    <a:pt x="4030" y="4070"/>
                  </a:lnTo>
                  <a:lnTo>
                    <a:pt x="3948" y="4436"/>
                  </a:lnTo>
                  <a:lnTo>
                    <a:pt x="3826" y="4884"/>
                  </a:lnTo>
                  <a:lnTo>
                    <a:pt x="3745" y="5413"/>
                  </a:lnTo>
                  <a:lnTo>
                    <a:pt x="3623" y="6105"/>
                  </a:lnTo>
                  <a:lnTo>
                    <a:pt x="3582" y="6837"/>
                  </a:lnTo>
                  <a:lnTo>
                    <a:pt x="3582" y="7244"/>
                  </a:lnTo>
                  <a:lnTo>
                    <a:pt x="3582" y="7651"/>
                  </a:lnTo>
                  <a:lnTo>
                    <a:pt x="3623" y="8058"/>
                  </a:lnTo>
                  <a:lnTo>
                    <a:pt x="3623" y="8506"/>
                  </a:lnTo>
                  <a:lnTo>
                    <a:pt x="3704" y="8913"/>
                  </a:lnTo>
                  <a:lnTo>
                    <a:pt x="3786" y="9279"/>
                  </a:lnTo>
                  <a:lnTo>
                    <a:pt x="3867" y="9605"/>
                  </a:lnTo>
                  <a:lnTo>
                    <a:pt x="3948" y="9849"/>
                  </a:lnTo>
                  <a:lnTo>
                    <a:pt x="4071" y="10134"/>
                  </a:lnTo>
                  <a:lnTo>
                    <a:pt x="4193" y="10338"/>
                  </a:lnTo>
                  <a:lnTo>
                    <a:pt x="4274" y="10500"/>
                  </a:lnTo>
                  <a:lnTo>
                    <a:pt x="4437" y="10663"/>
                  </a:lnTo>
                  <a:lnTo>
                    <a:pt x="4559" y="10785"/>
                  </a:lnTo>
                  <a:lnTo>
                    <a:pt x="4722" y="10867"/>
                  </a:lnTo>
                  <a:lnTo>
                    <a:pt x="4844" y="10948"/>
                  </a:lnTo>
                  <a:lnTo>
                    <a:pt x="4966" y="11029"/>
                  </a:lnTo>
                  <a:lnTo>
                    <a:pt x="5251" y="11070"/>
                  </a:lnTo>
                  <a:lnTo>
                    <a:pt x="5658" y="11070"/>
                  </a:lnTo>
                  <a:lnTo>
                    <a:pt x="5658" y="11599"/>
                  </a:lnTo>
                  <a:lnTo>
                    <a:pt x="5658" y="11640"/>
                  </a:lnTo>
                  <a:lnTo>
                    <a:pt x="5658" y="12169"/>
                  </a:lnTo>
                  <a:lnTo>
                    <a:pt x="5169" y="12291"/>
                  </a:lnTo>
                  <a:lnTo>
                    <a:pt x="4559" y="12454"/>
                  </a:lnTo>
                  <a:lnTo>
                    <a:pt x="3257" y="12861"/>
                  </a:lnTo>
                  <a:lnTo>
                    <a:pt x="1751" y="13349"/>
                  </a:lnTo>
                  <a:lnTo>
                    <a:pt x="1629" y="14001"/>
                  </a:lnTo>
                  <a:lnTo>
                    <a:pt x="1425" y="14815"/>
                  </a:lnTo>
                  <a:lnTo>
                    <a:pt x="1222" y="15791"/>
                  </a:lnTo>
                  <a:lnTo>
                    <a:pt x="1018" y="16890"/>
                  </a:lnTo>
                  <a:lnTo>
                    <a:pt x="815" y="18111"/>
                  </a:lnTo>
                  <a:lnTo>
                    <a:pt x="652" y="19413"/>
                  </a:lnTo>
                  <a:lnTo>
                    <a:pt x="570" y="20024"/>
                  </a:lnTo>
                  <a:lnTo>
                    <a:pt x="530" y="20634"/>
                  </a:lnTo>
                  <a:lnTo>
                    <a:pt x="896" y="20634"/>
                  </a:lnTo>
                  <a:lnTo>
                    <a:pt x="570" y="23890"/>
                  </a:lnTo>
                  <a:lnTo>
                    <a:pt x="204" y="27472"/>
                  </a:lnTo>
                  <a:lnTo>
                    <a:pt x="1" y="29792"/>
                  </a:lnTo>
                  <a:lnTo>
                    <a:pt x="1" y="30077"/>
                  </a:lnTo>
                  <a:lnTo>
                    <a:pt x="1" y="30362"/>
                  </a:lnTo>
                  <a:lnTo>
                    <a:pt x="1" y="30606"/>
                  </a:lnTo>
                  <a:lnTo>
                    <a:pt x="82" y="30809"/>
                  </a:lnTo>
                  <a:lnTo>
                    <a:pt x="123" y="31013"/>
                  </a:lnTo>
                  <a:lnTo>
                    <a:pt x="204" y="31176"/>
                  </a:lnTo>
                  <a:lnTo>
                    <a:pt x="286" y="31338"/>
                  </a:lnTo>
                  <a:lnTo>
                    <a:pt x="367" y="31501"/>
                  </a:lnTo>
                  <a:lnTo>
                    <a:pt x="570" y="31705"/>
                  </a:lnTo>
                  <a:lnTo>
                    <a:pt x="733" y="31827"/>
                  </a:lnTo>
                  <a:lnTo>
                    <a:pt x="896" y="31867"/>
                  </a:lnTo>
                  <a:lnTo>
                    <a:pt x="1018" y="31867"/>
                  </a:lnTo>
                  <a:lnTo>
                    <a:pt x="1100" y="31786"/>
                  </a:lnTo>
                  <a:lnTo>
                    <a:pt x="1140" y="31705"/>
                  </a:lnTo>
                  <a:lnTo>
                    <a:pt x="1181" y="31623"/>
                  </a:lnTo>
                  <a:lnTo>
                    <a:pt x="1222" y="31460"/>
                  </a:lnTo>
                  <a:lnTo>
                    <a:pt x="1222" y="31135"/>
                  </a:lnTo>
                  <a:lnTo>
                    <a:pt x="1222" y="30809"/>
                  </a:lnTo>
                  <a:lnTo>
                    <a:pt x="1222" y="30117"/>
                  </a:lnTo>
                  <a:lnTo>
                    <a:pt x="1222" y="29832"/>
                  </a:lnTo>
                  <a:lnTo>
                    <a:pt x="1222" y="29792"/>
                  </a:lnTo>
                  <a:lnTo>
                    <a:pt x="1262" y="29710"/>
                  </a:lnTo>
                  <a:lnTo>
                    <a:pt x="1344" y="29710"/>
                  </a:lnTo>
                  <a:lnTo>
                    <a:pt x="1425" y="29792"/>
                  </a:lnTo>
                  <a:lnTo>
                    <a:pt x="1506" y="29955"/>
                  </a:lnTo>
                  <a:lnTo>
                    <a:pt x="1547" y="30158"/>
                  </a:lnTo>
                  <a:lnTo>
                    <a:pt x="1669" y="30362"/>
                  </a:lnTo>
                  <a:lnTo>
                    <a:pt x="1751" y="30524"/>
                  </a:lnTo>
                  <a:lnTo>
                    <a:pt x="1832" y="30606"/>
                  </a:lnTo>
                  <a:lnTo>
                    <a:pt x="1873" y="30646"/>
                  </a:lnTo>
                  <a:lnTo>
                    <a:pt x="1995" y="30646"/>
                  </a:lnTo>
                  <a:lnTo>
                    <a:pt x="2036" y="30606"/>
                  </a:lnTo>
                  <a:lnTo>
                    <a:pt x="2076" y="30524"/>
                  </a:lnTo>
                  <a:lnTo>
                    <a:pt x="2076" y="30402"/>
                  </a:lnTo>
                  <a:lnTo>
                    <a:pt x="2036" y="30280"/>
                  </a:lnTo>
                  <a:lnTo>
                    <a:pt x="1954" y="29914"/>
                  </a:lnTo>
                  <a:lnTo>
                    <a:pt x="1832" y="29548"/>
                  </a:lnTo>
                  <a:lnTo>
                    <a:pt x="1588" y="28815"/>
                  </a:lnTo>
                  <a:lnTo>
                    <a:pt x="1466" y="28489"/>
                  </a:lnTo>
                  <a:lnTo>
                    <a:pt x="2768" y="20634"/>
                  </a:lnTo>
                  <a:lnTo>
                    <a:pt x="2890" y="20634"/>
                  </a:lnTo>
                  <a:lnTo>
                    <a:pt x="3216" y="22344"/>
                  </a:lnTo>
                  <a:lnTo>
                    <a:pt x="3419" y="23483"/>
                  </a:lnTo>
                  <a:lnTo>
                    <a:pt x="3216" y="24867"/>
                  </a:lnTo>
                  <a:lnTo>
                    <a:pt x="3094" y="26292"/>
                  </a:lnTo>
                  <a:lnTo>
                    <a:pt x="2972" y="27635"/>
                  </a:lnTo>
                  <a:lnTo>
                    <a:pt x="2850" y="28978"/>
                  </a:lnTo>
                  <a:lnTo>
                    <a:pt x="2687" y="31542"/>
                  </a:lnTo>
                  <a:lnTo>
                    <a:pt x="2605" y="33943"/>
                  </a:lnTo>
                  <a:lnTo>
                    <a:pt x="2565" y="36181"/>
                  </a:lnTo>
                  <a:lnTo>
                    <a:pt x="2565" y="38298"/>
                  </a:lnTo>
                  <a:lnTo>
                    <a:pt x="2605" y="40211"/>
                  </a:lnTo>
                  <a:lnTo>
                    <a:pt x="2646" y="42001"/>
                  </a:lnTo>
                  <a:lnTo>
                    <a:pt x="2768" y="43589"/>
                  </a:lnTo>
                  <a:lnTo>
                    <a:pt x="2850" y="44972"/>
                  </a:lnTo>
                  <a:lnTo>
                    <a:pt x="2972" y="46193"/>
                  </a:lnTo>
                  <a:lnTo>
                    <a:pt x="3053" y="47170"/>
                  </a:lnTo>
                  <a:lnTo>
                    <a:pt x="3257" y="48554"/>
                  </a:lnTo>
                  <a:lnTo>
                    <a:pt x="3338" y="49002"/>
                  </a:lnTo>
                  <a:lnTo>
                    <a:pt x="2890" y="49164"/>
                  </a:lnTo>
                  <a:lnTo>
                    <a:pt x="2443" y="49368"/>
                  </a:lnTo>
                  <a:lnTo>
                    <a:pt x="1913" y="49612"/>
                  </a:lnTo>
                  <a:lnTo>
                    <a:pt x="1344" y="49897"/>
                  </a:lnTo>
                  <a:lnTo>
                    <a:pt x="855" y="50223"/>
                  </a:lnTo>
                  <a:lnTo>
                    <a:pt x="611" y="50385"/>
                  </a:lnTo>
                  <a:lnTo>
                    <a:pt x="408" y="50548"/>
                  </a:lnTo>
                  <a:lnTo>
                    <a:pt x="286" y="50711"/>
                  </a:lnTo>
                  <a:lnTo>
                    <a:pt x="123" y="50915"/>
                  </a:lnTo>
                  <a:lnTo>
                    <a:pt x="82" y="51077"/>
                  </a:lnTo>
                  <a:lnTo>
                    <a:pt x="82" y="51118"/>
                  </a:lnTo>
                  <a:lnTo>
                    <a:pt x="82" y="51199"/>
                  </a:lnTo>
                  <a:lnTo>
                    <a:pt x="123" y="51281"/>
                  </a:lnTo>
                  <a:lnTo>
                    <a:pt x="163" y="51322"/>
                  </a:lnTo>
                  <a:lnTo>
                    <a:pt x="286" y="51403"/>
                  </a:lnTo>
                  <a:lnTo>
                    <a:pt x="489" y="51444"/>
                  </a:lnTo>
                  <a:lnTo>
                    <a:pt x="652" y="51484"/>
                  </a:lnTo>
                  <a:lnTo>
                    <a:pt x="896" y="51484"/>
                  </a:lnTo>
                  <a:lnTo>
                    <a:pt x="1140" y="51525"/>
                  </a:lnTo>
                  <a:lnTo>
                    <a:pt x="1629" y="51484"/>
                  </a:lnTo>
                  <a:lnTo>
                    <a:pt x="2117" y="51444"/>
                  </a:lnTo>
                  <a:lnTo>
                    <a:pt x="2524" y="51362"/>
                  </a:lnTo>
                  <a:lnTo>
                    <a:pt x="2727" y="51322"/>
                  </a:lnTo>
                  <a:lnTo>
                    <a:pt x="3094" y="51199"/>
                  </a:lnTo>
                  <a:lnTo>
                    <a:pt x="3623" y="51037"/>
                  </a:lnTo>
                  <a:lnTo>
                    <a:pt x="4233" y="50792"/>
                  </a:lnTo>
                  <a:lnTo>
                    <a:pt x="4193" y="51077"/>
                  </a:lnTo>
                  <a:lnTo>
                    <a:pt x="4193" y="51281"/>
                  </a:lnTo>
                  <a:lnTo>
                    <a:pt x="4193" y="51322"/>
                  </a:lnTo>
                  <a:lnTo>
                    <a:pt x="4233" y="51362"/>
                  </a:lnTo>
                  <a:lnTo>
                    <a:pt x="5454" y="51362"/>
                  </a:lnTo>
                  <a:lnTo>
                    <a:pt x="5536" y="51322"/>
                  </a:lnTo>
                  <a:lnTo>
                    <a:pt x="5617" y="51281"/>
                  </a:lnTo>
                  <a:lnTo>
                    <a:pt x="5658" y="51199"/>
                  </a:lnTo>
                  <a:lnTo>
                    <a:pt x="5699" y="51118"/>
                  </a:lnTo>
                  <a:lnTo>
                    <a:pt x="5658" y="50670"/>
                  </a:lnTo>
                  <a:lnTo>
                    <a:pt x="5658" y="50060"/>
                  </a:lnTo>
                  <a:lnTo>
                    <a:pt x="5617" y="49775"/>
                  </a:lnTo>
                  <a:lnTo>
                    <a:pt x="5576" y="49490"/>
                  </a:lnTo>
                  <a:lnTo>
                    <a:pt x="5536" y="49205"/>
                  </a:lnTo>
                  <a:lnTo>
                    <a:pt x="5454" y="49002"/>
                  </a:lnTo>
                  <a:lnTo>
                    <a:pt x="5495" y="49002"/>
                  </a:lnTo>
                  <a:lnTo>
                    <a:pt x="6838" y="31094"/>
                  </a:lnTo>
                  <a:lnTo>
                    <a:pt x="7164" y="33170"/>
                  </a:lnTo>
                  <a:lnTo>
                    <a:pt x="7652" y="35856"/>
                  </a:lnTo>
                  <a:lnTo>
                    <a:pt x="8710" y="41798"/>
                  </a:lnTo>
                  <a:lnTo>
                    <a:pt x="10013" y="49002"/>
                  </a:lnTo>
                  <a:lnTo>
                    <a:pt x="9606" y="49164"/>
                  </a:lnTo>
                  <a:lnTo>
                    <a:pt x="9199" y="49368"/>
                  </a:lnTo>
                  <a:lnTo>
                    <a:pt x="8751" y="49612"/>
                  </a:lnTo>
                  <a:lnTo>
                    <a:pt x="8263" y="49897"/>
                  </a:lnTo>
                  <a:lnTo>
                    <a:pt x="7774" y="50223"/>
                  </a:lnTo>
                  <a:lnTo>
                    <a:pt x="7571" y="50385"/>
                  </a:lnTo>
                  <a:lnTo>
                    <a:pt x="7408" y="50548"/>
                  </a:lnTo>
                  <a:lnTo>
                    <a:pt x="7245" y="50711"/>
                  </a:lnTo>
                  <a:lnTo>
                    <a:pt x="7164" y="50915"/>
                  </a:lnTo>
                  <a:lnTo>
                    <a:pt x="7082" y="51077"/>
                  </a:lnTo>
                  <a:lnTo>
                    <a:pt x="7082" y="51118"/>
                  </a:lnTo>
                  <a:lnTo>
                    <a:pt x="7082" y="51199"/>
                  </a:lnTo>
                  <a:lnTo>
                    <a:pt x="7123" y="51281"/>
                  </a:lnTo>
                  <a:lnTo>
                    <a:pt x="7164" y="51322"/>
                  </a:lnTo>
                  <a:lnTo>
                    <a:pt x="7286" y="51403"/>
                  </a:lnTo>
                  <a:lnTo>
                    <a:pt x="7449" y="51444"/>
                  </a:lnTo>
                  <a:lnTo>
                    <a:pt x="7652" y="51484"/>
                  </a:lnTo>
                  <a:lnTo>
                    <a:pt x="7896" y="51484"/>
                  </a:lnTo>
                  <a:lnTo>
                    <a:pt x="8140" y="51525"/>
                  </a:lnTo>
                  <a:lnTo>
                    <a:pt x="8670" y="51484"/>
                  </a:lnTo>
                  <a:lnTo>
                    <a:pt x="9117" y="51444"/>
                  </a:lnTo>
                  <a:lnTo>
                    <a:pt x="9524" y="51362"/>
                  </a:lnTo>
                  <a:lnTo>
                    <a:pt x="9728" y="51322"/>
                  </a:lnTo>
                  <a:lnTo>
                    <a:pt x="10094" y="51199"/>
                  </a:lnTo>
                  <a:lnTo>
                    <a:pt x="10582" y="51037"/>
                  </a:lnTo>
                  <a:lnTo>
                    <a:pt x="11234" y="50792"/>
                  </a:lnTo>
                  <a:lnTo>
                    <a:pt x="11193" y="51077"/>
                  </a:lnTo>
                  <a:lnTo>
                    <a:pt x="11193" y="51281"/>
                  </a:lnTo>
                  <a:lnTo>
                    <a:pt x="11193" y="51322"/>
                  </a:lnTo>
                  <a:lnTo>
                    <a:pt x="11234" y="51362"/>
                  </a:lnTo>
                  <a:lnTo>
                    <a:pt x="12455" y="51362"/>
                  </a:lnTo>
                  <a:lnTo>
                    <a:pt x="12536" y="51322"/>
                  </a:lnTo>
                  <a:lnTo>
                    <a:pt x="12617" y="51281"/>
                  </a:lnTo>
                  <a:lnTo>
                    <a:pt x="12699" y="51199"/>
                  </a:lnTo>
                  <a:lnTo>
                    <a:pt x="12699" y="51118"/>
                  </a:lnTo>
                  <a:lnTo>
                    <a:pt x="12699" y="50670"/>
                  </a:lnTo>
                  <a:lnTo>
                    <a:pt x="12658" y="50060"/>
                  </a:lnTo>
                  <a:lnTo>
                    <a:pt x="12617" y="49775"/>
                  </a:lnTo>
                  <a:lnTo>
                    <a:pt x="12577" y="49490"/>
                  </a:lnTo>
                  <a:lnTo>
                    <a:pt x="12536" y="49205"/>
                  </a:lnTo>
                  <a:lnTo>
                    <a:pt x="12455" y="49002"/>
                  </a:lnTo>
                  <a:lnTo>
                    <a:pt x="11152" y="23483"/>
                  </a:lnTo>
                  <a:lnTo>
                    <a:pt x="11112" y="21652"/>
                  </a:lnTo>
                  <a:lnTo>
                    <a:pt x="11112" y="20268"/>
                  </a:lnTo>
                  <a:lnTo>
                    <a:pt x="11112" y="19373"/>
                  </a:lnTo>
                  <a:lnTo>
                    <a:pt x="11234" y="18111"/>
                  </a:lnTo>
                  <a:lnTo>
                    <a:pt x="11885" y="20146"/>
                  </a:lnTo>
                  <a:lnTo>
                    <a:pt x="12170" y="19983"/>
                  </a:lnTo>
                  <a:lnTo>
                    <a:pt x="15141" y="27879"/>
                  </a:lnTo>
                  <a:lnTo>
                    <a:pt x="15059" y="28204"/>
                  </a:lnTo>
                  <a:lnTo>
                    <a:pt x="14937" y="28978"/>
                  </a:lnTo>
                  <a:lnTo>
                    <a:pt x="14897" y="29385"/>
                  </a:lnTo>
                  <a:lnTo>
                    <a:pt x="14897" y="29751"/>
                  </a:lnTo>
                  <a:lnTo>
                    <a:pt x="14897" y="29873"/>
                  </a:lnTo>
                  <a:lnTo>
                    <a:pt x="14937" y="29995"/>
                  </a:lnTo>
                  <a:lnTo>
                    <a:pt x="14978" y="30077"/>
                  </a:lnTo>
                  <a:lnTo>
                    <a:pt x="15019" y="30117"/>
                  </a:lnTo>
                  <a:lnTo>
                    <a:pt x="15100" y="30117"/>
                  </a:lnTo>
                  <a:lnTo>
                    <a:pt x="15141" y="30036"/>
                  </a:lnTo>
                  <a:lnTo>
                    <a:pt x="15222" y="29995"/>
                  </a:lnTo>
                  <a:lnTo>
                    <a:pt x="15222" y="29914"/>
                  </a:lnTo>
                  <a:lnTo>
                    <a:pt x="15304" y="29751"/>
                  </a:lnTo>
                  <a:lnTo>
                    <a:pt x="15344" y="29507"/>
                  </a:lnTo>
                  <a:lnTo>
                    <a:pt x="15385" y="29303"/>
                  </a:lnTo>
                  <a:lnTo>
                    <a:pt x="15426" y="29141"/>
                  </a:lnTo>
                  <a:lnTo>
                    <a:pt x="15466" y="29018"/>
                  </a:lnTo>
                  <a:lnTo>
                    <a:pt x="15548" y="29018"/>
                  </a:lnTo>
                  <a:lnTo>
                    <a:pt x="15629" y="29100"/>
                  </a:lnTo>
                  <a:lnTo>
                    <a:pt x="15629" y="29181"/>
                  </a:lnTo>
                  <a:lnTo>
                    <a:pt x="15670" y="29425"/>
                  </a:lnTo>
                  <a:lnTo>
                    <a:pt x="15833" y="30077"/>
                  </a:lnTo>
                  <a:lnTo>
                    <a:pt x="15873" y="30443"/>
                  </a:lnTo>
                  <a:lnTo>
                    <a:pt x="15955" y="30728"/>
                  </a:lnTo>
                  <a:lnTo>
                    <a:pt x="15995" y="30850"/>
                  </a:lnTo>
                  <a:lnTo>
                    <a:pt x="16077" y="30972"/>
                  </a:lnTo>
                  <a:lnTo>
                    <a:pt x="16118" y="31053"/>
                  </a:lnTo>
                  <a:lnTo>
                    <a:pt x="16199" y="31094"/>
                  </a:lnTo>
                  <a:lnTo>
                    <a:pt x="16321" y="31094"/>
                  </a:lnTo>
                  <a:lnTo>
                    <a:pt x="16484" y="31013"/>
                  </a:lnTo>
                  <a:lnTo>
                    <a:pt x="16647" y="30850"/>
                  </a:lnTo>
                  <a:lnTo>
                    <a:pt x="16769" y="30606"/>
                  </a:lnTo>
                  <a:lnTo>
                    <a:pt x="16850" y="30443"/>
                  </a:lnTo>
                  <a:lnTo>
                    <a:pt x="16891" y="30280"/>
                  </a:lnTo>
                  <a:lnTo>
                    <a:pt x="16932" y="30117"/>
                  </a:lnTo>
                  <a:lnTo>
                    <a:pt x="16932" y="29914"/>
                  </a:lnTo>
                  <a:lnTo>
                    <a:pt x="16972" y="29670"/>
                  </a:lnTo>
                  <a:lnTo>
                    <a:pt x="16932" y="29425"/>
                  </a:lnTo>
                  <a:lnTo>
                    <a:pt x="16891" y="29181"/>
                  </a:lnTo>
                  <a:lnTo>
                    <a:pt x="16850" y="28896"/>
                  </a:lnTo>
                  <a:lnTo>
                    <a:pt x="16158" y="26658"/>
                  </a:lnTo>
                  <a:lnTo>
                    <a:pt x="15141" y="23158"/>
                  </a:lnTo>
                  <a:lnTo>
                    <a:pt x="13920" y="19210"/>
                  </a:lnTo>
                  <a:lnTo>
                    <a:pt x="14286" y="19047"/>
                  </a:lnTo>
                  <a:lnTo>
                    <a:pt x="11885" y="12576"/>
                  </a:lnTo>
                  <a:lnTo>
                    <a:pt x="11030" y="12495"/>
                  </a:lnTo>
                  <a:lnTo>
                    <a:pt x="9199" y="12291"/>
                  </a:lnTo>
                  <a:lnTo>
                    <a:pt x="8588" y="12250"/>
                  </a:lnTo>
                  <a:lnTo>
                    <a:pt x="8588" y="11884"/>
                  </a:lnTo>
                  <a:lnTo>
                    <a:pt x="8588" y="10948"/>
                  </a:lnTo>
                  <a:lnTo>
                    <a:pt x="8588" y="10907"/>
                  </a:lnTo>
                  <a:lnTo>
                    <a:pt x="8588" y="10419"/>
                  </a:lnTo>
                  <a:lnTo>
                    <a:pt x="8670" y="10419"/>
                  </a:lnTo>
                  <a:lnTo>
                    <a:pt x="8873" y="10297"/>
                  </a:lnTo>
                  <a:lnTo>
                    <a:pt x="9036" y="10216"/>
                  </a:lnTo>
                  <a:lnTo>
                    <a:pt x="9158" y="10093"/>
                  </a:lnTo>
                  <a:lnTo>
                    <a:pt x="9239" y="10012"/>
                  </a:lnTo>
                  <a:lnTo>
                    <a:pt x="9361" y="9809"/>
                  </a:lnTo>
                  <a:lnTo>
                    <a:pt x="9361" y="9727"/>
                  </a:lnTo>
                  <a:lnTo>
                    <a:pt x="9484" y="9605"/>
                  </a:lnTo>
                  <a:lnTo>
                    <a:pt x="9768" y="9279"/>
                  </a:lnTo>
                  <a:lnTo>
                    <a:pt x="10094" y="8832"/>
                  </a:lnTo>
                  <a:lnTo>
                    <a:pt x="10216" y="8628"/>
                  </a:lnTo>
                  <a:lnTo>
                    <a:pt x="10338" y="8384"/>
                  </a:lnTo>
                  <a:lnTo>
                    <a:pt x="10420" y="8140"/>
                  </a:lnTo>
                  <a:lnTo>
                    <a:pt x="10501" y="7774"/>
                  </a:lnTo>
                  <a:lnTo>
                    <a:pt x="10664" y="7041"/>
                  </a:lnTo>
                  <a:lnTo>
                    <a:pt x="10664" y="7000"/>
                  </a:lnTo>
                  <a:lnTo>
                    <a:pt x="10827" y="6878"/>
                  </a:lnTo>
                  <a:lnTo>
                    <a:pt x="10949" y="6715"/>
                  </a:lnTo>
                  <a:lnTo>
                    <a:pt x="11030" y="6553"/>
                  </a:lnTo>
                  <a:lnTo>
                    <a:pt x="11112" y="6349"/>
                  </a:lnTo>
                  <a:lnTo>
                    <a:pt x="11193" y="6105"/>
                  </a:lnTo>
                  <a:lnTo>
                    <a:pt x="11234" y="5901"/>
                  </a:lnTo>
                  <a:lnTo>
                    <a:pt x="11234" y="5657"/>
                  </a:lnTo>
                  <a:lnTo>
                    <a:pt x="11193" y="5454"/>
                  </a:lnTo>
                  <a:lnTo>
                    <a:pt x="11152" y="5291"/>
                  </a:lnTo>
                  <a:lnTo>
                    <a:pt x="11112" y="5210"/>
                  </a:lnTo>
                  <a:lnTo>
                    <a:pt x="11030" y="5169"/>
                  </a:lnTo>
                  <a:lnTo>
                    <a:pt x="11112" y="4803"/>
                  </a:lnTo>
                  <a:lnTo>
                    <a:pt x="11152" y="4436"/>
                  </a:lnTo>
                  <a:lnTo>
                    <a:pt x="11193" y="4029"/>
                  </a:lnTo>
                  <a:lnTo>
                    <a:pt x="11152" y="3582"/>
                  </a:lnTo>
                  <a:lnTo>
                    <a:pt x="11112" y="3337"/>
                  </a:lnTo>
                  <a:lnTo>
                    <a:pt x="11071" y="3093"/>
                  </a:lnTo>
                  <a:lnTo>
                    <a:pt x="10989" y="2890"/>
                  </a:lnTo>
                  <a:lnTo>
                    <a:pt x="10908" y="2727"/>
                  </a:lnTo>
                  <a:lnTo>
                    <a:pt x="10786" y="2564"/>
                  </a:lnTo>
                  <a:lnTo>
                    <a:pt x="10664" y="2442"/>
                  </a:lnTo>
                  <a:lnTo>
                    <a:pt x="10460" y="2320"/>
                  </a:lnTo>
                  <a:lnTo>
                    <a:pt x="10257" y="2198"/>
                  </a:lnTo>
                  <a:lnTo>
                    <a:pt x="10013" y="2116"/>
                  </a:lnTo>
                  <a:lnTo>
                    <a:pt x="9768" y="2035"/>
                  </a:lnTo>
                  <a:lnTo>
                    <a:pt x="9239" y="1913"/>
                  </a:lnTo>
                  <a:lnTo>
                    <a:pt x="8670" y="1791"/>
                  </a:lnTo>
                  <a:lnTo>
                    <a:pt x="8181" y="1750"/>
                  </a:lnTo>
                  <a:lnTo>
                    <a:pt x="7693" y="1709"/>
                  </a:lnTo>
                  <a:lnTo>
                    <a:pt x="7001" y="1669"/>
                  </a:lnTo>
                  <a:lnTo>
                    <a:pt x="6757" y="1587"/>
                  </a:lnTo>
                  <a:lnTo>
                    <a:pt x="6513" y="1547"/>
                  </a:lnTo>
                  <a:lnTo>
                    <a:pt x="6228" y="1425"/>
                  </a:lnTo>
                  <a:lnTo>
                    <a:pt x="5943" y="1302"/>
                  </a:lnTo>
                  <a:lnTo>
                    <a:pt x="5658" y="1180"/>
                  </a:lnTo>
                  <a:lnTo>
                    <a:pt x="5454" y="1018"/>
                  </a:lnTo>
                  <a:lnTo>
                    <a:pt x="5251" y="895"/>
                  </a:lnTo>
                  <a:lnTo>
                    <a:pt x="5129" y="773"/>
                  </a:lnTo>
                  <a:lnTo>
                    <a:pt x="4966" y="570"/>
                  </a:lnTo>
                  <a:lnTo>
                    <a:pt x="4885" y="366"/>
                  </a:lnTo>
                  <a:lnTo>
                    <a:pt x="4762" y="41"/>
                  </a:lnTo>
                  <a:lnTo>
                    <a:pt x="4722" y="41"/>
                  </a:lnTo>
                  <a:lnTo>
                    <a:pt x="4722" y="0"/>
                  </a:lnTo>
                  <a:close/>
                </a:path>
              </a:pathLst>
            </a:custGeom>
            <a:solidFill>
              <a:schemeClr val="accent4"/>
            </a:solidFill>
            <a:ln w="76200" cap="flat" cmpd="sng">
              <a:solidFill>
                <a:schemeClr val="accent4"/>
              </a:solidFill>
              <a:prstDash val="solid"/>
              <a:round/>
              <a:headEnd type="none" w="sm" len="sm"/>
              <a:tailEnd type="none" w="sm" len="sm"/>
            </a:ln>
            <a:effectLst>
              <a:outerShdw blurRad="57150" algn="bl" rotWithShape="0">
                <a:schemeClr val="dk1">
                  <a:alpha val="2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0" name="Google Shape;250;p30"/>
            <p:cNvGrpSpPr/>
            <p:nvPr/>
          </p:nvGrpSpPr>
          <p:grpSpPr>
            <a:xfrm>
              <a:off x="7805623" y="3360011"/>
              <a:ext cx="1144940" cy="3475904"/>
              <a:chOff x="6957575" y="1469650"/>
              <a:chExt cx="424300" cy="1288125"/>
            </a:xfrm>
          </p:grpSpPr>
          <p:sp>
            <p:nvSpPr>
              <p:cNvPr id="251" name="Google Shape;251;p30"/>
              <p:cNvSpPr/>
              <p:nvPr/>
            </p:nvSpPr>
            <p:spPr>
              <a:xfrm>
                <a:off x="7256700" y="1935650"/>
                <a:ext cx="125175" cy="312375"/>
              </a:xfrm>
              <a:custGeom>
                <a:avLst/>
                <a:gdLst/>
                <a:ahLst/>
                <a:cxnLst/>
                <a:rect l="l" t="t" r="r" b="b"/>
                <a:pathLst>
                  <a:path w="5007" h="12495" extrusionOk="0">
                    <a:moveTo>
                      <a:pt x="1792" y="0"/>
                    </a:moveTo>
                    <a:lnTo>
                      <a:pt x="1" y="773"/>
                    </a:lnTo>
                    <a:lnTo>
                      <a:pt x="3176" y="9239"/>
                    </a:lnTo>
                    <a:lnTo>
                      <a:pt x="3135" y="9605"/>
                    </a:lnTo>
                    <a:lnTo>
                      <a:pt x="2972" y="10378"/>
                    </a:lnTo>
                    <a:lnTo>
                      <a:pt x="2931" y="10785"/>
                    </a:lnTo>
                    <a:lnTo>
                      <a:pt x="2931" y="11111"/>
                    </a:lnTo>
                    <a:lnTo>
                      <a:pt x="2931" y="11233"/>
                    </a:lnTo>
                    <a:lnTo>
                      <a:pt x="2972" y="11396"/>
                    </a:lnTo>
                    <a:lnTo>
                      <a:pt x="3013" y="11437"/>
                    </a:lnTo>
                    <a:lnTo>
                      <a:pt x="3053" y="11477"/>
                    </a:lnTo>
                    <a:lnTo>
                      <a:pt x="3135" y="11477"/>
                    </a:lnTo>
                    <a:lnTo>
                      <a:pt x="3176" y="11437"/>
                    </a:lnTo>
                    <a:lnTo>
                      <a:pt x="3257" y="11396"/>
                    </a:lnTo>
                    <a:lnTo>
                      <a:pt x="3257" y="11315"/>
                    </a:lnTo>
                    <a:lnTo>
                      <a:pt x="3338" y="11111"/>
                    </a:lnTo>
                    <a:lnTo>
                      <a:pt x="3379" y="10908"/>
                    </a:lnTo>
                    <a:lnTo>
                      <a:pt x="3420" y="10704"/>
                    </a:lnTo>
                    <a:lnTo>
                      <a:pt x="3460" y="10501"/>
                    </a:lnTo>
                    <a:lnTo>
                      <a:pt x="3542" y="10419"/>
                    </a:lnTo>
                    <a:lnTo>
                      <a:pt x="3583" y="10419"/>
                    </a:lnTo>
                    <a:lnTo>
                      <a:pt x="3664" y="10460"/>
                    </a:lnTo>
                    <a:lnTo>
                      <a:pt x="3664" y="10582"/>
                    </a:lnTo>
                    <a:lnTo>
                      <a:pt x="3745" y="10785"/>
                    </a:lnTo>
                    <a:lnTo>
                      <a:pt x="3867" y="11437"/>
                    </a:lnTo>
                    <a:lnTo>
                      <a:pt x="3908" y="11803"/>
                    </a:lnTo>
                    <a:lnTo>
                      <a:pt x="3990" y="12129"/>
                    </a:lnTo>
                    <a:lnTo>
                      <a:pt x="4030" y="12251"/>
                    </a:lnTo>
                    <a:lnTo>
                      <a:pt x="4112" y="12332"/>
                    </a:lnTo>
                    <a:lnTo>
                      <a:pt x="4152" y="12413"/>
                    </a:lnTo>
                    <a:lnTo>
                      <a:pt x="4234" y="12495"/>
                    </a:lnTo>
                    <a:lnTo>
                      <a:pt x="4274" y="12495"/>
                    </a:lnTo>
                    <a:lnTo>
                      <a:pt x="4356" y="12454"/>
                    </a:lnTo>
                    <a:lnTo>
                      <a:pt x="4519" y="12373"/>
                    </a:lnTo>
                    <a:lnTo>
                      <a:pt x="4681" y="12210"/>
                    </a:lnTo>
                    <a:lnTo>
                      <a:pt x="4844" y="11966"/>
                    </a:lnTo>
                    <a:lnTo>
                      <a:pt x="4885" y="11844"/>
                    </a:lnTo>
                    <a:lnTo>
                      <a:pt x="4926" y="11640"/>
                    </a:lnTo>
                    <a:lnTo>
                      <a:pt x="4966" y="11477"/>
                    </a:lnTo>
                    <a:lnTo>
                      <a:pt x="4966" y="11274"/>
                    </a:lnTo>
                    <a:lnTo>
                      <a:pt x="5007" y="11030"/>
                    </a:lnTo>
                    <a:lnTo>
                      <a:pt x="4966" y="10785"/>
                    </a:lnTo>
                    <a:lnTo>
                      <a:pt x="4926" y="10541"/>
                    </a:lnTo>
                    <a:lnTo>
                      <a:pt x="4885" y="10256"/>
                    </a:lnTo>
                    <a:lnTo>
                      <a:pt x="4234" y="8018"/>
                    </a:lnTo>
                    <a:lnTo>
                      <a:pt x="3176" y="4558"/>
                    </a:lnTo>
                    <a:lnTo>
                      <a:pt x="1792" y="0"/>
                    </a:lnTo>
                    <a:close/>
                  </a:path>
                </a:pathLst>
              </a:custGeom>
              <a:solidFill>
                <a:srgbClr val="FFD5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30"/>
              <p:cNvSpPr/>
              <p:nvPr/>
            </p:nvSpPr>
            <p:spPr>
              <a:xfrm>
                <a:off x="6957575" y="1948875"/>
                <a:ext cx="74300" cy="317475"/>
              </a:xfrm>
              <a:custGeom>
                <a:avLst/>
                <a:gdLst/>
                <a:ahLst/>
                <a:cxnLst/>
                <a:rect l="l" t="t" r="r" b="b"/>
                <a:pathLst>
                  <a:path w="2972" h="12699" extrusionOk="0">
                    <a:moveTo>
                      <a:pt x="1059" y="0"/>
                    </a:moveTo>
                    <a:lnTo>
                      <a:pt x="570" y="4721"/>
                    </a:lnTo>
                    <a:lnTo>
                      <a:pt x="204" y="8303"/>
                    </a:lnTo>
                    <a:lnTo>
                      <a:pt x="0" y="10663"/>
                    </a:lnTo>
                    <a:lnTo>
                      <a:pt x="0" y="10908"/>
                    </a:lnTo>
                    <a:lnTo>
                      <a:pt x="0" y="11193"/>
                    </a:lnTo>
                    <a:lnTo>
                      <a:pt x="0" y="11437"/>
                    </a:lnTo>
                    <a:lnTo>
                      <a:pt x="82" y="11681"/>
                    </a:lnTo>
                    <a:lnTo>
                      <a:pt x="163" y="11884"/>
                    </a:lnTo>
                    <a:lnTo>
                      <a:pt x="204" y="12006"/>
                    </a:lnTo>
                    <a:lnTo>
                      <a:pt x="285" y="12210"/>
                    </a:lnTo>
                    <a:lnTo>
                      <a:pt x="367" y="12332"/>
                    </a:lnTo>
                    <a:lnTo>
                      <a:pt x="570" y="12536"/>
                    </a:lnTo>
                    <a:lnTo>
                      <a:pt x="774" y="12658"/>
                    </a:lnTo>
                    <a:lnTo>
                      <a:pt x="896" y="12698"/>
                    </a:lnTo>
                    <a:lnTo>
                      <a:pt x="1018" y="12698"/>
                    </a:lnTo>
                    <a:lnTo>
                      <a:pt x="1099" y="12617"/>
                    </a:lnTo>
                    <a:lnTo>
                      <a:pt x="1140" y="12576"/>
                    </a:lnTo>
                    <a:lnTo>
                      <a:pt x="1181" y="12454"/>
                    </a:lnTo>
                    <a:lnTo>
                      <a:pt x="1221" y="12291"/>
                    </a:lnTo>
                    <a:lnTo>
                      <a:pt x="1221" y="12006"/>
                    </a:lnTo>
                    <a:lnTo>
                      <a:pt x="1221" y="11640"/>
                    </a:lnTo>
                    <a:lnTo>
                      <a:pt x="1221" y="10948"/>
                    </a:lnTo>
                    <a:lnTo>
                      <a:pt x="1221" y="10704"/>
                    </a:lnTo>
                    <a:lnTo>
                      <a:pt x="1221" y="10623"/>
                    </a:lnTo>
                    <a:lnTo>
                      <a:pt x="1262" y="10582"/>
                    </a:lnTo>
                    <a:lnTo>
                      <a:pt x="1303" y="10541"/>
                    </a:lnTo>
                    <a:lnTo>
                      <a:pt x="1343" y="10541"/>
                    </a:lnTo>
                    <a:lnTo>
                      <a:pt x="1425" y="10663"/>
                    </a:lnTo>
                    <a:lnTo>
                      <a:pt x="1506" y="10786"/>
                    </a:lnTo>
                    <a:lnTo>
                      <a:pt x="1588" y="10989"/>
                    </a:lnTo>
                    <a:lnTo>
                      <a:pt x="1669" y="11193"/>
                    </a:lnTo>
                    <a:lnTo>
                      <a:pt x="1791" y="11355"/>
                    </a:lnTo>
                    <a:lnTo>
                      <a:pt x="1832" y="11437"/>
                    </a:lnTo>
                    <a:lnTo>
                      <a:pt x="1873" y="11477"/>
                    </a:lnTo>
                    <a:lnTo>
                      <a:pt x="1913" y="11518"/>
                    </a:lnTo>
                    <a:lnTo>
                      <a:pt x="1995" y="11518"/>
                    </a:lnTo>
                    <a:lnTo>
                      <a:pt x="2076" y="11477"/>
                    </a:lnTo>
                    <a:lnTo>
                      <a:pt x="2076" y="11396"/>
                    </a:lnTo>
                    <a:lnTo>
                      <a:pt x="2076" y="11274"/>
                    </a:lnTo>
                    <a:lnTo>
                      <a:pt x="2076" y="11111"/>
                    </a:lnTo>
                    <a:lnTo>
                      <a:pt x="1995" y="10786"/>
                    </a:lnTo>
                    <a:lnTo>
                      <a:pt x="1873" y="10379"/>
                    </a:lnTo>
                    <a:lnTo>
                      <a:pt x="1588" y="9646"/>
                    </a:lnTo>
                    <a:lnTo>
                      <a:pt x="1466" y="9361"/>
                    </a:lnTo>
                    <a:lnTo>
                      <a:pt x="2971" y="407"/>
                    </a:lnTo>
                    <a:lnTo>
                      <a:pt x="1059" y="0"/>
                    </a:lnTo>
                    <a:close/>
                  </a:path>
                </a:pathLst>
              </a:custGeom>
              <a:solidFill>
                <a:srgbClr val="FFD5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30"/>
              <p:cNvSpPr/>
              <p:nvPr/>
            </p:nvSpPr>
            <p:spPr>
              <a:xfrm>
                <a:off x="6970800" y="1804400"/>
                <a:ext cx="61075" cy="182150"/>
              </a:xfrm>
              <a:custGeom>
                <a:avLst/>
                <a:gdLst/>
                <a:ahLst/>
                <a:cxnLst/>
                <a:rect l="l" t="t" r="r" b="b"/>
                <a:pathLst>
                  <a:path w="2443" h="7286" extrusionOk="0">
                    <a:moveTo>
                      <a:pt x="1262" y="0"/>
                    </a:moveTo>
                    <a:lnTo>
                      <a:pt x="1099" y="651"/>
                    </a:lnTo>
                    <a:lnTo>
                      <a:pt x="937" y="1424"/>
                    </a:lnTo>
                    <a:lnTo>
                      <a:pt x="692" y="2401"/>
                    </a:lnTo>
                    <a:lnTo>
                      <a:pt x="489" y="3541"/>
                    </a:lnTo>
                    <a:lnTo>
                      <a:pt x="285" y="4762"/>
                    </a:lnTo>
                    <a:lnTo>
                      <a:pt x="123" y="6023"/>
                    </a:lnTo>
                    <a:lnTo>
                      <a:pt x="41" y="6675"/>
                    </a:lnTo>
                    <a:lnTo>
                      <a:pt x="0" y="7285"/>
                    </a:lnTo>
                    <a:lnTo>
                      <a:pt x="2442" y="7285"/>
                    </a:lnTo>
                    <a:lnTo>
                      <a:pt x="126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30"/>
              <p:cNvSpPr/>
              <p:nvPr/>
            </p:nvSpPr>
            <p:spPr>
              <a:xfrm>
                <a:off x="7049150" y="1469650"/>
                <a:ext cx="188250" cy="140425"/>
              </a:xfrm>
              <a:custGeom>
                <a:avLst/>
                <a:gdLst/>
                <a:ahLst/>
                <a:cxnLst/>
                <a:rect l="l" t="t" r="r" b="b"/>
                <a:pathLst>
                  <a:path w="7530" h="5617" extrusionOk="0">
                    <a:moveTo>
                      <a:pt x="977" y="0"/>
                    </a:moveTo>
                    <a:lnTo>
                      <a:pt x="977" y="41"/>
                    </a:lnTo>
                    <a:lnTo>
                      <a:pt x="814" y="285"/>
                    </a:lnTo>
                    <a:lnTo>
                      <a:pt x="570" y="611"/>
                    </a:lnTo>
                    <a:lnTo>
                      <a:pt x="367" y="1018"/>
                    </a:lnTo>
                    <a:lnTo>
                      <a:pt x="245" y="1302"/>
                    </a:lnTo>
                    <a:lnTo>
                      <a:pt x="163" y="1547"/>
                    </a:lnTo>
                    <a:lnTo>
                      <a:pt x="82" y="1832"/>
                    </a:lnTo>
                    <a:lnTo>
                      <a:pt x="41" y="2116"/>
                    </a:lnTo>
                    <a:lnTo>
                      <a:pt x="0" y="2442"/>
                    </a:lnTo>
                    <a:lnTo>
                      <a:pt x="0" y="2727"/>
                    </a:lnTo>
                    <a:lnTo>
                      <a:pt x="41" y="3093"/>
                    </a:lnTo>
                    <a:lnTo>
                      <a:pt x="82" y="3419"/>
                    </a:lnTo>
                    <a:lnTo>
                      <a:pt x="245" y="3744"/>
                    </a:lnTo>
                    <a:lnTo>
                      <a:pt x="367" y="4111"/>
                    </a:lnTo>
                    <a:lnTo>
                      <a:pt x="529" y="4151"/>
                    </a:lnTo>
                    <a:lnTo>
                      <a:pt x="652" y="4192"/>
                    </a:lnTo>
                    <a:lnTo>
                      <a:pt x="855" y="4233"/>
                    </a:lnTo>
                    <a:lnTo>
                      <a:pt x="1466" y="4314"/>
                    </a:lnTo>
                    <a:lnTo>
                      <a:pt x="1832" y="4355"/>
                    </a:lnTo>
                    <a:lnTo>
                      <a:pt x="2279" y="4436"/>
                    </a:lnTo>
                    <a:lnTo>
                      <a:pt x="2849" y="4640"/>
                    </a:lnTo>
                    <a:lnTo>
                      <a:pt x="3175" y="4762"/>
                    </a:lnTo>
                    <a:lnTo>
                      <a:pt x="3500" y="4925"/>
                    </a:lnTo>
                    <a:lnTo>
                      <a:pt x="4192" y="5210"/>
                    </a:lnTo>
                    <a:lnTo>
                      <a:pt x="4762" y="5413"/>
                    </a:lnTo>
                    <a:lnTo>
                      <a:pt x="5210" y="5535"/>
                    </a:lnTo>
                    <a:lnTo>
                      <a:pt x="5617" y="5617"/>
                    </a:lnTo>
                    <a:lnTo>
                      <a:pt x="6227" y="5617"/>
                    </a:lnTo>
                    <a:lnTo>
                      <a:pt x="6309" y="5454"/>
                    </a:lnTo>
                    <a:lnTo>
                      <a:pt x="6431" y="5332"/>
                    </a:lnTo>
                    <a:lnTo>
                      <a:pt x="6553" y="5210"/>
                    </a:lnTo>
                    <a:lnTo>
                      <a:pt x="6716" y="5047"/>
                    </a:lnTo>
                    <a:lnTo>
                      <a:pt x="6838" y="5047"/>
                    </a:lnTo>
                    <a:lnTo>
                      <a:pt x="6919" y="5006"/>
                    </a:lnTo>
                    <a:lnTo>
                      <a:pt x="7041" y="5006"/>
                    </a:lnTo>
                    <a:lnTo>
                      <a:pt x="7163" y="5047"/>
                    </a:lnTo>
                    <a:lnTo>
                      <a:pt x="7245" y="5087"/>
                    </a:lnTo>
                    <a:lnTo>
                      <a:pt x="7408" y="5169"/>
                    </a:lnTo>
                    <a:lnTo>
                      <a:pt x="7448" y="4843"/>
                    </a:lnTo>
                    <a:lnTo>
                      <a:pt x="7489" y="4436"/>
                    </a:lnTo>
                    <a:lnTo>
                      <a:pt x="7530" y="4029"/>
                    </a:lnTo>
                    <a:lnTo>
                      <a:pt x="7489" y="3582"/>
                    </a:lnTo>
                    <a:lnTo>
                      <a:pt x="7489" y="3337"/>
                    </a:lnTo>
                    <a:lnTo>
                      <a:pt x="7408" y="3134"/>
                    </a:lnTo>
                    <a:lnTo>
                      <a:pt x="7326" y="2930"/>
                    </a:lnTo>
                    <a:lnTo>
                      <a:pt x="7245" y="2727"/>
                    </a:lnTo>
                    <a:lnTo>
                      <a:pt x="7123" y="2605"/>
                    </a:lnTo>
                    <a:lnTo>
                      <a:pt x="7001" y="2483"/>
                    </a:lnTo>
                    <a:lnTo>
                      <a:pt x="6797" y="2320"/>
                    </a:lnTo>
                    <a:lnTo>
                      <a:pt x="6594" y="2239"/>
                    </a:lnTo>
                    <a:lnTo>
                      <a:pt x="6349" y="2116"/>
                    </a:lnTo>
                    <a:lnTo>
                      <a:pt x="6105" y="2076"/>
                    </a:lnTo>
                    <a:lnTo>
                      <a:pt x="5576" y="1913"/>
                    </a:lnTo>
                    <a:lnTo>
                      <a:pt x="5006" y="1832"/>
                    </a:lnTo>
                    <a:lnTo>
                      <a:pt x="4518" y="1791"/>
                    </a:lnTo>
                    <a:lnTo>
                      <a:pt x="4030" y="1709"/>
                    </a:lnTo>
                    <a:lnTo>
                      <a:pt x="3338" y="1669"/>
                    </a:lnTo>
                    <a:lnTo>
                      <a:pt x="3093" y="1628"/>
                    </a:lnTo>
                    <a:lnTo>
                      <a:pt x="2849" y="1547"/>
                    </a:lnTo>
                    <a:lnTo>
                      <a:pt x="2564" y="1425"/>
                    </a:lnTo>
                    <a:lnTo>
                      <a:pt x="2279" y="1302"/>
                    </a:lnTo>
                    <a:lnTo>
                      <a:pt x="1995" y="1180"/>
                    </a:lnTo>
                    <a:lnTo>
                      <a:pt x="1791" y="1018"/>
                    </a:lnTo>
                    <a:lnTo>
                      <a:pt x="1588" y="895"/>
                    </a:lnTo>
                    <a:lnTo>
                      <a:pt x="1466" y="773"/>
                    </a:lnTo>
                    <a:lnTo>
                      <a:pt x="1343" y="611"/>
                    </a:lnTo>
                    <a:lnTo>
                      <a:pt x="1221" y="407"/>
                    </a:lnTo>
                    <a:lnTo>
                      <a:pt x="1099" y="81"/>
                    </a:lnTo>
                    <a:lnTo>
                      <a:pt x="1059" y="41"/>
                    </a:lnTo>
                    <a:lnTo>
                      <a:pt x="1059" y="0"/>
                    </a:lnTo>
                    <a:close/>
                  </a:path>
                </a:pathLst>
              </a:custGeom>
              <a:solidFill>
                <a:srgbClr val="4A1E1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30"/>
              <p:cNvSpPr/>
              <p:nvPr/>
            </p:nvSpPr>
            <p:spPr>
              <a:xfrm>
                <a:off x="7002350" y="1772850"/>
                <a:ext cx="252350" cy="283900"/>
              </a:xfrm>
              <a:custGeom>
                <a:avLst/>
                <a:gdLst/>
                <a:ahLst/>
                <a:cxnLst/>
                <a:rect l="l" t="t" r="r" b="b"/>
                <a:pathLst>
                  <a:path w="10094" h="11356" extrusionOk="0">
                    <a:moveTo>
                      <a:pt x="4477" y="0"/>
                    </a:moveTo>
                    <a:lnTo>
                      <a:pt x="4111" y="41"/>
                    </a:lnTo>
                    <a:lnTo>
                      <a:pt x="3867" y="41"/>
                    </a:lnTo>
                    <a:lnTo>
                      <a:pt x="3378" y="163"/>
                    </a:lnTo>
                    <a:lnTo>
                      <a:pt x="2768" y="326"/>
                    </a:lnTo>
                    <a:lnTo>
                      <a:pt x="1506" y="733"/>
                    </a:lnTo>
                    <a:lnTo>
                      <a:pt x="0" y="1262"/>
                    </a:lnTo>
                    <a:lnTo>
                      <a:pt x="122" y="2646"/>
                    </a:lnTo>
                    <a:lnTo>
                      <a:pt x="366" y="4233"/>
                    </a:lnTo>
                    <a:lnTo>
                      <a:pt x="651" y="5902"/>
                    </a:lnTo>
                    <a:lnTo>
                      <a:pt x="936" y="7570"/>
                    </a:lnTo>
                    <a:lnTo>
                      <a:pt x="1425" y="10257"/>
                    </a:lnTo>
                    <a:lnTo>
                      <a:pt x="1628" y="11355"/>
                    </a:lnTo>
                    <a:lnTo>
                      <a:pt x="9361" y="11355"/>
                    </a:lnTo>
                    <a:lnTo>
                      <a:pt x="9361" y="9524"/>
                    </a:lnTo>
                    <a:lnTo>
                      <a:pt x="9361" y="8140"/>
                    </a:lnTo>
                    <a:lnTo>
                      <a:pt x="9361" y="7245"/>
                    </a:lnTo>
                    <a:lnTo>
                      <a:pt x="9483" y="5942"/>
                    </a:lnTo>
                    <a:lnTo>
                      <a:pt x="9727" y="3623"/>
                    </a:lnTo>
                    <a:lnTo>
                      <a:pt x="10094" y="489"/>
                    </a:lnTo>
                    <a:lnTo>
                      <a:pt x="9280" y="367"/>
                    </a:lnTo>
                    <a:lnTo>
                      <a:pt x="7407" y="163"/>
                    </a:lnTo>
                    <a:lnTo>
                      <a:pt x="6349" y="82"/>
                    </a:lnTo>
                    <a:lnTo>
                      <a:pt x="5332" y="41"/>
                    </a:lnTo>
                    <a:lnTo>
                      <a:pt x="447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30"/>
              <p:cNvSpPr/>
              <p:nvPr/>
            </p:nvSpPr>
            <p:spPr>
              <a:xfrm>
                <a:off x="7238400" y="1785050"/>
                <a:ext cx="76325" cy="188275"/>
              </a:xfrm>
              <a:custGeom>
                <a:avLst/>
                <a:gdLst/>
                <a:ahLst/>
                <a:cxnLst/>
                <a:rect l="l" t="t" r="r" b="b"/>
                <a:pathLst>
                  <a:path w="3053" h="7531" extrusionOk="0">
                    <a:moveTo>
                      <a:pt x="652" y="1"/>
                    </a:moveTo>
                    <a:lnTo>
                      <a:pt x="0" y="5454"/>
                    </a:lnTo>
                    <a:lnTo>
                      <a:pt x="652" y="7530"/>
                    </a:lnTo>
                    <a:lnTo>
                      <a:pt x="3053" y="6431"/>
                    </a:lnTo>
                    <a:lnTo>
                      <a:pt x="65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30"/>
              <p:cNvSpPr/>
              <p:nvPr/>
            </p:nvSpPr>
            <p:spPr>
              <a:xfrm>
                <a:off x="7099000" y="1710775"/>
                <a:ext cx="74300" cy="110925"/>
              </a:xfrm>
              <a:custGeom>
                <a:avLst/>
                <a:gdLst/>
                <a:ahLst/>
                <a:cxnLst/>
                <a:rect l="l" t="t" r="r" b="b"/>
                <a:pathLst>
                  <a:path w="2972" h="4437" extrusionOk="0">
                    <a:moveTo>
                      <a:pt x="2972" y="1"/>
                    </a:moveTo>
                    <a:lnTo>
                      <a:pt x="1" y="937"/>
                    </a:lnTo>
                    <a:lnTo>
                      <a:pt x="1" y="1262"/>
                    </a:lnTo>
                    <a:lnTo>
                      <a:pt x="1" y="1995"/>
                    </a:lnTo>
                    <a:lnTo>
                      <a:pt x="1" y="2890"/>
                    </a:lnTo>
                    <a:lnTo>
                      <a:pt x="41" y="3297"/>
                    </a:lnTo>
                    <a:lnTo>
                      <a:pt x="82" y="3582"/>
                    </a:lnTo>
                    <a:lnTo>
                      <a:pt x="163" y="3745"/>
                    </a:lnTo>
                    <a:lnTo>
                      <a:pt x="204" y="3867"/>
                    </a:lnTo>
                    <a:lnTo>
                      <a:pt x="245" y="3949"/>
                    </a:lnTo>
                    <a:lnTo>
                      <a:pt x="367" y="4071"/>
                    </a:lnTo>
                    <a:lnTo>
                      <a:pt x="530" y="4193"/>
                    </a:lnTo>
                    <a:lnTo>
                      <a:pt x="733" y="4315"/>
                    </a:lnTo>
                    <a:lnTo>
                      <a:pt x="977" y="4396"/>
                    </a:lnTo>
                    <a:lnTo>
                      <a:pt x="1262" y="4437"/>
                    </a:lnTo>
                    <a:lnTo>
                      <a:pt x="1751" y="4437"/>
                    </a:lnTo>
                    <a:lnTo>
                      <a:pt x="1913" y="4396"/>
                    </a:lnTo>
                    <a:lnTo>
                      <a:pt x="2076" y="4356"/>
                    </a:lnTo>
                    <a:lnTo>
                      <a:pt x="2239" y="4274"/>
                    </a:lnTo>
                    <a:lnTo>
                      <a:pt x="2361" y="4193"/>
                    </a:lnTo>
                    <a:lnTo>
                      <a:pt x="2483" y="4071"/>
                    </a:lnTo>
                    <a:lnTo>
                      <a:pt x="2565" y="3989"/>
                    </a:lnTo>
                    <a:lnTo>
                      <a:pt x="2727" y="3745"/>
                    </a:lnTo>
                    <a:lnTo>
                      <a:pt x="2850" y="3460"/>
                    </a:lnTo>
                    <a:lnTo>
                      <a:pt x="2931" y="3216"/>
                    </a:lnTo>
                    <a:lnTo>
                      <a:pt x="2972" y="3012"/>
                    </a:lnTo>
                    <a:lnTo>
                      <a:pt x="2972" y="2850"/>
                    </a:lnTo>
                    <a:lnTo>
                      <a:pt x="2972" y="2280"/>
                    </a:lnTo>
                    <a:lnTo>
                      <a:pt x="2972" y="1303"/>
                    </a:lnTo>
                    <a:lnTo>
                      <a:pt x="2972" y="1"/>
                    </a:lnTo>
                    <a:close/>
                  </a:path>
                </a:pathLst>
              </a:custGeom>
              <a:solidFill>
                <a:srgbClr val="FFD5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30"/>
              <p:cNvSpPr/>
              <p:nvPr/>
            </p:nvSpPr>
            <p:spPr>
              <a:xfrm>
                <a:off x="7099000" y="1710775"/>
                <a:ext cx="74300" cy="48875"/>
              </a:xfrm>
              <a:custGeom>
                <a:avLst/>
                <a:gdLst/>
                <a:ahLst/>
                <a:cxnLst/>
                <a:rect l="l" t="t" r="r" b="b"/>
                <a:pathLst>
                  <a:path w="2972" h="1955" extrusionOk="0">
                    <a:moveTo>
                      <a:pt x="2972" y="1"/>
                    </a:moveTo>
                    <a:lnTo>
                      <a:pt x="1" y="937"/>
                    </a:lnTo>
                    <a:lnTo>
                      <a:pt x="1" y="1954"/>
                    </a:lnTo>
                    <a:lnTo>
                      <a:pt x="245" y="1954"/>
                    </a:lnTo>
                    <a:lnTo>
                      <a:pt x="570" y="1914"/>
                    </a:lnTo>
                    <a:lnTo>
                      <a:pt x="1384" y="1751"/>
                    </a:lnTo>
                    <a:lnTo>
                      <a:pt x="2198" y="1547"/>
                    </a:lnTo>
                    <a:lnTo>
                      <a:pt x="2605" y="1425"/>
                    </a:lnTo>
                    <a:lnTo>
                      <a:pt x="2972" y="1262"/>
                    </a:lnTo>
                    <a:lnTo>
                      <a:pt x="2972" y="1"/>
                    </a:lnTo>
                    <a:close/>
                  </a:path>
                </a:pathLst>
              </a:custGeom>
              <a:solidFill>
                <a:srgbClr val="000000">
                  <a:alpha val="95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30"/>
              <p:cNvSpPr/>
              <p:nvPr/>
            </p:nvSpPr>
            <p:spPr>
              <a:xfrm>
                <a:off x="7191600" y="1623275"/>
                <a:ext cx="36650" cy="90575"/>
              </a:xfrm>
              <a:custGeom>
                <a:avLst/>
                <a:gdLst/>
                <a:ahLst/>
                <a:cxnLst/>
                <a:rect l="l" t="t" r="r" b="b"/>
                <a:pathLst>
                  <a:path w="1466" h="3623" extrusionOk="0">
                    <a:moveTo>
                      <a:pt x="1465" y="1"/>
                    </a:moveTo>
                    <a:lnTo>
                      <a:pt x="204" y="448"/>
                    </a:lnTo>
                    <a:lnTo>
                      <a:pt x="0" y="3623"/>
                    </a:lnTo>
                    <a:lnTo>
                      <a:pt x="122" y="3501"/>
                    </a:lnTo>
                    <a:lnTo>
                      <a:pt x="407" y="3134"/>
                    </a:lnTo>
                    <a:lnTo>
                      <a:pt x="733" y="2727"/>
                    </a:lnTo>
                    <a:lnTo>
                      <a:pt x="896" y="2483"/>
                    </a:lnTo>
                    <a:lnTo>
                      <a:pt x="977" y="2239"/>
                    </a:lnTo>
                    <a:lnTo>
                      <a:pt x="1099" y="1995"/>
                    </a:lnTo>
                    <a:lnTo>
                      <a:pt x="1140" y="1629"/>
                    </a:lnTo>
                    <a:lnTo>
                      <a:pt x="1303" y="896"/>
                    </a:lnTo>
                    <a:lnTo>
                      <a:pt x="1465" y="1"/>
                    </a:lnTo>
                    <a:close/>
                  </a:path>
                </a:pathLst>
              </a:custGeom>
              <a:solidFill>
                <a:srgbClr val="4A1E1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30"/>
              <p:cNvSpPr/>
              <p:nvPr/>
            </p:nvSpPr>
            <p:spPr>
              <a:xfrm>
                <a:off x="7047100" y="1570375"/>
                <a:ext cx="191325" cy="177050"/>
              </a:xfrm>
              <a:custGeom>
                <a:avLst/>
                <a:gdLst/>
                <a:ahLst/>
                <a:cxnLst/>
                <a:rect l="l" t="t" r="r" b="b"/>
                <a:pathLst>
                  <a:path w="7653" h="7082" extrusionOk="0">
                    <a:moveTo>
                      <a:pt x="734" y="0"/>
                    </a:moveTo>
                    <a:lnTo>
                      <a:pt x="449" y="82"/>
                    </a:lnTo>
                    <a:lnTo>
                      <a:pt x="367" y="407"/>
                    </a:lnTo>
                    <a:lnTo>
                      <a:pt x="245" y="855"/>
                    </a:lnTo>
                    <a:lnTo>
                      <a:pt x="164" y="1425"/>
                    </a:lnTo>
                    <a:lnTo>
                      <a:pt x="42" y="2076"/>
                    </a:lnTo>
                    <a:lnTo>
                      <a:pt x="1" y="2808"/>
                    </a:lnTo>
                    <a:lnTo>
                      <a:pt x="1" y="3215"/>
                    </a:lnTo>
                    <a:lnTo>
                      <a:pt x="1" y="3622"/>
                    </a:lnTo>
                    <a:lnTo>
                      <a:pt x="42" y="4029"/>
                    </a:lnTo>
                    <a:lnTo>
                      <a:pt x="42" y="4477"/>
                    </a:lnTo>
                    <a:lnTo>
                      <a:pt x="123" y="4884"/>
                    </a:lnTo>
                    <a:lnTo>
                      <a:pt x="204" y="5250"/>
                    </a:lnTo>
                    <a:lnTo>
                      <a:pt x="286" y="5576"/>
                    </a:lnTo>
                    <a:lnTo>
                      <a:pt x="408" y="5861"/>
                    </a:lnTo>
                    <a:lnTo>
                      <a:pt x="489" y="6105"/>
                    </a:lnTo>
                    <a:lnTo>
                      <a:pt x="611" y="6309"/>
                    </a:lnTo>
                    <a:lnTo>
                      <a:pt x="734" y="6471"/>
                    </a:lnTo>
                    <a:lnTo>
                      <a:pt x="856" y="6634"/>
                    </a:lnTo>
                    <a:lnTo>
                      <a:pt x="978" y="6756"/>
                    </a:lnTo>
                    <a:lnTo>
                      <a:pt x="1141" y="6838"/>
                    </a:lnTo>
                    <a:lnTo>
                      <a:pt x="1263" y="6919"/>
                    </a:lnTo>
                    <a:lnTo>
                      <a:pt x="1425" y="7000"/>
                    </a:lnTo>
                    <a:lnTo>
                      <a:pt x="1670" y="7041"/>
                    </a:lnTo>
                    <a:lnTo>
                      <a:pt x="1955" y="7082"/>
                    </a:lnTo>
                    <a:lnTo>
                      <a:pt x="2321" y="7082"/>
                    </a:lnTo>
                    <a:lnTo>
                      <a:pt x="2809" y="7000"/>
                    </a:lnTo>
                    <a:lnTo>
                      <a:pt x="3379" y="6878"/>
                    </a:lnTo>
                    <a:lnTo>
                      <a:pt x="3989" y="6756"/>
                    </a:lnTo>
                    <a:lnTo>
                      <a:pt x="4559" y="6553"/>
                    </a:lnTo>
                    <a:lnTo>
                      <a:pt x="5088" y="6390"/>
                    </a:lnTo>
                    <a:lnTo>
                      <a:pt x="5292" y="6268"/>
                    </a:lnTo>
                    <a:lnTo>
                      <a:pt x="5455" y="6187"/>
                    </a:lnTo>
                    <a:lnTo>
                      <a:pt x="5577" y="6064"/>
                    </a:lnTo>
                    <a:lnTo>
                      <a:pt x="5658" y="6024"/>
                    </a:lnTo>
                    <a:lnTo>
                      <a:pt x="5780" y="5780"/>
                    </a:lnTo>
                    <a:lnTo>
                      <a:pt x="5902" y="5454"/>
                    </a:lnTo>
                    <a:lnTo>
                      <a:pt x="6187" y="4721"/>
                    </a:lnTo>
                    <a:lnTo>
                      <a:pt x="6309" y="4314"/>
                    </a:lnTo>
                    <a:lnTo>
                      <a:pt x="6391" y="3907"/>
                    </a:lnTo>
                    <a:lnTo>
                      <a:pt x="6472" y="3582"/>
                    </a:lnTo>
                    <a:lnTo>
                      <a:pt x="6513" y="3297"/>
                    </a:lnTo>
                    <a:lnTo>
                      <a:pt x="6594" y="3297"/>
                    </a:lnTo>
                    <a:lnTo>
                      <a:pt x="6798" y="3175"/>
                    </a:lnTo>
                    <a:lnTo>
                      <a:pt x="6961" y="3093"/>
                    </a:lnTo>
                    <a:lnTo>
                      <a:pt x="7083" y="3012"/>
                    </a:lnTo>
                    <a:lnTo>
                      <a:pt x="7245" y="2890"/>
                    </a:lnTo>
                    <a:lnTo>
                      <a:pt x="7368" y="2727"/>
                    </a:lnTo>
                    <a:lnTo>
                      <a:pt x="7490" y="2524"/>
                    </a:lnTo>
                    <a:lnTo>
                      <a:pt x="7571" y="2320"/>
                    </a:lnTo>
                    <a:lnTo>
                      <a:pt x="7612" y="2117"/>
                    </a:lnTo>
                    <a:lnTo>
                      <a:pt x="7652" y="1872"/>
                    </a:lnTo>
                    <a:lnTo>
                      <a:pt x="7652" y="1628"/>
                    </a:lnTo>
                    <a:lnTo>
                      <a:pt x="7612" y="1425"/>
                    </a:lnTo>
                    <a:lnTo>
                      <a:pt x="7571" y="1262"/>
                    </a:lnTo>
                    <a:lnTo>
                      <a:pt x="7571" y="1181"/>
                    </a:lnTo>
                    <a:lnTo>
                      <a:pt x="7490" y="1140"/>
                    </a:lnTo>
                    <a:lnTo>
                      <a:pt x="7327" y="1018"/>
                    </a:lnTo>
                    <a:lnTo>
                      <a:pt x="7205" y="977"/>
                    </a:lnTo>
                    <a:lnTo>
                      <a:pt x="7083" y="977"/>
                    </a:lnTo>
                    <a:lnTo>
                      <a:pt x="6920" y="1018"/>
                    </a:lnTo>
                    <a:lnTo>
                      <a:pt x="6757" y="1058"/>
                    </a:lnTo>
                    <a:lnTo>
                      <a:pt x="6594" y="1181"/>
                    </a:lnTo>
                    <a:lnTo>
                      <a:pt x="6472" y="1384"/>
                    </a:lnTo>
                    <a:lnTo>
                      <a:pt x="6309" y="1588"/>
                    </a:lnTo>
                    <a:lnTo>
                      <a:pt x="5902" y="1588"/>
                    </a:lnTo>
                    <a:lnTo>
                      <a:pt x="5617" y="1547"/>
                    </a:lnTo>
                    <a:lnTo>
                      <a:pt x="5210" y="1465"/>
                    </a:lnTo>
                    <a:lnTo>
                      <a:pt x="4763" y="1303"/>
                    </a:lnTo>
                    <a:lnTo>
                      <a:pt x="4193" y="1058"/>
                    </a:lnTo>
                    <a:lnTo>
                      <a:pt x="3949" y="896"/>
                    </a:lnTo>
                    <a:lnTo>
                      <a:pt x="3582" y="733"/>
                    </a:lnTo>
                    <a:lnTo>
                      <a:pt x="3298" y="570"/>
                    </a:lnTo>
                    <a:lnTo>
                      <a:pt x="2972" y="407"/>
                    </a:lnTo>
                    <a:lnTo>
                      <a:pt x="2687" y="285"/>
                    </a:lnTo>
                    <a:lnTo>
                      <a:pt x="2402" y="204"/>
                    </a:lnTo>
                    <a:lnTo>
                      <a:pt x="2117" y="122"/>
                    </a:lnTo>
                    <a:lnTo>
                      <a:pt x="1873" y="82"/>
                    </a:lnTo>
                    <a:lnTo>
                      <a:pt x="1425" y="0"/>
                    </a:lnTo>
                    <a:close/>
                  </a:path>
                </a:pathLst>
              </a:custGeom>
              <a:solidFill>
                <a:srgbClr val="FFD5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30"/>
              <p:cNvSpPr/>
              <p:nvPr/>
            </p:nvSpPr>
            <p:spPr>
              <a:xfrm>
                <a:off x="7084750" y="1617175"/>
                <a:ext cx="28525" cy="69200"/>
              </a:xfrm>
              <a:custGeom>
                <a:avLst/>
                <a:gdLst/>
                <a:ahLst/>
                <a:cxnLst/>
                <a:rect l="l" t="t" r="r" b="b"/>
                <a:pathLst>
                  <a:path w="1141" h="2768" extrusionOk="0">
                    <a:moveTo>
                      <a:pt x="489" y="0"/>
                    </a:moveTo>
                    <a:lnTo>
                      <a:pt x="449" y="41"/>
                    </a:lnTo>
                    <a:lnTo>
                      <a:pt x="408" y="123"/>
                    </a:lnTo>
                    <a:lnTo>
                      <a:pt x="326" y="367"/>
                    </a:lnTo>
                    <a:lnTo>
                      <a:pt x="245" y="733"/>
                    </a:lnTo>
                    <a:lnTo>
                      <a:pt x="164" y="1221"/>
                    </a:lnTo>
                    <a:lnTo>
                      <a:pt x="42" y="2076"/>
                    </a:lnTo>
                    <a:lnTo>
                      <a:pt x="1" y="2646"/>
                    </a:lnTo>
                    <a:lnTo>
                      <a:pt x="42" y="2687"/>
                    </a:lnTo>
                    <a:lnTo>
                      <a:pt x="123" y="2727"/>
                    </a:lnTo>
                    <a:lnTo>
                      <a:pt x="245" y="2768"/>
                    </a:lnTo>
                    <a:lnTo>
                      <a:pt x="774" y="2768"/>
                    </a:lnTo>
                    <a:lnTo>
                      <a:pt x="978" y="2727"/>
                    </a:lnTo>
                    <a:lnTo>
                      <a:pt x="1140" y="2687"/>
                    </a:lnTo>
                    <a:lnTo>
                      <a:pt x="1140" y="2646"/>
                    </a:lnTo>
                    <a:lnTo>
                      <a:pt x="1140" y="2564"/>
                    </a:lnTo>
                    <a:lnTo>
                      <a:pt x="1100" y="2239"/>
                    </a:lnTo>
                    <a:lnTo>
                      <a:pt x="1059" y="1832"/>
                    </a:lnTo>
                    <a:lnTo>
                      <a:pt x="937" y="1343"/>
                    </a:lnTo>
                    <a:lnTo>
                      <a:pt x="855" y="814"/>
                    </a:lnTo>
                    <a:lnTo>
                      <a:pt x="733" y="407"/>
                    </a:lnTo>
                    <a:lnTo>
                      <a:pt x="652" y="245"/>
                    </a:lnTo>
                    <a:lnTo>
                      <a:pt x="611" y="123"/>
                    </a:lnTo>
                    <a:lnTo>
                      <a:pt x="530" y="41"/>
                    </a:lnTo>
                    <a:lnTo>
                      <a:pt x="489" y="0"/>
                    </a:lnTo>
                    <a:close/>
                  </a:path>
                </a:pathLst>
              </a:custGeom>
              <a:solidFill>
                <a:srgbClr val="000000">
                  <a:alpha val="95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30"/>
              <p:cNvSpPr/>
              <p:nvPr/>
            </p:nvSpPr>
            <p:spPr>
              <a:xfrm>
                <a:off x="7130550" y="1616150"/>
                <a:ext cx="12225" cy="26475"/>
              </a:xfrm>
              <a:custGeom>
                <a:avLst/>
                <a:gdLst/>
                <a:ahLst/>
                <a:cxnLst/>
                <a:rect l="l" t="t" r="r" b="b"/>
                <a:pathLst>
                  <a:path w="489" h="1059" extrusionOk="0">
                    <a:moveTo>
                      <a:pt x="163" y="1"/>
                    </a:moveTo>
                    <a:lnTo>
                      <a:pt x="82" y="164"/>
                    </a:lnTo>
                    <a:lnTo>
                      <a:pt x="41" y="286"/>
                    </a:lnTo>
                    <a:lnTo>
                      <a:pt x="0" y="530"/>
                    </a:lnTo>
                    <a:lnTo>
                      <a:pt x="41" y="733"/>
                    </a:lnTo>
                    <a:lnTo>
                      <a:pt x="82" y="896"/>
                    </a:lnTo>
                    <a:lnTo>
                      <a:pt x="163" y="1018"/>
                    </a:lnTo>
                    <a:lnTo>
                      <a:pt x="204" y="1059"/>
                    </a:lnTo>
                    <a:lnTo>
                      <a:pt x="326" y="1059"/>
                    </a:lnTo>
                    <a:lnTo>
                      <a:pt x="326" y="1018"/>
                    </a:lnTo>
                    <a:lnTo>
                      <a:pt x="407" y="896"/>
                    </a:lnTo>
                    <a:lnTo>
                      <a:pt x="448" y="733"/>
                    </a:lnTo>
                    <a:lnTo>
                      <a:pt x="489" y="530"/>
                    </a:lnTo>
                    <a:lnTo>
                      <a:pt x="448" y="286"/>
                    </a:lnTo>
                    <a:lnTo>
                      <a:pt x="407" y="164"/>
                    </a:lnTo>
                    <a:lnTo>
                      <a:pt x="326" y="1"/>
                    </a:lnTo>
                    <a:close/>
                  </a:path>
                </a:pathLst>
              </a:custGeom>
              <a:solidFill>
                <a:srgbClr val="1D1D1B"/>
              </a:solidFill>
              <a:ln w="4075" cap="rnd" cmpd="sng">
                <a:solidFill>
                  <a:srgbClr val="1D1D1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30"/>
              <p:cNvSpPr/>
              <p:nvPr/>
            </p:nvSpPr>
            <p:spPr>
              <a:xfrm>
                <a:off x="7063400" y="1616150"/>
                <a:ext cx="12225" cy="26475"/>
              </a:xfrm>
              <a:custGeom>
                <a:avLst/>
                <a:gdLst/>
                <a:ahLst/>
                <a:cxnLst/>
                <a:rect l="l" t="t" r="r" b="b"/>
                <a:pathLst>
                  <a:path w="489" h="1059" extrusionOk="0">
                    <a:moveTo>
                      <a:pt x="163" y="1"/>
                    </a:moveTo>
                    <a:lnTo>
                      <a:pt x="82" y="164"/>
                    </a:lnTo>
                    <a:lnTo>
                      <a:pt x="41" y="286"/>
                    </a:lnTo>
                    <a:lnTo>
                      <a:pt x="0" y="530"/>
                    </a:lnTo>
                    <a:lnTo>
                      <a:pt x="41" y="733"/>
                    </a:lnTo>
                    <a:lnTo>
                      <a:pt x="82" y="896"/>
                    </a:lnTo>
                    <a:lnTo>
                      <a:pt x="163" y="1018"/>
                    </a:lnTo>
                    <a:lnTo>
                      <a:pt x="204" y="1059"/>
                    </a:lnTo>
                    <a:lnTo>
                      <a:pt x="285" y="1059"/>
                    </a:lnTo>
                    <a:lnTo>
                      <a:pt x="366" y="1018"/>
                    </a:lnTo>
                    <a:lnTo>
                      <a:pt x="407" y="896"/>
                    </a:lnTo>
                    <a:lnTo>
                      <a:pt x="489" y="733"/>
                    </a:lnTo>
                    <a:lnTo>
                      <a:pt x="489" y="530"/>
                    </a:lnTo>
                    <a:lnTo>
                      <a:pt x="489" y="286"/>
                    </a:lnTo>
                    <a:lnTo>
                      <a:pt x="407" y="164"/>
                    </a:lnTo>
                    <a:lnTo>
                      <a:pt x="366" y="1"/>
                    </a:lnTo>
                    <a:close/>
                  </a:path>
                </a:pathLst>
              </a:custGeom>
              <a:solidFill>
                <a:srgbClr val="1D1D1B"/>
              </a:solidFill>
              <a:ln w="4075" cap="rnd" cmpd="sng">
                <a:solidFill>
                  <a:srgbClr val="1D1D1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30"/>
              <p:cNvSpPr/>
              <p:nvPr/>
            </p:nvSpPr>
            <p:spPr>
              <a:xfrm>
                <a:off x="7075600" y="1695525"/>
                <a:ext cx="51925" cy="31550"/>
              </a:xfrm>
              <a:custGeom>
                <a:avLst/>
                <a:gdLst/>
                <a:ahLst/>
                <a:cxnLst/>
                <a:rect l="l" t="t" r="r" b="b"/>
                <a:pathLst>
                  <a:path w="2077" h="1262" extrusionOk="0">
                    <a:moveTo>
                      <a:pt x="123" y="0"/>
                    </a:moveTo>
                    <a:lnTo>
                      <a:pt x="82" y="41"/>
                    </a:lnTo>
                    <a:lnTo>
                      <a:pt x="1" y="122"/>
                    </a:lnTo>
                    <a:lnTo>
                      <a:pt x="1" y="163"/>
                    </a:lnTo>
                    <a:lnTo>
                      <a:pt x="1" y="204"/>
                    </a:lnTo>
                    <a:lnTo>
                      <a:pt x="1" y="407"/>
                    </a:lnTo>
                    <a:lnTo>
                      <a:pt x="82" y="611"/>
                    </a:lnTo>
                    <a:lnTo>
                      <a:pt x="163" y="814"/>
                    </a:lnTo>
                    <a:lnTo>
                      <a:pt x="285" y="936"/>
                    </a:lnTo>
                    <a:lnTo>
                      <a:pt x="448" y="1058"/>
                    </a:lnTo>
                    <a:lnTo>
                      <a:pt x="611" y="1181"/>
                    </a:lnTo>
                    <a:lnTo>
                      <a:pt x="815" y="1221"/>
                    </a:lnTo>
                    <a:lnTo>
                      <a:pt x="1018" y="1262"/>
                    </a:lnTo>
                    <a:lnTo>
                      <a:pt x="1221" y="1221"/>
                    </a:lnTo>
                    <a:lnTo>
                      <a:pt x="1425" y="1181"/>
                    </a:lnTo>
                    <a:lnTo>
                      <a:pt x="1628" y="1058"/>
                    </a:lnTo>
                    <a:lnTo>
                      <a:pt x="1791" y="936"/>
                    </a:lnTo>
                    <a:lnTo>
                      <a:pt x="1913" y="814"/>
                    </a:lnTo>
                    <a:lnTo>
                      <a:pt x="1995" y="611"/>
                    </a:lnTo>
                    <a:lnTo>
                      <a:pt x="2035" y="407"/>
                    </a:lnTo>
                    <a:lnTo>
                      <a:pt x="2076" y="204"/>
                    </a:lnTo>
                    <a:lnTo>
                      <a:pt x="2076" y="163"/>
                    </a:lnTo>
                    <a:lnTo>
                      <a:pt x="2035" y="82"/>
                    </a:lnTo>
                    <a:lnTo>
                      <a:pt x="2035" y="41"/>
                    </a:lnTo>
                    <a:lnTo>
                      <a:pt x="1995" y="0"/>
                    </a:ln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30"/>
              <p:cNvSpPr/>
              <p:nvPr/>
            </p:nvSpPr>
            <p:spPr>
              <a:xfrm>
                <a:off x="7085775" y="1710775"/>
                <a:ext cx="31575" cy="16300"/>
              </a:xfrm>
              <a:custGeom>
                <a:avLst/>
                <a:gdLst/>
                <a:ahLst/>
                <a:cxnLst/>
                <a:rect l="l" t="t" r="r" b="b"/>
                <a:pathLst>
                  <a:path w="1263" h="652" extrusionOk="0">
                    <a:moveTo>
                      <a:pt x="408" y="1"/>
                    </a:moveTo>
                    <a:lnTo>
                      <a:pt x="326" y="41"/>
                    </a:lnTo>
                    <a:lnTo>
                      <a:pt x="245" y="123"/>
                    </a:lnTo>
                    <a:lnTo>
                      <a:pt x="163" y="204"/>
                    </a:lnTo>
                    <a:lnTo>
                      <a:pt x="82" y="245"/>
                    </a:lnTo>
                    <a:lnTo>
                      <a:pt x="41" y="326"/>
                    </a:lnTo>
                    <a:lnTo>
                      <a:pt x="1" y="448"/>
                    </a:lnTo>
                    <a:lnTo>
                      <a:pt x="123" y="530"/>
                    </a:lnTo>
                    <a:lnTo>
                      <a:pt x="285" y="611"/>
                    </a:lnTo>
                    <a:lnTo>
                      <a:pt x="489" y="611"/>
                    </a:lnTo>
                    <a:lnTo>
                      <a:pt x="611" y="652"/>
                    </a:lnTo>
                    <a:lnTo>
                      <a:pt x="814" y="611"/>
                    </a:lnTo>
                    <a:lnTo>
                      <a:pt x="937" y="611"/>
                    </a:lnTo>
                    <a:lnTo>
                      <a:pt x="1099" y="530"/>
                    </a:lnTo>
                    <a:lnTo>
                      <a:pt x="1262" y="448"/>
                    </a:lnTo>
                    <a:lnTo>
                      <a:pt x="1221" y="326"/>
                    </a:lnTo>
                    <a:lnTo>
                      <a:pt x="1181" y="245"/>
                    </a:lnTo>
                    <a:lnTo>
                      <a:pt x="1099" y="204"/>
                    </a:lnTo>
                    <a:lnTo>
                      <a:pt x="1018" y="123"/>
                    </a:lnTo>
                    <a:lnTo>
                      <a:pt x="937" y="41"/>
                    </a:lnTo>
                    <a:lnTo>
                      <a:pt x="814" y="1"/>
                    </a:lnTo>
                    <a:close/>
                  </a:path>
                </a:pathLst>
              </a:custGeom>
              <a:solidFill>
                <a:srgbClr val="F2708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30"/>
              <p:cNvSpPr/>
              <p:nvPr/>
            </p:nvSpPr>
            <p:spPr>
              <a:xfrm>
                <a:off x="7021675" y="2056725"/>
                <a:ext cx="247275" cy="639000"/>
              </a:xfrm>
              <a:custGeom>
                <a:avLst/>
                <a:gdLst/>
                <a:ahLst/>
                <a:cxnLst/>
                <a:rect l="l" t="t" r="r" b="b"/>
                <a:pathLst>
                  <a:path w="9891" h="25560" extrusionOk="0">
                    <a:moveTo>
                      <a:pt x="855" y="0"/>
                    </a:moveTo>
                    <a:lnTo>
                      <a:pt x="652" y="1425"/>
                    </a:lnTo>
                    <a:lnTo>
                      <a:pt x="530" y="2809"/>
                    </a:lnTo>
                    <a:lnTo>
                      <a:pt x="407" y="4152"/>
                    </a:lnTo>
                    <a:lnTo>
                      <a:pt x="326" y="5495"/>
                    </a:lnTo>
                    <a:lnTo>
                      <a:pt x="123" y="8059"/>
                    </a:lnTo>
                    <a:lnTo>
                      <a:pt x="41" y="10460"/>
                    </a:lnTo>
                    <a:lnTo>
                      <a:pt x="0" y="12739"/>
                    </a:lnTo>
                    <a:lnTo>
                      <a:pt x="0" y="14815"/>
                    </a:lnTo>
                    <a:lnTo>
                      <a:pt x="41" y="16768"/>
                    </a:lnTo>
                    <a:lnTo>
                      <a:pt x="123" y="18518"/>
                    </a:lnTo>
                    <a:lnTo>
                      <a:pt x="204" y="20106"/>
                    </a:lnTo>
                    <a:lnTo>
                      <a:pt x="326" y="21489"/>
                    </a:lnTo>
                    <a:lnTo>
                      <a:pt x="407" y="22710"/>
                    </a:lnTo>
                    <a:lnTo>
                      <a:pt x="530" y="23728"/>
                    </a:lnTo>
                    <a:lnTo>
                      <a:pt x="692" y="25071"/>
                    </a:lnTo>
                    <a:lnTo>
                      <a:pt x="774" y="25559"/>
                    </a:lnTo>
                    <a:lnTo>
                      <a:pt x="2931" y="25559"/>
                    </a:lnTo>
                    <a:lnTo>
                      <a:pt x="4274" y="7611"/>
                    </a:lnTo>
                    <a:lnTo>
                      <a:pt x="4599" y="9727"/>
                    </a:lnTo>
                    <a:lnTo>
                      <a:pt x="5088" y="12373"/>
                    </a:lnTo>
                    <a:lnTo>
                      <a:pt x="6146" y="18356"/>
                    </a:lnTo>
                    <a:lnTo>
                      <a:pt x="7448" y="25559"/>
                    </a:lnTo>
                    <a:lnTo>
                      <a:pt x="9890" y="25559"/>
                    </a:lnTo>
                    <a:lnTo>
                      <a:pt x="858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30"/>
              <p:cNvSpPr/>
              <p:nvPr/>
            </p:nvSpPr>
            <p:spPr>
              <a:xfrm>
                <a:off x="7134625" y="2695700"/>
                <a:ext cx="140425" cy="62075"/>
              </a:xfrm>
              <a:custGeom>
                <a:avLst/>
                <a:gdLst/>
                <a:ahLst/>
                <a:cxnLst/>
                <a:rect l="l" t="t" r="r" b="b"/>
                <a:pathLst>
                  <a:path w="5617" h="2483" extrusionOk="0">
                    <a:moveTo>
                      <a:pt x="2930" y="0"/>
                    </a:moveTo>
                    <a:lnTo>
                      <a:pt x="2564" y="163"/>
                    </a:lnTo>
                    <a:lnTo>
                      <a:pt x="2157" y="367"/>
                    </a:lnTo>
                    <a:lnTo>
                      <a:pt x="1669" y="570"/>
                    </a:lnTo>
                    <a:lnTo>
                      <a:pt x="1180" y="855"/>
                    </a:lnTo>
                    <a:lnTo>
                      <a:pt x="692" y="1181"/>
                    </a:lnTo>
                    <a:lnTo>
                      <a:pt x="488" y="1384"/>
                    </a:lnTo>
                    <a:lnTo>
                      <a:pt x="326" y="1506"/>
                    </a:lnTo>
                    <a:lnTo>
                      <a:pt x="163" y="1710"/>
                    </a:lnTo>
                    <a:lnTo>
                      <a:pt x="81" y="1873"/>
                    </a:lnTo>
                    <a:lnTo>
                      <a:pt x="41" y="2076"/>
                    </a:lnTo>
                    <a:lnTo>
                      <a:pt x="0" y="2117"/>
                    </a:lnTo>
                    <a:lnTo>
                      <a:pt x="41" y="2198"/>
                    </a:lnTo>
                    <a:lnTo>
                      <a:pt x="41" y="2239"/>
                    </a:lnTo>
                    <a:lnTo>
                      <a:pt x="81" y="2280"/>
                    </a:lnTo>
                    <a:lnTo>
                      <a:pt x="244" y="2361"/>
                    </a:lnTo>
                    <a:lnTo>
                      <a:pt x="366" y="2402"/>
                    </a:lnTo>
                    <a:lnTo>
                      <a:pt x="570" y="2483"/>
                    </a:lnTo>
                    <a:lnTo>
                      <a:pt x="1587" y="2483"/>
                    </a:lnTo>
                    <a:lnTo>
                      <a:pt x="2076" y="2402"/>
                    </a:lnTo>
                    <a:lnTo>
                      <a:pt x="2442" y="2320"/>
                    </a:lnTo>
                    <a:lnTo>
                      <a:pt x="2646" y="2320"/>
                    </a:lnTo>
                    <a:lnTo>
                      <a:pt x="3012" y="2198"/>
                    </a:lnTo>
                    <a:lnTo>
                      <a:pt x="3500" y="1995"/>
                    </a:lnTo>
                    <a:lnTo>
                      <a:pt x="4151" y="1750"/>
                    </a:lnTo>
                    <a:lnTo>
                      <a:pt x="4151" y="1750"/>
                    </a:lnTo>
                    <a:lnTo>
                      <a:pt x="4111" y="2076"/>
                    </a:lnTo>
                    <a:lnTo>
                      <a:pt x="4111" y="2239"/>
                    </a:lnTo>
                    <a:lnTo>
                      <a:pt x="4111" y="2320"/>
                    </a:lnTo>
                    <a:lnTo>
                      <a:pt x="5494" y="2320"/>
                    </a:lnTo>
                    <a:lnTo>
                      <a:pt x="5535" y="2280"/>
                    </a:lnTo>
                    <a:lnTo>
                      <a:pt x="5617" y="2198"/>
                    </a:lnTo>
                    <a:lnTo>
                      <a:pt x="5617" y="2117"/>
                    </a:lnTo>
                    <a:lnTo>
                      <a:pt x="5617" y="1628"/>
                    </a:lnTo>
                    <a:lnTo>
                      <a:pt x="5576" y="1059"/>
                    </a:lnTo>
                    <a:lnTo>
                      <a:pt x="5535" y="733"/>
                    </a:lnTo>
                    <a:lnTo>
                      <a:pt x="5494" y="448"/>
                    </a:lnTo>
                    <a:lnTo>
                      <a:pt x="5454" y="204"/>
                    </a:lnTo>
                    <a:lnTo>
                      <a:pt x="537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30"/>
              <p:cNvSpPr/>
              <p:nvPr/>
            </p:nvSpPr>
            <p:spPr>
              <a:xfrm>
                <a:off x="6959600" y="2695700"/>
                <a:ext cx="140450" cy="62075"/>
              </a:xfrm>
              <a:custGeom>
                <a:avLst/>
                <a:gdLst/>
                <a:ahLst/>
                <a:cxnLst/>
                <a:rect l="l" t="t" r="r" b="b"/>
                <a:pathLst>
                  <a:path w="5618" h="2483" extrusionOk="0">
                    <a:moveTo>
                      <a:pt x="3257" y="0"/>
                    </a:moveTo>
                    <a:lnTo>
                      <a:pt x="2809" y="163"/>
                    </a:lnTo>
                    <a:lnTo>
                      <a:pt x="2402" y="367"/>
                    </a:lnTo>
                    <a:lnTo>
                      <a:pt x="1832" y="570"/>
                    </a:lnTo>
                    <a:lnTo>
                      <a:pt x="1303" y="855"/>
                    </a:lnTo>
                    <a:lnTo>
                      <a:pt x="774" y="1181"/>
                    </a:lnTo>
                    <a:lnTo>
                      <a:pt x="530" y="1384"/>
                    </a:lnTo>
                    <a:lnTo>
                      <a:pt x="326" y="1506"/>
                    </a:lnTo>
                    <a:lnTo>
                      <a:pt x="204" y="1710"/>
                    </a:lnTo>
                    <a:lnTo>
                      <a:pt x="82" y="1873"/>
                    </a:lnTo>
                    <a:lnTo>
                      <a:pt x="1" y="2076"/>
                    </a:lnTo>
                    <a:lnTo>
                      <a:pt x="1" y="2117"/>
                    </a:lnTo>
                    <a:lnTo>
                      <a:pt x="1" y="2198"/>
                    </a:lnTo>
                    <a:lnTo>
                      <a:pt x="41" y="2239"/>
                    </a:lnTo>
                    <a:lnTo>
                      <a:pt x="82" y="2280"/>
                    </a:lnTo>
                    <a:lnTo>
                      <a:pt x="204" y="2361"/>
                    </a:lnTo>
                    <a:lnTo>
                      <a:pt x="408" y="2402"/>
                    </a:lnTo>
                    <a:lnTo>
                      <a:pt x="571" y="2483"/>
                    </a:lnTo>
                    <a:lnTo>
                      <a:pt x="1588" y="2483"/>
                    </a:lnTo>
                    <a:lnTo>
                      <a:pt x="2036" y="2402"/>
                    </a:lnTo>
                    <a:lnTo>
                      <a:pt x="2443" y="2320"/>
                    </a:lnTo>
                    <a:lnTo>
                      <a:pt x="2646" y="2320"/>
                    </a:lnTo>
                    <a:lnTo>
                      <a:pt x="3013" y="2198"/>
                    </a:lnTo>
                    <a:lnTo>
                      <a:pt x="3542" y="1995"/>
                    </a:lnTo>
                    <a:lnTo>
                      <a:pt x="4152" y="1750"/>
                    </a:lnTo>
                    <a:lnTo>
                      <a:pt x="4111" y="2076"/>
                    </a:lnTo>
                    <a:lnTo>
                      <a:pt x="4111" y="2239"/>
                    </a:lnTo>
                    <a:lnTo>
                      <a:pt x="4111" y="2320"/>
                    </a:lnTo>
                    <a:lnTo>
                      <a:pt x="5455" y="2320"/>
                    </a:lnTo>
                    <a:lnTo>
                      <a:pt x="5536" y="2280"/>
                    </a:lnTo>
                    <a:lnTo>
                      <a:pt x="5577" y="2198"/>
                    </a:lnTo>
                    <a:lnTo>
                      <a:pt x="5617" y="2117"/>
                    </a:lnTo>
                    <a:lnTo>
                      <a:pt x="5577" y="1628"/>
                    </a:lnTo>
                    <a:lnTo>
                      <a:pt x="5577" y="1059"/>
                    </a:lnTo>
                    <a:lnTo>
                      <a:pt x="5536" y="733"/>
                    </a:lnTo>
                    <a:lnTo>
                      <a:pt x="5495" y="448"/>
                    </a:lnTo>
                    <a:lnTo>
                      <a:pt x="5455" y="204"/>
                    </a:lnTo>
                    <a:lnTo>
                      <a:pt x="537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69" name="Google Shape;269;p30"/>
          <p:cNvSpPr txBox="1">
            <a:spLocks noGrp="1"/>
          </p:cNvSpPr>
          <p:nvPr>
            <p:ph type="ctrTitle"/>
          </p:nvPr>
        </p:nvSpPr>
        <p:spPr>
          <a:xfrm>
            <a:off x="1220538" y="1669675"/>
            <a:ext cx="6702900" cy="1737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smtClean="0"/>
              <a:t>The Importance of Learning a Foreign Language</a:t>
            </a:r>
            <a:endParaRPr dirty="0"/>
          </a:p>
        </p:txBody>
      </p:sp>
      <p:sp>
        <p:nvSpPr>
          <p:cNvPr id="270" name="Google Shape;270;p30"/>
          <p:cNvSpPr txBox="1">
            <a:spLocks noGrp="1"/>
          </p:cNvSpPr>
          <p:nvPr>
            <p:ph type="subTitle" idx="1"/>
          </p:nvPr>
        </p:nvSpPr>
        <p:spPr>
          <a:xfrm>
            <a:off x="2307588" y="3426080"/>
            <a:ext cx="4528800" cy="475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smtClean="0"/>
              <a:t>Karol Almeida</a:t>
            </a:r>
            <a:endParaRPr dirty="0"/>
          </a:p>
        </p:txBody>
      </p:sp>
      <p:pic>
        <p:nvPicPr>
          <p:cNvPr id="272" name="Google Shape;272;p30"/>
          <p:cNvPicPr preferRelativeResize="0"/>
          <p:nvPr/>
        </p:nvPicPr>
        <p:blipFill rotWithShape="1">
          <a:blip r:embed="rId3">
            <a:alphaModFix/>
          </a:blip>
          <a:srcRect/>
          <a:stretch/>
        </p:blipFill>
        <p:spPr>
          <a:xfrm rot="827397">
            <a:off x="6906724" y="274312"/>
            <a:ext cx="530352" cy="530376"/>
          </a:xfrm>
          <a:prstGeom prst="rect">
            <a:avLst/>
          </a:prstGeom>
          <a:noFill/>
          <a:ln>
            <a:noFill/>
          </a:ln>
          <a:effectLst>
            <a:outerShdw blurRad="57150" algn="bl" rotWithShape="0">
              <a:schemeClr val="accent3">
                <a:alpha val="49000"/>
              </a:schemeClr>
            </a:outerShdw>
          </a:effectLst>
        </p:spPr>
      </p:pic>
      <p:sp>
        <p:nvSpPr>
          <p:cNvPr id="273" name="Google Shape;273;p30"/>
          <p:cNvSpPr/>
          <p:nvPr/>
        </p:nvSpPr>
        <p:spPr>
          <a:xfrm>
            <a:off x="4042450" y="305662"/>
            <a:ext cx="779439" cy="467695"/>
          </a:xfrm>
          <a:custGeom>
            <a:avLst/>
            <a:gdLst/>
            <a:ahLst/>
            <a:cxnLst/>
            <a:rect l="l" t="t" r="r" b="b"/>
            <a:pathLst>
              <a:path w="20037" h="12023" extrusionOk="0">
                <a:moveTo>
                  <a:pt x="8223" y="1"/>
                </a:moveTo>
                <a:lnTo>
                  <a:pt x="7739" y="139"/>
                </a:lnTo>
                <a:lnTo>
                  <a:pt x="7324" y="415"/>
                </a:lnTo>
                <a:lnTo>
                  <a:pt x="7117" y="623"/>
                </a:lnTo>
                <a:lnTo>
                  <a:pt x="6979" y="830"/>
                </a:lnTo>
                <a:lnTo>
                  <a:pt x="6703" y="1245"/>
                </a:lnTo>
                <a:lnTo>
                  <a:pt x="6703" y="1521"/>
                </a:lnTo>
                <a:lnTo>
                  <a:pt x="6703" y="1797"/>
                </a:lnTo>
                <a:lnTo>
                  <a:pt x="6703" y="2074"/>
                </a:lnTo>
                <a:lnTo>
                  <a:pt x="6772" y="2281"/>
                </a:lnTo>
                <a:lnTo>
                  <a:pt x="6219" y="1866"/>
                </a:lnTo>
                <a:lnTo>
                  <a:pt x="5666" y="1521"/>
                </a:lnTo>
                <a:lnTo>
                  <a:pt x="5045" y="1245"/>
                </a:lnTo>
                <a:lnTo>
                  <a:pt x="4354" y="1106"/>
                </a:lnTo>
                <a:lnTo>
                  <a:pt x="3732" y="1037"/>
                </a:lnTo>
                <a:lnTo>
                  <a:pt x="3041" y="1106"/>
                </a:lnTo>
                <a:lnTo>
                  <a:pt x="2695" y="1245"/>
                </a:lnTo>
                <a:lnTo>
                  <a:pt x="2419" y="1383"/>
                </a:lnTo>
                <a:lnTo>
                  <a:pt x="2143" y="1590"/>
                </a:lnTo>
                <a:lnTo>
                  <a:pt x="1935" y="1797"/>
                </a:lnTo>
                <a:lnTo>
                  <a:pt x="1728" y="2074"/>
                </a:lnTo>
                <a:lnTo>
                  <a:pt x="1590" y="2419"/>
                </a:lnTo>
                <a:lnTo>
                  <a:pt x="1452" y="2695"/>
                </a:lnTo>
                <a:lnTo>
                  <a:pt x="1383" y="3041"/>
                </a:lnTo>
                <a:lnTo>
                  <a:pt x="1383" y="3663"/>
                </a:lnTo>
                <a:lnTo>
                  <a:pt x="1521" y="4354"/>
                </a:lnTo>
                <a:lnTo>
                  <a:pt x="1797" y="4975"/>
                </a:lnTo>
                <a:lnTo>
                  <a:pt x="2143" y="5528"/>
                </a:lnTo>
                <a:lnTo>
                  <a:pt x="2557" y="6012"/>
                </a:lnTo>
                <a:lnTo>
                  <a:pt x="2972" y="6495"/>
                </a:lnTo>
                <a:lnTo>
                  <a:pt x="1935" y="6495"/>
                </a:lnTo>
                <a:lnTo>
                  <a:pt x="1383" y="6564"/>
                </a:lnTo>
                <a:lnTo>
                  <a:pt x="899" y="6772"/>
                </a:lnTo>
                <a:lnTo>
                  <a:pt x="692" y="6910"/>
                </a:lnTo>
                <a:lnTo>
                  <a:pt x="485" y="7186"/>
                </a:lnTo>
                <a:lnTo>
                  <a:pt x="277" y="7394"/>
                </a:lnTo>
                <a:lnTo>
                  <a:pt x="139" y="7670"/>
                </a:lnTo>
                <a:lnTo>
                  <a:pt x="70" y="7946"/>
                </a:lnTo>
                <a:lnTo>
                  <a:pt x="1" y="8223"/>
                </a:lnTo>
                <a:lnTo>
                  <a:pt x="1" y="8568"/>
                </a:lnTo>
                <a:lnTo>
                  <a:pt x="1" y="8844"/>
                </a:lnTo>
                <a:lnTo>
                  <a:pt x="139" y="9466"/>
                </a:lnTo>
                <a:lnTo>
                  <a:pt x="485" y="9950"/>
                </a:lnTo>
                <a:lnTo>
                  <a:pt x="830" y="10433"/>
                </a:lnTo>
                <a:lnTo>
                  <a:pt x="1314" y="10848"/>
                </a:lnTo>
                <a:lnTo>
                  <a:pt x="1797" y="11193"/>
                </a:lnTo>
                <a:lnTo>
                  <a:pt x="2419" y="11401"/>
                </a:lnTo>
                <a:lnTo>
                  <a:pt x="2972" y="11608"/>
                </a:lnTo>
                <a:lnTo>
                  <a:pt x="3594" y="11746"/>
                </a:lnTo>
                <a:lnTo>
                  <a:pt x="4285" y="11884"/>
                </a:lnTo>
                <a:lnTo>
                  <a:pt x="5045" y="11953"/>
                </a:lnTo>
                <a:lnTo>
                  <a:pt x="6495" y="12023"/>
                </a:lnTo>
                <a:lnTo>
                  <a:pt x="9466" y="12023"/>
                </a:lnTo>
                <a:lnTo>
                  <a:pt x="13128" y="11953"/>
                </a:lnTo>
                <a:lnTo>
                  <a:pt x="15270" y="11884"/>
                </a:lnTo>
                <a:lnTo>
                  <a:pt x="16030" y="11815"/>
                </a:lnTo>
                <a:lnTo>
                  <a:pt x="16583" y="11746"/>
                </a:lnTo>
                <a:lnTo>
                  <a:pt x="17412" y="11539"/>
                </a:lnTo>
                <a:lnTo>
                  <a:pt x="18172" y="11124"/>
                </a:lnTo>
                <a:lnTo>
                  <a:pt x="18862" y="10641"/>
                </a:lnTo>
                <a:lnTo>
                  <a:pt x="19208" y="10364"/>
                </a:lnTo>
                <a:lnTo>
                  <a:pt x="19484" y="10088"/>
                </a:lnTo>
                <a:lnTo>
                  <a:pt x="19761" y="9535"/>
                </a:lnTo>
                <a:lnTo>
                  <a:pt x="20037" y="8983"/>
                </a:lnTo>
                <a:lnTo>
                  <a:pt x="20037" y="8706"/>
                </a:lnTo>
                <a:lnTo>
                  <a:pt x="20037" y="8430"/>
                </a:lnTo>
                <a:lnTo>
                  <a:pt x="20037" y="8154"/>
                </a:lnTo>
                <a:lnTo>
                  <a:pt x="19899" y="7877"/>
                </a:lnTo>
                <a:lnTo>
                  <a:pt x="19761" y="7601"/>
                </a:lnTo>
                <a:lnTo>
                  <a:pt x="19553" y="7394"/>
                </a:lnTo>
                <a:lnTo>
                  <a:pt x="19139" y="7048"/>
                </a:lnTo>
                <a:lnTo>
                  <a:pt x="18586" y="6841"/>
                </a:lnTo>
                <a:lnTo>
                  <a:pt x="17964" y="6703"/>
                </a:lnTo>
                <a:lnTo>
                  <a:pt x="17273" y="6564"/>
                </a:lnTo>
                <a:lnTo>
                  <a:pt x="16168" y="6564"/>
                </a:lnTo>
                <a:lnTo>
                  <a:pt x="15823" y="6634"/>
                </a:lnTo>
                <a:lnTo>
                  <a:pt x="15477" y="6772"/>
                </a:lnTo>
                <a:lnTo>
                  <a:pt x="15201" y="6979"/>
                </a:lnTo>
                <a:lnTo>
                  <a:pt x="15408" y="6634"/>
                </a:lnTo>
                <a:lnTo>
                  <a:pt x="15615" y="6288"/>
                </a:lnTo>
                <a:lnTo>
                  <a:pt x="15823" y="5874"/>
                </a:lnTo>
                <a:lnTo>
                  <a:pt x="15892" y="5459"/>
                </a:lnTo>
                <a:lnTo>
                  <a:pt x="15892" y="5044"/>
                </a:lnTo>
                <a:lnTo>
                  <a:pt x="15823" y="4630"/>
                </a:lnTo>
                <a:lnTo>
                  <a:pt x="15684" y="4284"/>
                </a:lnTo>
                <a:lnTo>
                  <a:pt x="15477" y="3939"/>
                </a:lnTo>
                <a:lnTo>
                  <a:pt x="15063" y="3663"/>
                </a:lnTo>
                <a:lnTo>
                  <a:pt x="14648" y="3455"/>
                </a:lnTo>
                <a:lnTo>
                  <a:pt x="14233" y="3386"/>
                </a:lnTo>
                <a:lnTo>
                  <a:pt x="13750" y="3317"/>
                </a:lnTo>
                <a:lnTo>
                  <a:pt x="13197" y="3386"/>
                </a:lnTo>
                <a:lnTo>
                  <a:pt x="12575" y="3455"/>
                </a:lnTo>
                <a:lnTo>
                  <a:pt x="12092" y="3732"/>
                </a:lnTo>
                <a:lnTo>
                  <a:pt x="11815" y="3870"/>
                </a:lnTo>
                <a:lnTo>
                  <a:pt x="11608" y="4077"/>
                </a:lnTo>
                <a:lnTo>
                  <a:pt x="11608" y="3386"/>
                </a:lnTo>
                <a:lnTo>
                  <a:pt x="11470" y="2695"/>
                </a:lnTo>
                <a:lnTo>
                  <a:pt x="11194" y="2074"/>
                </a:lnTo>
                <a:lnTo>
                  <a:pt x="10848" y="1452"/>
                </a:lnTo>
                <a:lnTo>
                  <a:pt x="10572" y="1037"/>
                </a:lnTo>
                <a:lnTo>
                  <a:pt x="10157" y="692"/>
                </a:lnTo>
                <a:lnTo>
                  <a:pt x="9743" y="346"/>
                </a:lnTo>
                <a:lnTo>
                  <a:pt x="9259" y="139"/>
                </a:lnTo>
                <a:lnTo>
                  <a:pt x="8775" y="1"/>
                </a:lnTo>
                <a:close/>
              </a:path>
            </a:pathLst>
          </a:custGeom>
          <a:solidFill>
            <a:schemeClr val="accent4"/>
          </a:solidFill>
          <a:ln>
            <a:noFill/>
          </a:ln>
          <a:effectLst>
            <a:outerShdw blurRad="57150" algn="bl" rotWithShape="0">
              <a:schemeClr val="dk1">
                <a:alpha val="2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74" name="Google Shape;274;p30"/>
          <p:cNvPicPr preferRelativeResize="0"/>
          <p:nvPr/>
        </p:nvPicPr>
        <p:blipFill rotWithShape="1">
          <a:blip r:embed="rId4">
            <a:alphaModFix/>
          </a:blip>
          <a:srcRect l="16752" r="16745"/>
          <a:stretch/>
        </p:blipFill>
        <p:spPr>
          <a:xfrm rot="-309071">
            <a:off x="8278584" y="2204103"/>
            <a:ext cx="467789" cy="467789"/>
          </a:xfrm>
          <a:prstGeom prst="ellipse">
            <a:avLst/>
          </a:prstGeom>
          <a:noFill/>
          <a:ln w="28575" cap="flat" cmpd="sng">
            <a:solidFill>
              <a:srgbClr val="FFFFFF"/>
            </a:solidFill>
            <a:prstDash val="solid"/>
            <a:round/>
            <a:headEnd type="none" w="sm" len="sm"/>
            <a:tailEnd type="none" w="sm" len="sm"/>
          </a:ln>
          <a:effectLst>
            <a:outerShdw blurRad="57150" algn="bl" rotWithShape="0">
              <a:schemeClr val="accent3">
                <a:alpha val="49000"/>
              </a:schemeClr>
            </a:outerShdw>
          </a:effectLst>
        </p:spPr>
      </p:pic>
      <p:pic>
        <p:nvPicPr>
          <p:cNvPr id="275" name="Google Shape;275;p30"/>
          <p:cNvPicPr preferRelativeResize="0"/>
          <p:nvPr/>
        </p:nvPicPr>
        <p:blipFill rotWithShape="1">
          <a:blip r:embed="rId5">
            <a:alphaModFix/>
          </a:blip>
          <a:srcRect l="16549" r="16556"/>
          <a:stretch/>
        </p:blipFill>
        <p:spPr>
          <a:xfrm rot="634065">
            <a:off x="479301" y="2222992"/>
            <a:ext cx="467835" cy="467835"/>
          </a:xfrm>
          <a:prstGeom prst="ellipse">
            <a:avLst/>
          </a:prstGeom>
          <a:noFill/>
          <a:ln w="28575" cap="flat" cmpd="sng">
            <a:solidFill>
              <a:srgbClr val="FFFFFF"/>
            </a:solidFill>
            <a:prstDash val="solid"/>
            <a:round/>
            <a:headEnd type="none" w="sm" len="sm"/>
            <a:tailEnd type="none" w="sm" len="sm"/>
          </a:ln>
          <a:effectLst>
            <a:outerShdw blurRad="57150" algn="bl" rotWithShape="0">
              <a:schemeClr val="accent3">
                <a:alpha val="49000"/>
              </a:schemeClr>
            </a:outerShdw>
          </a:effectLst>
        </p:spPr>
      </p:pic>
      <p:pic>
        <p:nvPicPr>
          <p:cNvPr id="276" name="Google Shape;276;p30"/>
          <p:cNvPicPr preferRelativeResize="0"/>
          <p:nvPr/>
        </p:nvPicPr>
        <p:blipFill rotWithShape="1">
          <a:blip r:embed="rId6">
            <a:alphaModFix/>
          </a:blip>
          <a:srcRect l="19924" r="19918"/>
          <a:stretch/>
        </p:blipFill>
        <p:spPr>
          <a:xfrm rot="-606861">
            <a:off x="1507670" y="305465"/>
            <a:ext cx="468074" cy="468074"/>
          </a:xfrm>
          <a:prstGeom prst="ellipse">
            <a:avLst/>
          </a:prstGeom>
          <a:noFill/>
          <a:ln w="28575" cap="flat" cmpd="sng">
            <a:solidFill>
              <a:srgbClr val="FFFFFF"/>
            </a:solidFill>
            <a:prstDash val="solid"/>
            <a:round/>
            <a:headEnd type="none" w="sm" len="sm"/>
            <a:tailEnd type="none" w="sm" len="sm"/>
          </a:ln>
          <a:effectLst>
            <a:outerShdw blurRad="57150" algn="bl" rotWithShape="0">
              <a:schemeClr val="accent3">
                <a:alpha val="49000"/>
              </a:schemeClr>
            </a:outerShdw>
          </a:effectLst>
        </p:spPr>
      </p:pic>
      <p:pic>
        <p:nvPicPr>
          <p:cNvPr id="277" name="Google Shape;277;p30"/>
          <p:cNvPicPr preferRelativeResize="0"/>
          <p:nvPr/>
        </p:nvPicPr>
        <p:blipFill rotWithShape="1">
          <a:blip r:embed="rId7">
            <a:alphaModFix/>
          </a:blip>
          <a:srcRect l="24966" r="24971"/>
          <a:stretch/>
        </p:blipFill>
        <p:spPr>
          <a:xfrm rot="-289114">
            <a:off x="4338174" y="4087144"/>
            <a:ext cx="467854" cy="467854"/>
          </a:xfrm>
          <a:prstGeom prst="ellipse">
            <a:avLst/>
          </a:prstGeom>
          <a:noFill/>
          <a:ln w="28575" cap="flat" cmpd="sng">
            <a:solidFill>
              <a:srgbClr val="FFFFFF"/>
            </a:solidFill>
            <a:prstDash val="solid"/>
            <a:round/>
            <a:headEnd type="none" w="sm" len="sm"/>
            <a:tailEnd type="none" w="sm" len="sm"/>
          </a:ln>
          <a:effectLst>
            <a:outerShdw blurRad="57150" algn="bl" rotWithShape="0">
              <a:schemeClr val="accent3">
                <a:alpha val="49000"/>
              </a:schemeClr>
            </a:outerShdw>
          </a:effectLst>
        </p:spPr>
      </p:pic>
      <p:sp>
        <p:nvSpPr>
          <p:cNvPr id="278" name="Google Shape;278;p30"/>
          <p:cNvSpPr/>
          <p:nvPr/>
        </p:nvSpPr>
        <p:spPr>
          <a:xfrm flipH="1">
            <a:off x="7147850" y="3592525"/>
            <a:ext cx="604500" cy="475800"/>
          </a:xfrm>
          <a:prstGeom prst="wedgeEllipseCallout">
            <a:avLst>
              <a:gd name="adj1" fmla="val -20833"/>
              <a:gd name="adj2" fmla="val 62500"/>
            </a:avLst>
          </a:prstGeom>
          <a:solidFill>
            <a:schemeClr val="dk2"/>
          </a:solidFill>
          <a:ln w="28575" cap="flat" cmpd="sng">
            <a:solidFill>
              <a:schemeClr val="accent4"/>
            </a:solidFill>
            <a:prstDash val="solid"/>
            <a:round/>
            <a:headEnd type="none" w="sm" len="sm"/>
            <a:tailEnd type="none" w="sm" len="sm"/>
          </a:ln>
          <a:effectLst>
            <a:outerShdw blurRad="57150" algn="bl" rotWithShape="0">
              <a:srgbClr val="000000">
                <a:alpha val="25000"/>
              </a:srgbClr>
            </a:outerShdw>
          </a:effectLst>
        </p:spPr>
        <p:txBody>
          <a:bodyPr spcFirstLastPara="1" wrap="square" lIns="0" tIns="0" rIns="0" bIns="0" anchor="ctr" anchorCtr="0">
            <a:noAutofit/>
          </a:bodyPr>
          <a:lstStyle/>
          <a:p>
            <a:pPr marL="0" lvl="0" indent="0" algn="ctr" rtl="0">
              <a:spcBef>
                <a:spcPts val="0"/>
              </a:spcBef>
              <a:spcAft>
                <a:spcPts val="0"/>
              </a:spcAft>
              <a:buNone/>
            </a:pPr>
            <a:r>
              <a:rPr lang="en" sz="1100">
                <a:solidFill>
                  <a:schemeClr val="accent4"/>
                </a:solidFill>
                <a:latin typeface="McLaren"/>
                <a:ea typeface="McLaren"/>
                <a:cs typeface="McLaren"/>
                <a:sym typeface="McLaren"/>
              </a:rPr>
              <a:t>Hello</a:t>
            </a:r>
            <a:endParaRPr sz="1100">
              <a:solidFill>
                <a:schemeClr val="accent4"/>
              </a:solidFill>
              <a:latin typeface="McLaren"/>
              <a:ea typeface="McLaren"/>
              <a:cs typeface="McLaren"/>
              <a:sym typeface="McLaren"/>
            </a:endParaRPr>
          </a:p>
        </p:txBody>
      </p:sp>
      <p:sp>
        <p:nvSpPr>
          <p:cNvPr id="279" name="Google Shape;279;p30"/>
          <p:cNvSpPr/>
          <p:nvPr/>
        </p:nvSpPr>
        <p:spPr>
          <a:xfrm>
            <a:off x="1352000" y="3522625"/>
            <a:ext cx="779400" cy="545700"/>
          </a:xfrm>
          <a:prstGeom prst="wedgeEllipseCallout">
            <a:avLst>
              <a:gd name="adj1" fmla="val -20833"/>
              <a:gd name="adj2" fmla="val 62500"/>
            </a:avLst>
          </a:prstGeom>
          <a:solidFill>
            <a:schemeClr val="accent5"/>
          </a:solidFill>
          <a:ln w="28575" cap="flat" cmpd="sng">
            <a:solidFill>
              <a:schemeClr val="accent4"/>
            </a:solidFill>
            <a:prstDash val="solid"/>
            <a:round/>
            <a:headEnd type="none" w="sm" len="sm"/>
            <a:tailEnd type="none" w="sm" len="sm"/>
          </a:ln>
          <a:effectLst>
            <a:outerShdw blurRad="57150" algn="bl" rotWithShape="0">
              <a:schemeClr val="dk1">
                <a:alpha val="25000"/>
              </a:schemeClr>
            </a:outerShdw>
          </a:effectLst>
        </p:spPr>
        <p:txBody>
          <a:bodyPr spcFirstLastPara="1" wrap="square" lIns="0" tIns="0" rIns="0" bIns="0" anchor="ctr" anchorCtr="0">
            <a:noAutofit/>
          </a:bodyPr>
          <a:lstStyle/>
          <a:p>
            <a:pPr marL="0" lvl="0" indent="0" algn="ctr" rtl="0">
              <a:spcBef>
                <a:spcPts val="0"/>
              </a:spcBef>
              <a:spcAft>
                <a:spcPts val="0"/>
              </a:spcAft>
              <a:buNone/>
            </a:pPr>
            <a:r>
              <a:rPr lang="en" sz="1000">
                <a:solidFill>
                  <a:schemeClr val="accent4"/>
                </a:solidFill>
                <a:latin typeface="McLaren"/>
                <a:ea typeface="McLaren"/>
                <a:cs typeface="McLaren"/>
                <a:sym typeface="McLaren"/>
              </a:rPr>
              <a:t>Bonjour</a:t>
            </a:r>
            <a:endParaRPr sz="1000">
              <a:solidFill>
                <a:schemeClr val="accent4"/>
              </a:solidFill>
              <a:latin typeface="McLaren"/>
              <a:ea typeface="McLaren"/>
              <a:cs typeface="McLaren"/>
              <a:sym typeface="McLaren"/>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359"/>
        <p:cNvGrpSpPr/>
        <p:nvPr/>
      </p:nvGrpSpPr>
      <p:grpSpPr>
        <a:xfrm>
          <a:off x="0" y="0"/>
          <a:ext cx="0" cy="0"/>
          <a:chOff x="0" y="0"/>
          <a:chExt cx="0" cy="0"/>
        </a:xfrm>
      </p:grpSpPr>
      <p:sp>
        <p:nvSpPr>
          <p:cNvPr id="360" name="Google Shape;360;p33"/>
          <p:cNvSpPr txBox="1">
            <a:spLocks noGrp="1"/>
          </p:cNvSpPr>
          <p:nvPr>
            <p:ph type="title"/>
          </p:nvPr>
        </p:nvSpPr>
        <p:spPr>
          <a:xfrm>
            <a:off x="1252567" y="1895710"/>
            <a:ext cx="6446400" cy="15342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n" sz="2400" dirty="0"/>
              <a:t>¿</a:t>
            </a:r>
            <a:r>
              <a:rPr lang="en" sz="2400" dirty="0" smtClean="0"/>
              <a:t>How can speaking another language benefit individuals in their </a:t>
            </a:r>
            <a:br>
              <a:rPr lang="en" sz="2400" dirty="0" smtClean="0"/>
            </a:br>
            <a:r>
              <a:rPr lang="en" sz="2400" dirty="0" smtClean="0"/>
              <a:t>personal or professional lives</a:t>
            </a:r>
            <a:r>
              <a:rPr lang="es-CO" sz="2400" dirty="0" smtClean="0"/>
              <a:t>?</a:t>
            </a:r>
            <a:endParaRPr sz="2400" dirty="0"/>
          </a:p>
        </p:txBody>
      </p:sp>
      <p:pic>
        <p:nvPicPr>
          <p:cNvPr id="363" name="Google Shape;363;p33"/>
          <p:cNvPicPr preferRelativeResize="0"/>
          <p:nvPr/>
        </p:nvPicPr>
        <p:blipFill rotWithShape="1">
          <a:blip r:embed="rId3">
            <a:alphaModFix/>
          </a:blip>
          <a:srcRect l="24966" r="24971"/>
          <a:stretch/>
        </p:blipFill>
        <p:spPr>
          <a:xfrm rot="-821321">
            <a:off x="1446012" y="2814025"/>
            <a:ext cx="467787" cy="467787"/>
          </a:xfrm>
          <a:prstGeom prst="ellipse">
            <a:avLst/>
          </a:prstGeom>
          <a:noFill/>
          <a:ln w="28575" cap="flat" cmpd="sng">
            <a:solidFill>
              <a:srgbClr val="FFFFFF"/>
            </a:solidFill>
            <a:prstDash val="solid"/>
            <a:round/>
            <a:headEnd type="none" w="sm" len="sm"/>
            <a:tailEnd type="none" w="sm" len="sm"/>
          </a:ln>
          <a:effectLst>
            <a:outerShdw blurRad="57150" dist="9525" dir="6000000" algn="bl" rotWithShape="0">
              <a:schemeClr val="accent3">
                <a:alpha val="50000"/>
              </a:schemeClr>
            </a:outerShdw>
          </a:effectLst>
        </p:spPr>
      </p:pic>
      <p:grpSp>
        <p:nvGrpSpPr>
          <p:cNvPr id="365" name="Google Shape;365;p33"/>
          <p:cNvGrpSpPr/>
          <p:nvPr/>
        </p:nvGrpSpPr>
        <p:grpSpPr>
          <a:xfrm rot="716699">
            <a:off x="7802568" y="2960304"/>
            <a:ext cx="735094" cy="1952132"/>
            <a:chOff x="2611326" y="6224627"/>
            <a:chExt cx="418784" cy="1112131"/>
          </a:xfrm>
        </p:grpSpPr>
        <p:sp>
          <p:nvSpPr>
            <p:cNvPr id="366" name="Google Shape;366;p33"/>
            <p:cNvSpPr/>
            <p:nvPr/>
          </p:nvSpPr>
          <p:spPr>
            <a:xfrm>
              <a:off x="2611326" y="6226183"/>
              <a:ext cx="418606" cy="1108963"/>
            </a:xfrm>
            <a:custGeom>
              <a:avLst/>
              <a:gdLst/>
              <a:ahLst/>
              <a:cxnLst/>
              <a:rect l="l" t="t" r="r" b="b"/>
              <a:pathLst>
                <a:path w="7796" h="20653" extrusionOk="0">
                  <a:moveTo>
                    <a:pt x="7505" y="19489"/>
                  </a:moveTo>
                  <a:lnTo>
                    <a:pt x="7505" y="19315"/>
                  </a:lnTo>
                  <a:lnTo>
                    <a:pt x="7156" y="3026"/>
                  </a:lnTo>
                  <a:lnTo>
                    <a:pt x="6749" y="3026"/>
                  </a:lnTo>
                  <a:lnTo>
                    <a:pt x="6749" y="3026"/>
                  </a:lnTo>
                  <a:lnTo>
                    <a:pt x="6749" y="3026"/>
                  </a:lnTo>
                  <a:lnTo>
                    <a:pt x="6749" y="2851"/>
                  </a:lnTo>
                  <a:lnTo>
                    <a:pt x="6749" y="1629"/>
                  </a:lnTo>
                  <a:lnTo>
                    <a:pt x="6749" y="1629"/>
                  </a:lnTo>
                  <a:lnTo>
                    <a:pt x="6749" y="1629"/>
                  </a:lnTo>
                  <a:lnTo>
                    <a:pt x="6632" y="1280"/>
                  </a:lnTo>
                  <a:lnTo>
                    <a:pt x="6458" y="990"/>
                  </a:lnTo>
                  <a:lnTo>
                    <a:pt x="6167" y="699"/>
                  </a:lnTo>
                  <a:lnTo>
                    <a:pt x="5760" y="466"/>
                  </a:lnTo>
                  <a:lnTo>
                    <a:pt x="5294" y="233"/>
                  </a:lnTo>
                  <a:lnTo>
                    <a:pt x="4771" y="59"/>
                  </a:lnTo>
                  <a:lnTo>
                    <a:pt x="4189" y="1"/>
                  </a:lnTo>
                  <a:lnTo>
                    <a:pt x="3549" y="1"/>
                  </a:lnTo>
                  <a:lnTo>
                    <a:pt x="3549" y="1"/>
                  </a:lnTo>
                  <a:lnTo>
                    <a:pt x="2909" y="1"/>
                  </a:lnTo>
                  <a:lnTo>
                    <a:pt x="2327" y="117"/>
                  </a:lnTo>
                  <a:lnTo>
                    <a:pt x="1804" y="291"/>
                  </a:lnTo>
                  <a:lnTo>
                    <a:pt x="1338" y="524"/>
                  </a:lnTo>
                  <a:lnTo>
                    <a:pt x="931" y="757"/>
                  </a:lnTo>
                  <a:lnTo>
                    <a:pt x="640" y="1106"/>
                  </a:lnTo>
                  <a:lnTo>
                    <a:pt x="466" y="1397"/>
                  </a:lnTo>
                  <a:lnTo>
                    <a:pt x="408" y="1746"/>
                  </a:lnTo>
                  <a:lnTo>
                    <a:pt x="466" y="3142"/>
                  </a:lnTo>
                  <a:lnTo>
                    <a:pt x="0" y="3142"/>
                  </a:lnTo>
                  <a:lnTo>
                    <a:pt x="291" y="19606"/>
                  </a:lnTo>
                  <a:lnTo>
                    <a:pt x="0" y="19606"/>
                  </a:lnTo>
                  <a:lnTo>
                    <a:pt x="0" y="20653"/>
                  </a:lnTo>
                  <a:lnTo>
                    <a:pt x="7796" y="20478"/>
                  </a:lnTo>
                  <a:lnTo>
                    <a:pt x="7796" y="19489"/>
                  </a:lnTo>
                  <a:lnTo>
                    <a:pt x="7505" y="19489"/>
                  </a:lnTo>
                  <a:close/>
                </a:path>
              </a:pathLst>
            </a:custGeom>
            <a:solidFill>
              <a:schemeClr val="accent4"/>
            </a:solidFill>
            <a:ln w="76200" cap="flat" cmpd="sng">
              <a:solidFill>
                <a:schemeClr val="accent4"/>
              </a:solidFill>
              <a:prstDash val="solid"/>
              <a:round/>
              <a:headEnd type="none" w="sm" len="sm"/>
              <a:tailEnd type="none" w="sm" len="sm"/>
            </a:ln>
            <a:effectLst>
              <a:outerShdw blurRad="57150" dist="19050" dir="6000000" algn="bl" rotWithShape="0">
                <a:schemeClr val="accent3">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67" name="Google Shape;367;p33"/>
            <p:cNvGrpSpPr/>
            <p:nvPr/>
          </p:nvGrpSpPr>
          <p:grpSpPr>
            <a:xfrm>
              <a:off x="2611503" y="6224627"/>
              <a:ext cx="418606" cy="1112131"/>
              <a:chOff x="5036775" y="2290275"/>
              <a:chExt cx="194900" cy="517800"/>
            </a:xfrm>
          </p:grpSpPr>
          <p:sp>
            <p:nvSpPr>
              <p:cNvPr id="368" name="Google Shape;368;p33"/>
              <p:cNvSpPr/>
              <p:nvPr/>
            </p:nvSpPr>
            <p:spPr>
              <a:xfrm>
                <a:off x="5054225" y="2402250"/>
                <a:ext cx="152725" cy="340375"/>
              </a:xfrm>
              <a:custGeom>
                <a:avLst/>
                <a:gdLst/>
                <a:ahLst/>
                <a:cxnLst/>
                <a:rect l="l" t="t" r="r" b="b"/>
                <a:pathLst>
                  <a:path w="6109" h="13615" extrusionOk="0">
                    <a:moveTo>
                      <a:pt x="0" y="59"/>
                    </a:moveTo>
                    <a:lnTo>
                      <a:pt x="5876" y="1"/>
                    </a:lnTo>
                    <a:lnTo>
                      <a:pt x="6109" y="13498"/>
                    </a:lnTo>
                    <a:lnTo>
                      <a:pt x="233" y="13614"/>
                    </a:lnTo>
                    <a:lnTo>
                      <a:pt x="0" y="59"/>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33"/>
              <p:cNvSpPr/>
              <p:nvPr/>
            </p:nvSpPr>
            <p:spPr>
              <a:xfrm>
                <a:off x="5108025" y="2402250"/>
                <a:ext cx="91650" cy="338900"/>
              </a:xfrm>
              <a:custGeom>
                <a:avLst/>
                <a:gdLst/>
                <a:ahLst/>
                <a:cxnLst/>
                <a:rect l="l" t="t" r="r" b="b"/>
                <a:pathLst>
                  <a:path w="3666" h="13556" extrusionOk="0">
                    <a:moveTo>
                      <a:pt x="3666" y="1"/>
                    </a:moveTo>
                    <a:lnTo>
                      <a:pt x="3317" y="1"/>
                    </a:lnTo>
                    <a:lnTo>
                      <a:pt x="1" y="13556"/>
                    </a:lnTo>
                    <a:lnTo>
                      <a:pt x="408" y="13556"/>
                    </a:lnTo>
                    <a:lnTo>
                      <a:pt x="366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33"/>
              <p:cNvSpPr/>
              <p:nvPr/>
            </p:nvSpPr>
            <p:spPr>
              <a:xfrm>
                <a:off x="5089125" y="2402250"/>
                <a:ext cx="90200" cy="340375"/>
              </a:xfrm>
              <a:custGeom>
                <a:avLst/>
                <a:gdLst/>
                <a:ahLst/>
                <a:cxnLst/>
                <a:rect l="l" t="t" r="r" b="b"/>
                <a:pathLst>
                  <a:path w="3608" h="13615" extrusionOk="0">
                    <a:moveTo>
                      <a:pt x="3607" y="1"/>
                    </a:moveTo>
                    <a:lnTo>
                      <a:pt x="3258" y="1"/>
                    </a:lnTo>
                    <a:lnTo>
                      <a:pt x="1" y="13614"/>
                    </a:lnTo>
                    <a:lnTo>
                      <a:pt x="350" y="13556"/>
                    </a:lnTo>
                    <a:lnTo>
                      <a:pt x="360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33"/>
              <p:cNvSpPr/>
              <p:nvPr/>
            </p:nvSpPr>
            <p:spPr>
              <a:xfrm>
                <a:off x="5060050" y="2402250"/>
                <a:ext cx="100375" cy="340375"/>
              </a:xfrm>
              <a:custGeom>
                <a:avLst/>
                <a:gdLst/>
                <a:ahLst/>
                <a:cxnLst/>
                <a:rect l="l" t="t" r="r" b="b"/>
                <a:pathLst>
                  <a:path w="4015" h="13615" extrusionOk="0">
                    <a:moveTo>
                      <a:pt x="4014" y="1"/>
                    </a:moveTo>
                    <a:lnTo>
                      <a:pt x="3258" y="1"/>
                    </a:lnTo>
                    <a:lnTo>
                      <a:pt x="0" y="13614"/>
                    </a:lnTo>
                    <a:lnTo>
                      <a:pt x="698" y="13614"/>
                    </a:lnTo>
                    <a:lnTo>
                      <a:pt x="401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33"/>
              <p:cNvSpPr/>
              <p:nvPr/>
            </p:nvSpPr>
            <p:spPr>
              <a:xfrm>
                <a:off x="5036775" y="2290275"/>
                <a:ext cx="194900" cy="517800"/>
              </a:xfrm>
              <a:custGeom>
                <a:avLst/>
                <a:gdLst/>
                <a:ahLst/>
                <a:cxnLst/>
                <a:rect l="l" t="t" r="r" b="b"/>
                <a:pathLst>
                  <a:path w="7796" h="20712" extrusionOk="0">
                    <a:moveTo>
                      <a:pt x="6807" y="17977"/>
                    </a:moveTo>
                    <a:lnTo>
                      <a:pt x="931" y="18093"/>
                    </a:lnTo>
                    <a:lnTo>
                      <a:pt x="698" y="4538"/>
                    </a:lnTo>
                    <a:lnTo>
                      <a:pt x="6574" y="4480"/>
                    </a:lnTo>
                    <a:lnTo>
                      <a:pt x="6807" y="17977"/>
                    </a:lnTo>
                    <a:close/>
                    <a:moveTo>
                      <a:pt x="7505" y="19547"/>
                    </a:moveTo>
                    <a:lnTo>
                      <a:pt x="7156" y="3084"/>
                    </a:lnTo>
                    <a:lnTo>
                      <a:pt x="6749" y="3084"/>
                    </a:lnTo>
                    <a:lnTo>
                      <a:pt x="6749" y="1687"/>
                    </a:lnTo>
                    <a:lnTo>
                      <a:pt x="6749" y="1687"/>
                    </a:lnTo>
                    <a:lnTo>
                      <a:pt x="6749" y="1687"/>
                    </a:lnTo>
                    <a:lnTo>
                      <a:pt x="6632" y="1338"/>
                    </a:lnTo>
                    <a:lnTo>
                      <a:pt x="6458" y="989"/>
                    </a:lnTo>
                    <a:lnTo>
                      <a:pt x="6167" y="698"/>
                    </a:lnTo>
                    <a:lnTo>
                      <a:pt x="5760" y="466"/>
                    </a:lnTo>
                    <a:lnTo>
                      <a:pt x="5294" y="291"/>
                    </a:lnTo>
                    <a:lnTo>
                      <a:pt x="4771" y="117"/>
                    </a:lnTo>
                    <a:lnTo>
                      <a:pt x="4189" y="59"/>
                    </a:lnTo>
                    <a:lnTo>
                      <a:pt x="3549" y="0"/>
                    </a:lnTo>
                    <a:lnTo>
                      <a:pt x="3549" y="0"/>
                    </a:lnTo>
                    <a:lnTo>
                      <a:pt x="2909" y="59"/>
                    </a:lnTo>
                    <a:lnTo>
                      <a:pt x="2327" y="175"/>
                    </a:lnTo>
                    <a:lnTo>
                      <a:pt x="1804" y="349"/>
                    </a:lnTo>
                    <a:lnTo>
                      <a:pt x="1338" y="582"/>
                    </a:lnTo>
                    <a:lnTo>
                      <a:pt x="931" y="815"/>
                    </a:lnTo>
                    <a:lnTo>
                      <a:pt x="640" y="1106"/>
                    </a:lnTo>
                    <a:lnTo>
                      <a:pt x="466" y="1455"/>
                    </a:lnTo>
                    <a:lnTo>
                      <a:pt x="408" y="1804"/>
                    </a:lnTo>
                    <a:lnTo>
                      <a:pt x="466" y="3200"/>
                    </a:lnTo>
                    <a:lnTo>
                      <a:pt x="0" y="3200"/>
                    </a:lnTo>
                    <a:lnTo>
                      <a:pt x="291" y="19664"/>
                    </a:lnTo>
                    <a:lnTo>
                      <a:pt x="0" y="19664"/>
                    </a:lnTo>
                    <a:lnTo>
                      <a:pt x="0" y="20711"/>
                    </a:lnTo>
                    <a:lnTo>
                      <a:pt x="7796" y="20536"/>
                    </a:lnTo>
                    <a:lnTo>
                      <a:pt x="7796" y="19489"/>
                    </a:lnTo>
                    <a:lnTo>
                      <a:pt x="7505" y="19547"/>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33"/>
              <p:cNvSpPr/>
              <p:nvPr/>
            </p:nvSpPr>
            <p:spPr>
              <a:xfrm>
                <a:off x="5045500" y="2393525"/>
                <a:ext cx="170175" cy="356350"/>
              </a:xfrm>
              <a:custGeom>
                <a:avLst/>
                <a:gdLst/>
                <a:ahLst/>
                <a:cxnLst/>
                <a:rect l="l" t="t" r="r" b="b"/>
                <a:pathLst>
                  <a:path w="6807" h="14254" extrusionOk="0">
                    <a:moveTo>
                      <a:pt x="1397" y="59"/>
                    </a:moveTo>
                    <a:lnTo>
                      <a:pt x="2095" y="59"/>
                    </a:lnTo>
                    <a:lnTo>
                      <a:pt x="2095" y="2502"/>
                    </a:lnTo>
                    <a:lnTo>
                      <a:pt x="4480" y="2502"/>
                    </a:lnTo>
                    <a:lnTo>
                      <a:pt x="4480" y="59"/>
                    </a:lnTo>
                    <a:lnTo>
                      <a:pt x="5120" y="1"/>
                    </a:lnTo>
                    <a:lnTo>
                      <a:pt x="5178" y="2444"/>
                    </a:lnTo>
                    <a:lnTo>
                      <a:pt x="6632" y="2444"/>
                    </a:lnTo>
                    <a:lnTo>
                      <a:pt x="6632" y="3084"/>
                    </a:lnTo>
                    <a:lnTo>
                      <a:pt x="5178" y="3142"/>
                    </a:lnTo>
                    <a:lnTo>
                      <a:pt x="5236" y="5237"/>
                    </a:lnTo>
                    <a:lnTo>
                      <a:pt x="6691" y="5237"/>
                    </a:lnTo>
                    <a:lnTo>
                      <a:pt x="6691" y="5877"/>
                    </a:lnTo>
                    <a:lnTo>
                      <a:pt x="5236" y="5935"/>
                    </a:lnTo>
                    <a:lnTo>
                      <a:pt x="5294" y="8029"/>
                    </a:lnTo>
                    <a:lnTo>
                      <a:pt x="6749" y="8029"/>
                    </a:lnTo>
                    <a:lnTo>
                      <a:pt x="6749" y="8669"/>
                    </a:lnTo>
                    <a:lnTo>
                      <a:pt x="5294" y="8727"/>
                    </a:lnTo>
                    <a:lnTo>
                      <a:pt x="5352" y="10822"/>
                    </a:lnTo>
                    <a:lnTo>
                      <a:pt x="6807" y="10822"/>
                    </a:lnTo>
                    <a:lnTo>
                      <a:pt x="6807" y="11462"/>
                    </a:lnTo>
                    <a:lnTo>
                      <a:pt x="5352" y="11520"/>
                    </a:lnTo>
                    <a:lnTo>
                      <a:pt x="5411" y="14196"/>
                    </a:lnTo>
                    <a:lnTo>
                      <a:pt x="4713" y="14196"/>
                    </a:lnTo>
                    <a:lnTo>
                      <a:pt x="4654" y="11520"/>
                    </a:lnTo>
                    <a:lnTo>
                      <a:pt x="2269" y="11578"/>
                    </a:lnTo>
                    <a:lnTo>
                      <a:pt x="2327" y="14254"/>
                    </a:lnTo>
                    <a:lnTo>
                      <a:pt x="1687" y="14254"/>
                    </a:lnTo>
                    <a:lnTo>
                      <a:pt x="1629" y="11578"/>
                    </a:lnTo>
                    <a:lnTo>
                      <a:pt x="175" y="11578"/>
                    </a:lnTo>
                    <a:lnTo>
                      <a:pt x="117" y="10938"/>
                    </a:lnTo>
                    <a:lnTo>
                      <a:pt x="1629" y="10880"/>
                    </a:lnTo>
                    <a:lnTo>
                      <a:pt x="1571" y="8785"/>
                    </a:lnTo>
                    <a:lnTo>
                      <a:pt x="117" y="8785"/>
                    </a:lnTo>
                    <a:lnTo>
                      <a:pt x="117" y="8145"/>
                    </a:lnTo>
                    <a:lnTo>
                      <a:pt x="1571" y="8087"/>
                    </a:lnTo>
                    <a:lnTo>
                      <a:pt x="1513" y="5993"/>
                    </a:lnTo>
                    <a:lnTo>
                      <a:pt x="59" y="5993"/>
                    </a:lnTo>
                    <a:lnTo>
                      <a:pt x="59" y="5353"/>
                    </a:lnTo>
                    <a:lnTo>
                      <a:pt x="1513" y="5295"/>
                    </a:lnTo>
                    <a:lnTo>
                      <a:pt x="1455" y="3201"/>
                    </a:lnTo>
                    <a:lnTo>
                      <a:pt x="0" y="3201"/>
                    </a:lnTo>
                    <a:lnTo>
                      <a:pt x="0" y="2561"/>
                    </a:lnTo>
                    <a:lnTo>
                      <a:pt x="1455" y="2561"/>
                    </a:lnTo>
                    <a:lnTo>
                      <a:pt x="1397" y="59"/>
                    </a:lnTo>
                    <a:close/>
                    <a:moveTo>
                      <a:pt x="2153" y="3201"/>
                    </a:moveTo>
                    <a:lnTo>
                      <a:pt x="2153" y="5295"/>
                    </a:lnTo>
                    <a:lnTo>
                      <a:pt x="4538" y="5237"/>
                    </a:lnTo>
                    <a:lnTo>
                      <a:pt x="4538" y="3142"/>
                    </a:lnTo>
                    <a:lnTo>
                      <a:pt x="2153" y="3201"/>
                    </a:lnTo>
                    <a:close/>
                    <a:moveTo>
                      <a:pt x="2153" y="5993"/>
                    </a:moveTo>
                    <a:lnTo>
                      <a:pt x="2211" y="8087"/>
                    </a:lnTo>
                    <a:lnTo>
                      <a:pt x="4596" y="8029"/>
                    </a:lnTo>
                    <a:lnTo>
                      <a:pt x="4596" y="5935"/>
                    </a:lnTo>
                    <a:lnTo>
                      <a:pt x="2153" y="5993"/>
                    </a:lnTo>
                    <a:close/>
                    <a:moveTo>
                      <a:pt x="2211" y="8785"/>
                    </a:moveTo>
                    <a:lnTo>
                      <a:pt x="2269" y="10880"/>
                    </a:lnTo>
                    <a:lnTo>
                      <a:pt x="4654" y="10822"/>
                    </a:lnTo>
                    <a:lnTo>
                      <a:pt x="4596" y="8727"/>
                    </a:lnTo>
                    <a:lnTo>
                      <a:pt x="2211" y="8785"/>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33"/>
              <p:cNvSpPr/>
              <p:nvPr/>
            </p:nvSpPr>
            <p:spPr>
              <a:xfrm>
                <a:off x="5057125" y="2331000"/>
                <a:ext cx="138200" cy="30550"/>
              </a:xfrm>
              <a:custGeom>
                <a:avLst/>
                <a:gdLst/>
                <a:ahLst/>
                <a:cxnLst/>
                <a:rect l="l" t="t" r="r" b="b"/>
                <a:pathLst>
                  <a:path w="5528" h="1222" extrusionOk="0">
                    <a:moveTo>
                      <a:pt x="1" y="117"/>
                    </a:moveTo>
                    <a:lnTo>
                      <a:pt x="59" y="1222"/>
                    </a:lnTo>
                    <a:lnTo>
                      <a:pt x="5527" y="1106"/>
                    </a:lnTo>
                    <a:lnTo>
                      <a:pt x="5469" y="0"/>
                    </a:lnTo>
                    <a:lnTo>
                      <a:pt x="1" y="117"/>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33"/>
              <p:cNvSpPr/>
              <p:nvPr/>
            </p:nvSpPr>
            <p:spPr>
              <a:xfrm>
                <a:off x="5106575" y="2303350"/>
                <a:ext cx="39300" cy="20400"/>
              </a:xfrm>
              <a:custGeom>
                <a:avLst/>
                <a:gdLst/>
                <a:ahLst/>
                <a:cxnLst/>
                <a:rect l="l" t="t" r="r" b="b"/>
                <a:pathLst>
                  <a:path w="1572" h="816" extrusionOk="0">
                    <a:moveTo>
                      <a:pt x="1106" y="59"/>
                    </a:moveTo>
                    <a:lnTo>
                      <a:pt x="1106" y="59"/>
                    </a:lnTo>
                    <a:lnTo>
                      <a:pt x="1281" y="175"/>
                    </a:lnTo>
                    <a:lnTo>
                      <a:pt x="1455" y="350"/>
                    </a:lnTo>
                    <a:lnTo>
                      <a:pt x="1571" y="525"/>
                    </a:lnTo>
                    <a:lnTo>
                      <a:pt x="1571" y="757"/>
                    </a:lnTo>
                    <a:lnTo>
                      <a:pt x="1" y="815"/>
                    </a:lnTo>
                    <a:lnTo>
                      <a:pt x="1" y="815"/>
                    </a:lnTo>
                    <a:lnTo>
                      <a:pt x="59" y="466"/>
                    </a:lnTo>
                    <a:lnTo>
                      <a:pt x="59" y="466"/>
                    </a:lnTo>
                    <a:lnTo>
                      <a:pt x="233" y="234"/>
                    </a:lnTo>
                    <a:lnTo>
                      <a:pt x="466" y="59"/>
                    </a:lnTo>
                    <a:lnTo>
                      <a:pt x="815" y="1"/>
                    </a:lnTo>
                    <a:lnTo>
                      <a:pt x="1106" y="59"/>
                    </a:lnTo>
                    <a:lnTo>
                      <a:pt x="1106" y="59"/>
                    </a:lnTo>
                    <a:close/>
                  </a:path>
                </a:pathLst>
              </a:custGeom>
              <a:solidFill>
                <a:srgbClr val="000000">
                  <a:alpha val="95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33"/>
              <p:cNvSpPr/>
              <p:nvPr/>
            </p:nvSpPr>
            <p:spPr>
              <a:xfrm>
                <a:off x="5070225" y="2344075"/>
                <a:ext cx="11650" cy="13125"/>
              </a:xfrm>
              <a:custGeom>
                <a:avLst/>
                <a:gdLst/>
                <a:ahLst/>
                <a:cxnLst/>
                <a:rect l="l" t="t" r="r" b="b"/>
                <a:pathLst>
                  <a:path w="466" h="525" extrusionOk="0">
                    <a:moveTo>
                      <a:pt x="0" y="1"/>
                    </a:moveTo>
                    <a:lnTo>
                      <a:pt x="0" y="117"/>
                    </a:lnTo>
                    <a:lnTo>
                      <a:pt x="175" y="117"/>
                    </a:lnTo>
                    <a:lnTo>
                      <a:pt x="175" y="524"/>
                    </a:lnTo>
                    <a:lnTo>
                      <a:pt x="291" y="524"/>
                    </a:lnTo>
                    <a:lnTo>
                      <a:pt x="291" y="117"/>
                    </a:lnTo>
                    <a:lnTo>
                      <a:pt x="466" y="117"/>
                    </a:lnTo>
                    <a:lnTo>
                      <a:pt x="46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33"/>
              <p:cNvSpPr/>
              <p:nvPr/>
            </p:nvSpPr>
            <p:spPr>
              <a:xfrm>
                <a:off x="5083300" y="2344075"/>
                <a:ext cx="8750" cy="13125"/>
              </a:xfrm>
              <a:custGeom>
                <a:avLst/>
                <a:gdLst/>
                <a:ahLst/>
                <a:cxnLst/>
                <a:rect l="l" t="t" r="r" b="b"/>
                <a:pathLst>
                  <a:path w="350" h="525" extrusionOk="0">
                    <a:moveTo>
                      <a:pt x="1" y="1"/>
                    </a:moveTo>
                    <a:lnTo>
                      <a:pt x="1" y="524"/>
                    </a:lnTo>
                    <a:lnTo>
                      <a:pt x="350" y="524"/>
                    </a:lnTo>
                    <a:lnTo>
                      <a:pt x="350" y="408"/>
                    </a:lnTo>
                    <a:lnTo>
                      <a:pt x="117" y="408"/>
                    </a:lnTo>
                    <a:lnTo>
                      <a:pt x="117" y="292"/>
                    </a:lnTo>
                    <a:lnTo>
                      <a:pt x="350" y="292"/>
                    </a:lnTo>
                    <a:lnTo>
                      <a:pt x="350" y="234"/>
                    </a:lnTo>
                    <a:lnTo>
                      <a:pt x="117" y="234"/>
                    </a:lnTo>
                    <a:lnTo>
                      <a:pt x="117" y="117"/>
                    </a:lnTo>
                    <a:lnTo>
                      <a:pt x="350" y="117"/>
                    </a:lnTo>
                    <a:lnTo>
                      <a:pt x="35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33"/>
              <p:cNvSpPr/>
              <p:nvPr/>
            </p:nvSpPr>
            <p:spPr>
              <a:xfrm>
                <a:off x="5094950" y="2344075"/>
                <a:ext cx="8750" cy="13125"/>
              </a:xfrm>
              <a:custGeom>
                <a:avLst/>
                <a:gdLst/>
                <a:ahLst/>
                <a:cxnLst/>
                <a:rect l="l" t="t" r="r" b="b"/>
                <a:pathLst>
                  <a:path w="350" h="525" extrusionOk="0">
                    <a:moveTo>
                      <a:pt x="0" y="1"/>
                    </a:moveTo>
                    <a:lnTo>
                      <a:pt x="0" y="524"/>
                    </a:lnTo>
                    <a:lnTo>
                      <a:pt x="349" y="524"/>
                    </a:lnTo>
                    <a:lnTo>
                      <a:pt x="349" y="408"/>
                    </a:lnTo>
                    <a:lnTo>
                      <a:pt x="117" y="408"/>
                    </a:lnTo>
                    <a:lnTo>
                      <a:pt x="11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33"/>
              <p:cNvSpPr/>
              <p:nvPr/>
            </p:nvSpPr>
            <p:spPr>
              <a:xfrm>
                <a:off x="5105125" y="2344075"/>
                <a:ext cx="10200" cy="13125"/>
              </a:xfrm>
              <a:custGeom>
                <a:avLst/>
                <a:gdLst/>
                <a:ahLst/>
                <a:cxnLst/>
                <a:rect l="l" t="t" r="r" b="b"/>
                <a:pathLst>
                  <a:path w="408" h="525" extrusionOk="0">
                    <a:moveTo>
                      <a:pt x="1" y="1"/>
                    </a:moveTo>
                    <a:lnTo>
                      <a:pt x="1" y="524"/>
                    </a:lnTo>
                    <a:lnTo>
                      <a:pt x="408" y="524"/>
                    </a:lnTo>
                    <a:lnTo>
                      <a:pt x="408" y="408"/>
                    </a:lnTo>
                    <a:lnTo>
                      <a:pt x="117" y="408"/>
                    </a:lnTo>
                    <a:lnTo>
                      <a:pt x="117" y="292"/>
                    </a:lnTo>
                    <a:lnTo>
                      <a:pt x="350" y="292"/>
                    </a:lnTo>
                    <a:lnTo>
                      <a:pt x="350" y="175"/>
                    </a:lnTo>
                    <a:lnTo>
                      <a:pt x="117" y="234"/>
                    </a:lnTo>
                    <a:lnTo>
                      <a:pt x="117" y="117"/>
                    </a:lnTo>
                    <a:lnTo>
                      <a:pt x="350" y="117"/>
                    </a:lnTo>
                    <a:lnTo>
                      <a:pt x="35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33"/>
              <p:cNvSpPr/>
              <p:nvPr/>
            </p:nvSpPr>
            <p:spPr>
              <a:xfrm>
                <a:off x="5121125" y="2344075"/>
                <a:ext cx="10200" cy="13125"/>
              </a:xfrm>
              <a:custGeom>
                <a:avLst/>
                <a:gdLst/>
                <a:ahLst/>
                <a:cxnLst/>
                <a:rect l="l" t="t" r="r" b="b"/>
                <a:pathLst>
                  <a:path w="408" h="525" extrusionOk="0">
                    <a:moveTo>
                      <a:pt x="175" y="59"/>
                    </a:moveTo>
                    <a:lnTo>
                      <a:pt x="233" y="117"/>
                    </a:lnTo>
                    <a:lnTo>
                      <a:pt x="291" y="175"/>
                    </a:lnTo>
                    <a:lnTo>
                      <a:pt x="291" y="234"/>
                    </a:lnTo>
                    <a:lnTo>
                      <a:pt x="175" y="292"/>
                    </a:lnTo>
                    <a:lnTo>
                      <a:pt x="117" y="292"/>
                    </a:lnTo>
                    <a:lnTo>
                      <a:pt x="117" y="59"/>
                    </a:lnTo>
                    <a:close/>
                    <a:moveTo>
                      <a:pt x="0" y="1"/>
                    </a:moveTo>
                    <a:lnTo>
                      <a:pt x="0" y="524"/>
                    </a:lnTo>
                    <a:lnTo>
                      <a:pt x="117" y="524"/>
                    </a:lnTo>
                    <a:lnTo>
                      <a:pt x="117" y="350"/>
                    </a:lnTo>
                    <a:lnTo>
                      <a:pt x="175" y="350"/>
                    </a:lnTo>
                    <a:lnTo>
                      <a:pt x="350" y="292"/>
                    </a:lnTo>
                    <a:lnTo>
                      <a:pt x="408" y="175"/>
                    </a:lnTo>
                    <a:lnTo>
                      <a:pt x="350" y="59"/>
                    </a:lnTo>
                    <a:lnTo>
                      <a:pt x="17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33"/>
              <p:cNvSpPr/>
              <p:nvPr/>
            </p:nvSpPr>
            <p:spPr>
              <a:xfrm>
                <a:off x="5134225" y="2344075"/>
                <a:ext cx="11650" cy="13125"/>
              </a:xfrm>
              <a:custGeom>
                <a:avLst/>
                <a:gdLst/>
                <a:ahLst/>
                <a:cxnLst/>
                <a:rect l="l" t="t" r="r" b="b"/>
                <a:pathLst>
                  <a:path w="466" h="525" extrusionOk="0">
                    <a:moveTo>
                      <a:pt x="0" y="1"/>
                    </a:moveTo>
                    <a:lnTo>
                      <a:pt x="0" y="524"/>
                    </a:lnTo>
                    <a:lnTo>
                      <a:pt x="116" y="466"/>
                    </a:lnTo>
                    <a:lnTo>
                      <a:pt x="116" y="292"/>
                    </a:lnTo>
                    <a:lnTo>
                      <a:pt x="349" y="292"/>
                    </a:lnTo>
                    <a:lnTo>
                      <a:pt x="349" y="466"/>
                    </a:lnTo>
                    <a:lnTo>
                      <a:pt x="465" y="466"/>
                    </a:lnTo>
                    <a:lnTo>
                      <a:pt x="465" y="1"/>
                    </a:lnTo>
                    <a:lnTo>
                      <a:pt x="349" y="1"/>
                    </a:lnTo>
                    <a:lnTo>
                      <a:pt x="349" y="175"/>
                    </a:lnTo>
                    <a:lnTo>
                      <a:pt x="116" y="175"/>
                    </a:lnTo>
                    <a:lnTo>
                      <a:pt x="11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33"/>
              <p:cNvSpPr/>
              <p:nvPr/>
            </p:nvSpPr>
            <p:spPr>
              <a:xfrm>
                <a:off x="5147300" y="2342625"/>
                <a:ext cx="13125" cy="13125"/>
              </a:xfrm>
              <a:custGeom>
                <a:avLst/>
                <a:gdLst/>
                <a:ahLst/>
                <a:cxnLst/>
                <a:rect l="l" t="t" r="r" b="b"/>
                <a:pathLst>
                  <a:path w="525" h="525" extrusionOk="0">
                    <a:moveTo>
                      <a:pt x="292" y="117"/>
                    </a:moveTo>
                    <a:lnTo>
                      <a:pt x="408" y="175"/>
                    </a:lnTo>
                    <a:lnTo>
                      <a:pt x="408" y="292"/>
                    </a:lnTo>
                    <a:lnTo>
                      <a:pt x="408" y="408"/>
                    </a:lnTo>
                    <a:lnTo>
                      <a:pt x="292" y="466"/>
                    </a:lnTo>
                    <a:lnTo>
                      <a:pt x="175" y="408"/>
                    </a:lnTo>
                    <a:lnTo>
                      <a:pt x="117" y="292"/>
                    </a:lnTo>
                    <a:lnTo>
                      <a:pt x="175" y="175"/>
                    </a:lnTo>
                    <a:lnTo>
                      <a:pt x="292" y="117"/>
                    </a:lnTo>
                    <a:close/>
                    <a:moveTo>
                      <a:pt x="292" y="1"/>
                    </a:moveTo>
                    <a:lnTo>
                      <a:pt x="175" y="59"/>
                    </a:lnTo>
                    <a:lnTo>
                      <a:pt x="59" y="117"/>
                    </a:lnTo>
                    <a:lnTo>
                      <a:pt x="1" y="175"/>
                    </a:lnTo>
                    <a:lnTo>
                      <a:pt x="1" y="292"/>
                    </a:lnTo>
                    <a:lnTo>
                      <a:pt x="59" y="408"/>
                    </a:lnTo>
                    <a:lnTo>
                      <a:pt x="117" y="466"/>
                    </a:lnTo>
                    <a:lnTo>
                      <a:pt x="175" y="524"/>
                    </a:lnTo>
                    <a:lnTo>
                      <a:pt x="408" y="524"/>
                    </a:lnTo>
                    <a:lnTo>
                      <a:pt x="466" y="466"/>
                    </a:lnTo>
                    <a:lnTo>
                      <a:pt x="524" y="408"/>
                    </a:lnTo>
                    <a:lnTo>
                      <a:pt x="524" y="292"/>
                    </a:lnTo>
                    <a:lnTo>
                      <a:pt x="524" y="175"/>
                    </a:lnTo>
                    <a:lnTo>
                      <a:pt x="466" y="59"/>
                    </a:lnTo>
                    <a:lnTo>
                      <a:pt x="408" y="59"/>
                    </a:lnTo>
                    <a:lnTo>
                      <a:pt x="29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33"/>
              <p:cNvSpPr/>
              <p:nvPr/>
            </p:nvSpPr>
            <p:spPr>
              <a:xfrm>
                <a:off x="5163300" y="2342625"/>
                <a:ext cx="11650" cy="13125"/>
              </a:xfrm>
              <a:custGeom>
                <a:avLst/>
                <a:gdLst/>
                <a:ahLst/>
                <a:cxnLst/>
                <a:rect l="l" t="t" r="r" b="b"/>
                <a:pathLst>
                  <a:path w="466" h="525" extrusionOk="0">
                    <a:moveTo>
                      <a:pt x="1" y="1"/>
                    </a:moveTo>
                    <a:lnTo>
                      <a:pt x="1" y="524"/>
                    </a:lnTo>
                    <a:lnTo>
                      <a:pt x="117" y="524"/>
                    </a:lnTo>
                    <a:lnTo>
                      <a:pt x="117" y="233"/>
                    </a:lnTo>
                    <a:lnTo>
                      <a:pt x="350" y="524"/>
                    </a:lnTo>
                    <a:lnTo>
                      <a:pt x="466" y="524"/>
                    </a:lnTo>
                    <a:lnTo>
                      <a:pt x="408" y="1"/>
                    </a:lnTo>
                    <a:lnTo>
                      <a:pt x="350" y="1"/>
                    </a:lnTo>
                    <a:lnTo>
                      <a:pt x="350" y="350"/>
                    </a:lnTo>
                    <a:lnTo>
                      <a:pt x="5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33"/>
              <p:cNvSpPr/>
              <p:nvPr/>
            </p:nvSpPr>
            <p:spPr>
              <a:xfrm>
                <a:off x="5048400" y="2363000"/>
                <a:ext cx="157100" cy="7300"/>
              </a:xfrm>
              <a:custGeom>
                <a:avLst/>
                <a:gdLst/>
                <a:ahLst/>
                <a:cxnLst/>
                <a:rect l="l" t="t" r="r" b="b"/>
                <a:pathLst>
                  <a:path w="6284" h="292" extrusionOk="0">
                    <a:moveTo>
                      <a:pt x="1" y="291"/>
                    </a:moveTo>
                    <a:lnTo>
                      <a:pt x="6284" y="175"/>
                    </a:lnTo>
                    <a:lnTo>
                      <a:pt x="6284" y="0"/>
                    </a:lnTo>
                    <a:lnTo>
                      <a:pt x="1" y="117"/>
                    </a:lnTo>
                    <a:lnTo>
                      <a:pt x="1" y="291"/>
                    </a:lnTo>
                    <a:close/>
                  </a:path>
                </a:pathLst>
              </a:custGeom>
              <a:solidFill>
                <a:srgbClr val="000000">
                  <a:alpha val="95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33"/>
              <p:cNvSpPr/>
              <p:nvPr/>
            </p:nvSpPr>
            <p:spPr>
              <a:xfrm>
                <a:off x="5044050" y="2774575"/>
                <a:ext cx="180350" cy="7300"/>
              </a:xfrm>
              <a:custGeom>
                <a:avLst/>
                <a:gdLst/>
                <a:ahLst/>
                <a:cxnLst/>
                <a:rect l="l" t="t" r="r" b="b"/>
                <a:pathLst>
                  <a:path w="7214" h="292" extrusionOk="0">
                    <a:moveTo>
                      <a:pt x="0" y="292"/>
                    </a:moveTo>
                    <a:lnTo>
                      <a:pt x="7214" y="175"/>
                    </a:lnTo>
                    <a:lnTo>
                      <a:pt x="7214" y="1"/>
                    </a:lnTo>
                    <a:lnTo>
                      <a:pt x="0" y="117"/>
                    </a:lnTo>
                    <a:lnTo>
                      <a:pt x="0" y="292"/>
                    </a:lnTo>
                    <a:close/>
                  </a:path>
                </a:pathLst>
              </a:custGeom>
              <a:solidFill>
                <a:srgbClr val="000000">
                  <a:alpha val="95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33"/>
              <p:cNvSpPr/>
              <p:nvPr/>
            </p:nvSpPr>
            <p:spPr>
              <a:xfrm>
                <a:off x="5070225" y="2344075"/>
                <a:ext cx="11650" cy="13125"/>
              </a:xfrm>
              <a:custGeom>
                <a:avLst/>
                <a:gdLst/>
                <a:ahLst/>
                <a:cxnLst/>
                <a:rect l="l" t="t" r="r" b="b"/>
                <a:pathLst>
                  <a:path w="466" h="525" extrusionOk="0">
                    <a:moveTo>
                      <a:pt x="0" y="1"/>
                    </a:moveTo>
                    <a:lnTo>
                      <a:pt x="0" y="117"/>
                    </a:lnTo>
                    <a:lnTo>
                      <a:pt x="175" y="117"/>
                    </a:lnTo>
                    <a:lnTo>
                      <a:pt x="175" y="524"/>
                    </a:lnTo>
                    <a:lnTo>
                      <a:pt x="291" y="524"/>
                    </a:lnTo>
                    <a:lnTo>
                      <a:pt x="291" y="59"/>
                    </a:lnTo>
                    <a:lnTo>
                      <a:pt x="466" y="59"/>
                    </a:lnTo>
                    <a:lnTo>
                      <a:pt x="46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33"/>
              <p:cNvSpPr/>
              <p:nvPr/>
            </p:nvSpPr>
            <p:spPr>
              <a:xfrm>
                <a:off x="5134225" y="2342625"/>
                <a:ext cx="13100" cy="14575"/>
              </a:xfrm>
              <a:custGeom>
                <a:avLst/>
                <a:gdLst/>
                <a:ahLst/>
                <a:cxnLst/>
                <a:rect l="l" t="t" r="r" b="b"/>
                <a:pathLst>
                  <a:path w="524" h="583" extrusionOk="0">
                    <a:moveTo>
                      <a:pt x="0" y="1"/>
                    </a:moveTo>
                    <a:lnTo>
                      <a:pt x="0" y="582"/>
                    </a:lnTo>
                    <a:lnTo>
                      <a:pt x="116" y="524"/>
                    </a:lnTo>
                    <a:lnTo>
                      <a:pt x="116" y="350"/>
                    </a:lnTo>
                    <a:lnTo>
                      <a:pt x="349" y="292"/>
                    </a:lnTo>
                    <a:lnTo>
                      <a:pt x="349" y="524"/>
                    </a:lnTo>
                    <a:lnTo>
                      <a:pt x="524" y="524"/>
                    </a:lnTo>
                    <a:lnTo>
                      <a:pt x="465" y="1"/>
                    </a:lnTo>
                    <a:lnTo>
                      <a:pt x="349" y="1"/>
                    </a:lnTo>
                    <a:lnTo>
                      <a:pt x="349" y="233"/>
                    </a:lnTo>
                    <a:lnTo>
                      <a:pt x="116" y="233"/>
                    </a:lnTo>
                    <a:lnTo>
                      <a:pt x="11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88" name="Google Shape;388;p33"/>
          <p:cNvGrpSpPr/>
          <p:nvPr/>
        </p:nvGrpSpPr>
        <p:grpSpPr>
          <a:xfrm rot="-2154161">
            <a:off x="677381" y="3762422"/>
            <a:ext cx="966124" cy="871812"/>
            <a:chOff x="1843196" y="3950738"/>
            <a:chExt cx="966141" cy="871827"/>
          </a:xfrm>
        </p:grpSpPr>
        <p:sp>
          <p:nvSpPr>
            <p:cNvPr id="389" name="Google Shape;389;p33"/>
            <p:cNvSpPr/>
            <p:nvPr/>
          </p:nvSpPr>
          <p:spPr>
            <a:xfrm>
              <a:off x="1843384" y="3952509"/>
              <a:ext cx="965953" cy="868351"/>
            </a:xfrm>
            <a:custGeom>
              <a:avLst/>
              <a:gdLst/>
              <a:ahLst/>
              <a:cxnLst/>
              <a:rect l="l" t="t" r="r" b="b"/>
              <a:pathLst>
                <a:path w="16116" h="14487" extrusionOk="0">
                  <a:moveTo>
                    <a:pt x="9309" y="3433"/>
                  </a:moveTo>
                  <a:lnTo>
                    <a:pt x="9309" y="3433"/>
                  </a:lnTo>
                  <a:lnTo>
                    <a:pt x="9134" y="3375"/>
                  </a:lnTo>
                  <a:lnTo>
                    <a:pt x="9309" y="3433"/>
                  </a:lnTo>
                  <a:lnTo>
                    <a:pt x="7622" y="1"/>
                  </a:lnTo>
                  <a:lnTo>
                    <a:pt x="7331" y="874"/>
                  </a:lnTo>
                  <a:lnTo>
                    <a:pt x="6691" y="1"/>
                  </a:lnTo>
                  <a:lnTo>
                    <a:pt x="6342" y="1048"/>
                  </a:lnTo>
                  <a:lnTo>
                    <a:pt x="5469" y="350"/>
                  </a:lnTo>
                  <a:lnTo>
                    <a:pt x="5469" y="350"/>
                  </a:lnTo>
                  <a:lnTo>
                    <a:pt x="4596" y="466"/>
                  </a:lnTo>
                  <a:lnTo>
                    <a:pt x="3724" y="699"/>
                  </a:lnTo>
                  <a:lnTo>
                    <a:pt x="3666" y="990"/>
                  </a:lnTo>
                  <a:lnTo>
                    <a:pt x="3084" y="699"/>
                  </a:lnTo>
                  <a:lnTo>
                    <a:pt x="1" y="10414"/>
                  </a:lnTo>
                  <a:lnTo>
                    <a:pt x="5236" y="13032"/>
                  </a:lnTo>
                  <a:lnTo>
                    <a:pt x="5236" y="13032"/>
                  </a:lnTo>
                  <a:lnTo>
                    <a:pt x="5236" y="13032"/>
                  </a:lnTo>
                  <a:lnTo>
                    <a:pt x="5236" y="13032"/>
                  </a:lnTo>
                  <a:lnTo>
                    <a:pt x="5411" y="13207"/>
                  </a:lnTo>
                  <a:lnTo>
                    <a:pt x="5585" y="13381"/>
                  </a:lnTo>
                  <a:lnTo>
                    <a:pt x="5876" y="13556"/>
                  </a:lnTo>
                  <a:lnTo>
                    <a:pt x="6167" y="13672"/>
                  </a:lnTo>
                  <a:lnTo>
                    <a:pt x="6167" y="13672"/>
                  </a:lnTo>
                  <a:lnTo>
                    <a:pt x="6516" y="13789"/>
                  </a:lnTo>
                  <a:lnTo>
                    <a:pt x="6807" y="13789"/>
                  </a:lnTo>
                  <a:lnTo>
                    <a:pt x="7040" y="13789"/>
                  </a:lnTo>
                  <a:lnTo>
                    <a:pt x="7273" y="13672"/>
                  </a:lnTo>
                  <a:lnTo>
                    <a:pt x="13090" y="14487"/>
                  </a:lnTo>
                  <a:lnTo>
                    <a:pt x="16115" y="4771"/>
                  </a:lnTo>
                  <a:lnTo>
                    <a:pt x="15359" y="4655"/>
                  </a:lnTo>
                  <a:lnTo>
                    <a:pt x="15475" y="4364"/>
                  </a:lnTo>
                  <a:lnTo>
                    <a:pt x="15475" y="4364"/>
                  </a:lnTo>
                  <a:lnTo>
                    <a:pt x="14894" y="3666"/>
                  </a:lnTo>
                  <a:lnTo>
                    <a:pt x="14254" y="3084"/>
                  </a:lnTo>
                  <a:lnTo>
                    <a:pt x="13090" y="3142"/>
                  </a:lnTo>
                  <a:lnTo>
                    <a:pt x="13439" y="2153"/>
                  </a:lnTo>
                  <a:lnTo>
                    <a:pt x="12392" y="2444"/>
                  </a:lnTo>
                  <a:lnTo>
                    <a:pt x="12683" y="1572"/>
                  </a:lnTo>
                  <a:lnTo>
                    <a:pt x="9309" y="3433"/>
                  </a:lnTo>
                  <a:close/>
                  <a:moveTo>
                    <a:pt x="10239" y="3957"/>
                  </a:moveTo>
                  <a:lnTo>
                    <a:pt x="10239" y="3957"/>
                  </a:lnTo>
                  <a:lnTo>
                    <a:pt x="10239" y="3957"/>
                  </a:lnTo>
                  <a:lnTo>
                    <a:pt x="10239" y="3957"/>
                  </a:lnTo>
                  <a:close/>
                </a:path>
              </a:pathLst>
            </a:custGeom>
            <a:solidFill>
              <a:schemeClr val="accent4"/>
            </a:solidFill>
            <a:ln w="76200" cap="flat" cmpd="sng">
              <a:solidFill>
                <a:schemeClr val="accent4"/>
              </a:solidFill>
              <a:prstDash val="solid"/>
              <a:round/>
              <a:headEnd type="none" w="sm" len="sm"/>
              <a:tailEnd type="none" w="sm" len="sm"/>
            </a:ln>
            <a:effectLst>
              <a:outerShdw blurRad="57150" dist="19050" dir="6000000" algn="bl" rotWithShape="0">
                <a:schemeClr val="accent3">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90" name="Google Shape;390;p33"/>
            <p:cNvGrpSpPr/>
            <p:nvPr/>
          </p:nvGrpSpPr>
          <p:grpSpPr>
            <a:xfrm>
              <a:off x="1843196" y="3950738"/>
              <a:ext cx="965953" cy="871827"/>
              <a:chOff x="5080400" y="1880125"/>
              <a:chExt cx="402900" cy="363625"/>
            </a:xfrm>
          </p:grpSpPr>
          <p:sp>
            <p:nvSpPr>
              <p:cNvPr id="391" name="Google Shape;391;p33"/>
              <p:cNvSpPr/>
              <p:nvPr/>
            </p:nvSpPr>
            <p:spPr>
              <a:xfrm>
                <a:off x="5311650" y="1920850"/>
                <a:ext cx="85825" cy="149825"/>
              </a:xfrm>
              <a:custGeom>
                <a:avLst/>
                <a:gdLst/>
                <a:ahLst/>
                <a:cxnLst/>
                <a:rect l="l" t="t" r="r" b="b"/>
                <a:pathLst>
                  <a:path w="3433" h="5993" extrusionOk="0">
                    <a:moveTo>
                      <a:pt x="3433" y="1"/>
                    </a:moveTo>
                    <a:lnTo>
                      <a:pt x="59" y="1862"/>
                    </a:lnTo>
                    <a:lnTo>
                      <a:pt x="59" y="1862"/>
                    </a:lnTo>
                    <a:lnTo>
                      <a:pt x="582" y="2095"/>
                    </a:lnTo>
                    <a:lnTo>
                      <a:pt x="815" y="2211"/>
                    </a:lnTo>
                    <a:lnTo>
                      <a:pt x="989" y="2328"/>
                    </a:lnTo>
                    <a:lnTo>
                      <a:pt x="0" y="5469"/>
                    </a:lnTo>
                    <a:lnTo>
                      <a:pt x="1571" y="5993"/>
                    </a:lnTo>
                    <a:lnTo>
                      <a:pt x="343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33"/>
              <p:cNvSpPr/>
              <p:nvPr/>
            </p:nvSpPr>
            <p:spPr>
              <a:xfrm>
                <a:off x="5311650" y="1933950"/>
                <a:ext cx="104750" cy="142550"/>
              </a:xfrm>
              <a:custGeom>
                <a:avLst/>
                <a:gdLst/>
                <a:ahLst/>
                <a:cxnLst/>
                <a:rect l="l" t="t" r="r" b="b"/>
                <a:pathLst>
                  <a:path w="4190" h="5702" extrusionOk="0">
                    <a:moveTo>
                      <a:pt x="4189" y="0"/>
                    </a:moveTo>
                    <a:lnTo>
                      <a:pt x="59" y="1338"/>
                    </a:lnTo>
                    <a:lnTo>
                      <a:pt x="59" y="1338"/>
                    </a:lnTo>
                    <a:lnTo>
                      <a:pt x="582" y="1571"/>
                    </a:lnTo>
                    <a:lnTo>
                      <a:pt x="815" y="1687"/>
                    </a:lnTo>
                    <a:lnTo>
                      <a:pt x="989" y="1804"/>
                    </a:lnTo>
                    <a:lnTo>
                      <a:pt x="0" y="4945"/>
                    </a:lnTo>
                    <a:lnTo>
                      <a:pt x="2386" y="5701"/>
                    </a:lnTo>
                    <a:lnTo>
                      <a:pt x="418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33"/>
              <p:cNvSpPr/>
              <p:nvPr/>
            </p:nvSpPr>
            <p:spPr>
              <a:xfrm>
                <a:off x="5313100" y="1958675"/>
                <a:ext cx="154200" cy="30550"/>
              </a:xfrm>
              <a:custGeom>
                <a:avLst/>
                <a:gdLst/>
                <a:ahLst/>
                <a:cxnLst/>
                <a:rect l="l" t="t" r="r" b="b"/>
                <a:pathLst>
                  <a:path w="6168" h="1222" extrusionOk="0">
                    <a:moveTo>
                      <a:pt x="931" y="815"/>
                    </a:moveTo>
                    <a:lnTo>
                      <a:pt x="6167" y="1222"/>
                    </a:lnTo>
                    <a:lnTo>
                      <a:pt x="6167" y="1222"/>
                    </a:lnTo>
                    <a:lnTo>
                      <a:pt x="5586" y="582"/>
                    </a:lnTo>
                    <a:lnTo>
                      <a:pt x="4946" y="0"/>
                    </a:lnTo>
                    <a:lnTo>
                      <a:pt x="1" y="349"/>
                    </a:lnTo>
                    <a:lnTo>
                      <a:pt x="1" y="349"/>
                    </a:lnTo>
                    <a:lnTo>
                      <a:pt x="524" y="582"/>
                    </a:lnTo>
                    <a:lnTo>
                      <a:pt x="757" y="698"/>
                    </a:lnTo>
                    <a:lnTo>
                      <a:pt x="931" y="815"/>
                    </a:lnTo>
                    <a:lnTo>
                      <a:pt x="931" y="815"/>
                    </a:lnTo>
                    <a:lnTo>
                      <a:pt x="931" y="815"/>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33"/>
              <p:cNvSpPr/>
              <p:nvPr/>
            </p:nvSpPr>
            <p:spPr>
              <a:xfrm>
                <a:off x="5311650" y="1979025"/>
                <a:ext cx="155650" cy="117825"/>
              </a:xfrm>
              <a:custGeom>
                <a:avLst/>
                <a:gdLst/>
                <a:ahLst/>
                <a:cxnLst/>
                <a:rect l="l" t="t" r="r" b="b"/>
                <a:pathLst>
                  <a:path w="6226" h="4713" extrusionOk="0">
                    <a:moveTo>
                      <a:pt x="6225" y="408"/>
                    </a:moveTo>
                    <a:lnTo>
                      <a:pt x="4887" y="4713"/>
                    </a:lnTo>
                    <a:lnTo>
                      <a:pt x="0" y="3142"/>
                    </a:lnTo>
                    <a:lnTo>
                      <a:pt x="989" y="1"/>
                    </a:lnTo>
                    <a:lnTo>
                      <a:pt x="931" y="1"/>
                    </a:lnTo>
                    <a:lnTo>
                      <a:pt x="6225" y="408"/>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33"/>
              <p:cNvSpPr/>
              <p:nvPr/>
            </p:nvSpPr>
            <p:spPr>
              <a:xfrm>
                <a:off x="5286925" y="1967400"/>
                <a:ext cx="49475" cy="90200"/>
              </a:xfrm>
              <a:custGeom>
                <a:avLst/>
                <a:gdLst/>
                <a:ahLst/>
                <a:cxnLst/>
                <a:rect l="l" t="t" r="r" b="b"/>
                <a:pathLst>
                  <a:path w="1979" h="3608" extrusionOk="0">
                    <a:moveTo>
                      <a:pt x="1048" y="0"/>
                    </a:moveTo>
                    <a:lnTo>
                      <a:pt x="1048" y="0"/>
                    </a:lnTo>
                    <a:lnTo>
                      <a:pt x="1571" y="233"/>
                    </a:lnTo>
                    <a:lnTo>
                      <a:pt x="1978" y="466"/>
                    </a:lnTo>
                    <a:lnTo>
                      <a:pt x="989" y="3607"/>
                    </a:lnTo>
                    <a:lnTo>
                      <a:pt x="1" y="3316"/>
                    </a:lnTo>
                    <a:lnTo>
                      <a:pt x="104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33"/>
              <p:cNvSpPr/>
              <p:nvPr/>
            </p:nvSpPr>
            <p:spPr>
              <a:xfrm>
                <a:off x="5224375" y="1880125"/>
                <a:ext cx="88750" cy="162925"/>
              </a:xfrm>
              <a:custGeom>
                <a:avLst/>
                <a:gdLst/>
                <a:ahLst/>
                <a:cxnLst/>
                <a:rect l="l" t="t" r="r" b="b"/>
                <a:pathLst>
                  <a:path w="3550" h="6517" extrusionOk="0">
                    <a:moveTo>
                      <a:pt x="1863" y="1"/>
                    </a:moveTo>
                    <a:lnTo>
                      <a:pt x="3550" y="3491"/>
                    </a:lnTo>
                    <a:lnTo>
                      <a:pt x="3550" y="3491"/>
                    </a:lnTo>
                    <a:lnTo>
                      <a:pt x="3026" y="3375"/>
                    </a:lnTo>
                    <a:lnTo>
                      <a:pt x="2735" y="3317"/>
                    </a:lnTo>
                    <a:lnTo>
                      <a:pt x="2561" y="3375"/>
                    </a:lnTo>
                    <a:lnTo>
                      <a:pt x="1572" y="6516"/>
                    </a:lnTo>
                    <a:lnTo>
                      <a:pt x="1" y="5993"/>
                    </a:lnTo>
                    <a:lnTo>
                      <a:pt x="186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33"/>
              <p:cNvSpPr/>
              <p:nvPr/>
            </p:nvSpPr>
            <p:spPr>
              <a:xfrm>
                <a:off x="5202575" y="1881575"/>
                <a:ext cx="110550" cy="161475"/>
              </a:xfrm>
              <a:custGeom>
                <a:avLst/>
                <a:gdLst/>
                <a:ahLst/>
                <a:cxnLst/>
                <a:rect l="l" t="t" r="r" b="b"/>
                <a:pathLst>
                  <a:path w="4422" h="6459" extrusionOk="0">
                    <a:moveTo>
                      <a:pt x="1804" y="1"/>
                    </a:moveTo>
                    <a:lnTo>
                      <a:pt x="4422" y="3433"/>
                    </a:lnTo>
                    <a:lnTo>
                      <a:pt x="4422" y="3433"/>
                    </a:lnTo>
                    <a:lnTo>
                      <a:pt x="3898" y="3317"/>
                    </a:lnTo>
                    <a:lnTo>
                      <a:pt x="3607" y="3259"/>
                    </a:lnTo>
                    <a:lnTo>
                      <a:pt x="3433" y="3317"/>
                    </a:lnTo>
                    <a:lnTo>
                      <a:pt x="2444" y="6458"/>
                    </a:lnTo>
                    <a:lnTo>
                      <a:pt x="0" y="5702"/>
                    </a:lnTo>
                    <a:lnTo>
                      <a:pt x="180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33"/>
              <p:cNvSpPr/>
              <p:nvPr/>
            </p:nvSpPr>
            <p:spPr>
              <a:xfrm>
                <a:off x="5173475" y="1888850"/>
                <a:ext cx="139650" cy="78575"/>
              </a:xfrm>
              <a:custGeom>
                <a:avLst/>
                <a:gdLst/>
                <a:ahLst/>
                <a:cxnLst/>
                <a:rect l="l" t="t" r="r" b="b"/>
                <a:pathLst>
                  <a:path w="5586" h="3143" extrusionOk="0">
                    <a:moveTo>
                      <a:pt x="4597" y="3026"/>
                    </a:moveTo>
                    <a:lnTo>
                      <a:pt x="1" y="350"/>
                    </a:lnTo>
                    <a:lnTo>
                      <a:pt x="1" y="350"/>
                    </a:lnTo>
                    <a:lnTo>
                      <a:pt x="873" y="175"/>
                    </a:lnTo>
                    <a:lnTo>
                      <a:pt x="1746" y="1"/>
                    </a:lnTo>
                    <a:lnTo>
                      <a:pt x="5586" y="3142"/>
                    </a:lnTo>
                    <a:lnTo>
                      <a:pt x="5586" y="3142"/>
                    </a:lnTo>
                    <a:lnTo>
                      <a:pt x="5062" y="3026"/>
                    </a:lnTo>
                    <a:lnTo>
                      <a:pt x="4771" y="2968"/>
                    </a:lnTo>
                    <a:lnTo>
                      <a:pt x="4597" y="3026"/>
                    </a:lnTo>
                    <a:lnTo>
                      <a:pt x="4597" y="3026"/>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33"/>
              <p:cNvSpPr/>
              <p:nvPr/>
            </p:nvSpPr>
            <p:spPr>
              <a:xfrm>
                <a:off x="5140025" y="1897575"/>
                <a:ext cx="149825" cy="145475"/>
              </a:xfrm>
              <a:custGeom>
                <a:avLst/>
                <a:gdLst/>
                <a:ahLst/>
                <a:cxnLst/>
                <a:rect l="l" t="t" r="r" b="b"/>
                <a:pathLst>
                  <a:path w="5993" h="5819" extrusionOk="0">
                    <a:moveTo>
                      <a:pt x="1339" y="1"/>
                    </a:moveTo>
                    <a:lnTo>
                      <a:pt x="1" y="4248"/>
                    </a:lnTo>
                    <a:lnTo>
                      <a:pt x="4946" y="5818"/>
                    </a:lnTo>
                    <a:lnTo>
                      <a:pt x="5935" y="2677"/>
                    </a:lnTo>
                    <a:lnTo>
                      <a:pt x="5993" y="2677"/>
                    </a:lnTo>
                    <a:lnTo>
                      <a:pt x="133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33"/>
              <p:cNvSpPr/>
              <p:nvPr/>
            </p:nvSpPr>
            <p:spPr>
              <a:xfrm>
                <a:off x="5263650" y="1964475"/>
                <a:ext cx="49475" cy="85850"/>
              </a:xfrm>
              <a:custGeom>
                <a:avLst/>
                <a:gdLst/>
                <a:ahLst/>
                <a:cxnLst/>
                <a:rect l="l" t="t" r="r" b="b"/>
                <a:pathLst>
                  <a:path w="1979" h="3434" extrusionOk="0">
                    <a:moveTo>
                      <a:pt x="1979" y="117"/>
                    </a:moveTo>
                    <a:lnTo>
                      <a:pt x="1979" y="117"/>
                    </a:lnTo>
                    <a:lnTo>
                      <a:pt x="1455" y="1"/>
                    </a:lnTo>
                    <a:lnTo>
                      <a:pt x="990" y="1"/>
                    </a:lnTo>
                    <a:lnTo>
                      <a:pt x="1" y="3142"/>
                    </a:lnTo>
                    <a:lnTo>
                      <a:pt x="932" y="3433"/>
                    </a:lnTo>
                    <a:lnTo>
                      <a:pt x="1979" y="117"/>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33"/>
              <p:cNvSpPr/>
              <p:nvPr/>
            </p:nvSpPr>
            <p:spPr>
              <a:xfrm>
                <a:off x="5080400" y="1897575"/>
                <a:ext cx="208000" cy="309825"/>
              </a:xfrm>
              <a:custGeom>
                <a:avLst/>
                <a:gdLst/>
                <a:ahLst/>
                <a:cxnLst/>
                <a:rect l="l" t="t" r="r" b="b"/>
                <a:pathLst>
                  <a:path w="8320" h="12393" extrusionOk="0">
                    <a:moveTo>
                      <a:pt x="3084" y="1"/>
                    </a:moveTo>
                    <a:lnTo>
                      <a:pt x="8320" y="2677"/>
                    </a:lnTo>
                    <a:lnTo>
                      <a:pt x="5236" y="12392"/>
                    </a:lnTo>
                    <a:lnTo>
                      <a:pt x="1" y="9716"/>
                    </a:lnTo>
                    <a:lnTo>
                      <a:pt x="308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33"/>
              <p:cNvSpPr/>
              <p:nvPr/>
            </p:nvSpPr>
            <p:spPr>
              <a:xfrm>
                <a:off x="5262200" y="1980475"/>
                <a:ext cx="221100" cy="263275"/>
              </a:xfrm>
              <a:custGeom>
                <a:avLst/>
                <a:gdLst/>
                <a:ahLst/>
                <a:cxnLst/>
                <a:rect l="l" t="t" r="r" b="b"/>
                <a:pathLst>
                  <a:path w="8844" h="10531" extrusionOk="0">
                    <a:moveTo>
                      <a:pt x="8843" y="815"/>
                    </a:moveTo>
                    <a:lnTo>
                      <a:pt x="3084" y="1"/>
                    </a:lnTo>
                    <a:lnTo>
                      <a:pt x="1" y="9716"/>
                    </a:lnTo>
                    <a:lnTo>
                      <a:pt x="5818" y="10531"/>
                    </a:lnTo>
                    <a:lnTo>
                      <a:pt x="8843" y="815"/>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33"/>
              <p:cNvSpPr/>
              <p:nvPr/>
            </p:nvSpPr>
            <p:spPr>
              <a:xfrm>
                <a:off x="5211300" y="1964475"/>
                <a:ext cx="128000" cy="261825"/>
              </a:xfrm>
              <a:custGeom>
                <a:avLst/>
                <a:gdLst/>
                <a:ahLst/>
                <a:cxnLst/>
                <a:rect l="l" t="t" r="r" b="b"/>
                <a:pathLst>
                  <a:path w="5120" h="10473" extrusionOk="0">
                    <a:moveTo>
                      <a:pt x="3084" y="1"/>
                    </a:moveTo>
                    <a:lnTo>
                      <a:pt x="0" y="9716"/>
                    </a:lnTo>
                    <a:lnTo>
                      <a:pt x="0" y="9716"/>
                    </a:lnTo>
                    <a:lnTo>
                      <a:pt x="0" y="9716"/>
                    </a:lnTo>
                    <a:lnTo>
                      <a:pt x="175" y="9891"/>
                    </a:lnTo>
                    <a:lnTo>
                      <a:pt x="349" y="10065"/>
                    </a:lnTo>
                    <a:lnTo>
                      <a:pt x="640" y="10240"/>
                    </a:lnTo>
                    <a:lnTo>
                      <a:pt x="931" y="10356"/>
                    </a:lnTo>
                    <a:lnTo>
                      <a:pt x="931" y="10356"/>
                    </a:lnTo>
                    <a:lnTo>
                      <a:pt x="1280" y="10414"/>
                    </a:lnTo>
                    <a:lnTo>
                      <a:pt x="1571" y="10473"/>
                    </a:lnTo>
                    <a:lnTo>
                      <a:pt x="1804" y="10414"/>
                    </a:lnTo>
                    <a:lnTo>
                      <a:pt x="2037" y="10356"/>
                    </a:lnTo>
                    <a:lnTo>
                      <a:pt x="5120" y="641"/>
                    </a:lnTo>
                    <a:lnTo>
                      <a:pt x="5120" y="641"/>
                    </a:lnTo>
                    <a:lnTo>
                      <a:pt x="4887" y="699"/>
                    </a:lnTo>
                    <a:lnTo>
                      <a:pt x="4596" y="757"/>
                    </a:lnTo>
                    <a:lnTo>
                      <a:pt x="4305" y="699"/>
                    </a:lnTo>
                    <a:lnTo>
                      <a:pt x="3956" y="641"/>
                    </a:lnTo>
                    <a:lnTo>
                      <a:pt x="3956" y="641"/>
                    </a:lnTo>
                    <a:lnTo>
                      <a:pt x="3665" y="525"/>
                    </a:lnTo>
                    <a:lnTo>
                      <a:pt x="3375" y="350"/>
                    </a:lnTo>
                    <a:lnTo>
                      <a:pt x="3200" y="175"/>
                    </a:lnTo>
                    <a:lnTo>
                      <a:pt x="3084" y="1"/>
                    </a:lnTo>
                    <a:lnTo>
                      <a:pt x="308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33"/>
              <p:cNvSpPr/>
              <p:nvPr/>
            </p:nvSpPr>
            <p:spPr>
              <a:xfrm>
                <a:off x="5334925" y="2028475"/>
                <a:ext cx="21825" cy="27675"/>
              </a:xfrm>
              <a:custGeom>
                <a:avLst/>
                <a:gdLst/>
                <a:ahLst/>
                <a:cxnLst/>
                <a:rect l="l" t="t" r="r" b="b"/>
                <a:pathLst>
                  <a:path w="873" h="1107" extrusionOk="0">
                    <a:moveTo>
                      <a:pt x="291" y="1"/>
                    </a:moveTo>
                    <a:lnTo>
                      <a:pt x="233" y="59"/>
                    </a:lnTo>
                    <a:lnTo>
                      <a:pt x="175" y="408"/>
                    </a:lnTo>
                    <a:lnTo>
                      <a:pt x="117" y="466"/>
                    </a:lnTo>
                    <a:lnTo>
                      <a:pt x="117" y="524"/>
                    </a:lnTo>
                    <a:lnTo>
                      <a:pt x="58" y="699"/>
                    </a:lnTo>
                    <a:lnTo>
                      <a:pt x="0" y="815"/>
                    </a:lnTo>
                    <a:lnTo>
                      <a:pt x="0" y="990"/>
                    </a:lnTo>
                    <a:lnTo>
                      <a:pt x="0" y="1048"/>
                    </a:lnTo>
                    <a:lnTo>
                      <a:pt x="466" y="1106"/>
                    </a:lnTo>
                    <a:lnTo>
                      <a:pt x="524" y="1048"/>
                    </a:lnTo>
                    <a:lnTo>
                      <a:pt x="524" y="990"/>
                    </a:lnTo>
                    <a:lnTo>
                      <a:pt x="117" y="931"/>
                    </a:lnTo>
                    <a:lnTo>
                      <a:pt x="175" y="815"/>
                    </a:lnTo>
                    <a:lnTo>
                      <a:pt x="233" y="524"/>
                    </a:lnTo>
                    <a:lnTo>
                      <a:pt x="291" y="524"/>
                    </a:lnTo>
                    <a:lnTo>
                      <a:pt x="582" y="582"/>
                    </a:lnTo>
                    <a:lnTo>
                      <a:pt x="640" y="524"/>
                    </a:lnTo>
                    <a:lnTo>
                      <a:pt x="640" y="466"/>
                    </a:lnTo>
                    <a:lnTo>
                      <a:pt x="291" y="408"/>
                    </a:lnTo>
                    <a:lnTo>
                      <a:pt x="349" y="117"/>
                    </a:lnTo>
                    <a:lnTo>
                      <a:pt x="524" y="175"/>
                    </a:lnTo>
                    <a:lnTo>
                      <a:pt x="640" y="175"/>
                    </a:lnTo>
                    <a:lnTo>
                      <a:pt x="698" y="233"/>
                    </a:lnTo>
                    <a:lnTo>
                      <a:pt x="815" y="175"/>
                    </a:lnTo>
                    <a:lnTo>
                      <a:pt x="873" y="175"/>
                    </a:lnTo>
                    <a:lnTo>
                      <a:pt x="815" y="117"/>
                    </a:lnTo>
                    <a:lnTo>
                      <a:pt x="34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33"/>
              <p:cNvSpPr/>
              <p:nvPr/>
            </p:nvSpPr>
            <p:spPr>
              <a:xfrm>
                <a:off x="5352375" y="2032850"/>
                <a:ext cx="24750" cy="26200"/>
              </a:xfrm>
              <a:custGeom>
                <a:avLst/>
                <a:gdLst/>
                <a:ahLst/>
                <a:cxnLst/>
                <a:rect l="l" t="t" r="r" b="b"/>
                <a:pathLst>
                  <a:path w="990" h="1048" extrusionOk="0">
                    <a:moveTo>
                      <a:pt x="349" y="0"/>
                    </a:moveTo>
                    <a:lnTo>
                      <a:pt x="291" y="58"/>
                    </a:lnTo>
                    <a:lnTo>
                      <a:pt x="233" y="175"/>
                    </a:lnTo>
                    <a:lnTo>
                      <a:pt x="233" y="233"/>
                    </a:lnTo>
                    <a:lnTo>
                      <a:pt x="117" y="582"/>
                    </a:lnTo>
                    <a:lnTo>
                      <a:pt x="0" y="873"/>
                    </a:lnTo>
                    <a:lnTo>
                      <a:pt x="0" y="931"/>
                    </a:lnTo>
                    <a:lnTo>
                      <a:pt x="117" y="931"/>
                    </a:lnTo>
                    <a:lnTo>
                      <a:pt x="349" y="233"/>
                    </a:lnTo>
                    <a:lnTo>
                      <a:pt x="466" y="640"/>
                    </a:lnTo>
                    <a:lnTo>
                      <a:pt x="524" y="756"/>
                    </a:lnTo>
                    <a:lnTo>
                      <a:pt x="524" y="873"/>
                    </a:lnTo>
                    <a:lnTo>
                      <a:pt x="524" y="931"/>
                    </a:lnTo>
                    <a:lnTo>
                      <a:pt x="582" y="989"/>
                    </a:lnTo>
                    <a:lnTo>
                      <a:pt x="582" y="1047"/>
                    </a:lnTo>
                    <a:lnTo>
                      <a:pt x="699" y="1047"/>
                    </a:lnTo>
                    <a:lnTo>
                      <a:pt x="757" y="989"/>
                    </a:lnTo>
                    <a:lnTo>
                      <a:pt x="757" y="815"/>
                    </a:lnTo>
                    <a:lnTo>
                      <a:pt x="989" y="117"/>
                    </a:lnTo>
                    <a:lnTo>
                      <a:pt x="989" y="58"/>
                    </a:lnTo>
                    <a:lnTo>
                      <a:pt x="931" y="0"/>
                    </a:lnTo>
                    <a:lnTo>
                      <a:pt x="815" y="175"/>
                    </a:lnTo>
                    <a:lnTo>
                      <a:pt x="640" y="815"/>
                    </a:lnTo>
                    <a:lnTo>
                      <a:pt x="582" y="582"/>
                    </a:lnTo>
                    <a:lnTo>
                      <a:pt x="524" y="349"/>
                    </a:lnTo>
                    <a:lnTo>
                      <a:pt x="408" y="117"/>
                    </a:lnTo>
                    <a:lnTo>
                      <a:pt x="34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33"/>
              <p:cNvSpPr/>
              <p:nvPr/>
            </p:nvSpPr>
            <p:spPr>
              <a:xfrm>
                <a:off x="5377100" y="2035750"/>
                <a:ext cx="21850" cy="26200"/>
              </a:xfrm>
              <a:custGeom>
                <a:avLst/>
                <a:gdLst/>
                <a:ahLst/>
                <a:cxnLst/>
                <a:rect l="l" t="t" r="r" b="b"/>
                <a:pathLst>
                  <a:path w="874" h="1048" extrusionOk="0">
                    <a:moveTo>
                      <a:pt x="466" y="1"/>
                    </a:moveTo>
                    <a:lnTo>
                      <a:pt x="291" y="117"/>
                    </a:lnTo>
                    <a:lnTo>
                      <a:pt x="117" y="233"/>
                    </a:lnTo>
                    <a:lnTo>
                      <a:pt x="0" y="466"/>
                    </a:lnTo>
                    <a:lnTo>
                      <a:pt x="0" y="640"/>
                    </a:lnTo>
                    <a:lnTo>
                      <a:pt x="0" y="815"/>
                    </a:lnTo>
                    <a:lnTo>
                      <a:pt x="59" y="931"/>
                    </a:lnTo>
                    <a:lnTo>
                      <a:pt x="175" y="990"/>
                    </a:lnTo>
                    <a:lnTo>
                      <a:pt x="291" y="990"/>
                    </a:lnTo>
                    <a:lnTo>
                      <a:pt x="408" y="931"/>
                    </a:lnTo>
                    <a:lnTo>
                      <a:pt x="408" y="1048"/>
                    </a:lnTo>
                    <a:lnTo>
                      <a:pt x="524" y="1048"/>
                    </a:lnTo>
                    <a:lnTo>
                      <a:pt x="582" y="873"/>
                    </a:lnTo>
                    <a:lnTo>
                      <a:pt x="640" y="699"/>
                    </a:lnTo>
                    <a:lnTo>
                      <a:pt x="640" y="640"/>
                    </a:lnTo>
                    <a:lnTo>
                      <a:pt x="640" y="582"/>
                    </a:lnTo>
                    <a:lnTo>
                      <a:pt x="640" y="524"/>
                    </a:lnTo>
                    <a:lnTo>
                      <a:pt x="582" y="466"/>
                    </a:lnTo>
                    <a:lnTo>
                      <a:pt x="408" y="466"/>
                    </a:lnTo>
                    <a:lnTo>
                      <a:pt x="349" y="524"/>
                    </a:lnTo>
                    <a:lnTo>
                      <a:pt x="349" y="582"/>
                    </a:lnTo>
                    <a:lnTo>
                      <a:pt x="466" y="582"/>
                    </a:lnTo>
                    <a:lnTo>
                      <a:pt x="466" y="640"/>
                    </a:lnTo>
                    <a:lnTo>
                      <a:pt x="524" y="640"/>
                    </a:lnTo>
                    <a:lnTo>
                      <a:pt x="466" y="757"/>
                    </a:lnTo>
                    <a:lnTo>
                      <a:pt x="408" y="873"/>
                    </a:lnTo>
                    <a:lnTo>
                      <a:pt x="175" y="873"/>
                    </a:lnTo>
                    <a:lnTo>
                      <a:pt x="117" y="757"/>
                    </a:lnTo>
                    <a:lnTo>
                      <a:pt x="117" y="640"/>
                    </a:lnTo>
                    <a:lnTo>
                      <a:pt x="117" y="524"/>
                    </a:lnTo>
                    <a:lnTo>
                      <a:pt x="233" y="350"/>
                    </a:lnTo>
                    <a:lnTo>
                      <a:pt x="349" y="233"/>
                    </a:lnTo>
                    <a:lnTo>
                      <a:pt x="466" y="117"/>
                    </a:lnTo>
                    <a:lnTo>
                      <a:pt x="582" y="117"/>
                    </a:lnTo>
                    <a:lnTo>
                      <a:pt x="699" y="175"/>
                    </a:lnTo>
                    <a:lnTo>
                      <a:pt x="757" y="233"/>
                    </a:lnTo>
                    <a:lnTo>
                      <a:pt x="815" y="175"/>
                    </a:lnTo>
                    <a:lnTo>
                      <a:pt x="873" y="117"/>
                    </a:lnTo>
                    <a:lnTo>
                      <a:pt x="815" y="117"/>
                    </a:lnTo>
                    <a:lnTo>
                      <a:pt x="815" y="59"/>
                    </a:lnTo>
                    <a:lnTo>
                      <a:pt x="64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33"/>
              <p:cNvSpPr/>
              <p:nvPr/>
            </p:nvSpPr>
            <p:spPr>
              <a:xfrm>
                <a:off x="5393100" y="2037200"/>
                <a:ext cx="13100" cy="26200"/>
              </a:xfrm>
              <a:custGeom>
                <a:avLst/>
                <a:gdLst/>
                <a:ahLst/>
                <a:cxnLst/>
                <a:rect l="l" t="t" r="r" b="b"/>
                <a:pathLst>
                  <a:path w="524" h="1048" extrusionOk="0">
                    <a:moveTo>
                      <a:pt x="291" y="1"/>
                    </a:moveTo>
                    <a:lnTo>
                      <a:pt x="59" y="641"/>
                    </a:lnTo>
                    <a:lnTo>
                      <a:pt x="59" y="815"/>
                    </a:lnTo>
                    <a:lnTo>
                      <a:pt x="0" y="932"/>
                    </a:lnTo>
                    <a:lnTo>
                      <a:pt x="0" y="990"/>
                    </a:lnTo>
                    <a:lnTo>
                      <a:pt x="291" y="1048"/>
                    </a:lnTo>
                    <a:lnTo>
                      <a:pt x="466" y="1048"/>
                    </a:lnTo>
                    <a:lnTo>
                      <a:pt x="524" y="990"/>
                    </a:lnTo>
                    <a:lnTo>
                      <a:pt x="524" y="932"/>
                    </a:lnTo>
                    <a:lnTo>
                      <a:pt x="233" y="932"/>
                    </a:lnTo>
                    <a:lnTo>
                      <a:pt x="175" y="873"/>
                    </a:lnTo>
                    <a:lnTo>
                      <a:pt x="175" y="757"/>
                    </a:lnTo>
                    <a:lnTo>
                      <a:pt x="233" y="582"/>
                    </a:lnTo>
                    <a:lnTo>
                      <a:pt x="349" y="292"/>
                    </a:lnTo>
                    <a:lnTo>
                      <a:pt x="466" y="59"/>
                    </a:lnTo>
                    <a:lnTo>
                      <a:pt x="46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33"/>
              <p:cNvSpPr/>
              <p:nvPr/>
            </p:nvSpPr>
            <p:spPr>
              <a:xfrm>
                <a:off x="5410550" y="2040125"/>
                <a:ext cx="10200" cy="24750"/>
              </a:xfrm>
              <a:custGeom>
                <a:avLst/>
                <a:gdLst/>
                <a:ahLst/>
                <a:cxnLst/>
                <a:rect l="l" t="t" r="r" b="b"/>
                <a:pathLst>
                  <a:path w="408" h="990" extrusionOk="0">
                    <a:moveTo>
                      <a:pt x="291" y="0"/>
                    </a:moveTo>
                    <a:lnTo>
                      <a:pt x="291" y="58"/>
                    </a:lnTo>
                    <a:lnTo>
                      <a:pt x="117" y="582"/>
                    </a:lnTo>
                    <a:lnTo>
                      <a:pt x="0" y="931"/>
                    </a:lnTo>
                    <a:lnTo>
                      <a:pt x="0" y="989"/>
                    </a:lnTo>
                    <a:lnTo>
                      <a:pt x="59" y="989"/>
                    </a:lnTo>
                    <a:lnTo>
                      <a:pt x="117" y="931"/>
                    </a:lnTo>
                    <a:lnTo>
                      <a:pt x="233" y="582"/>
                    </a:lnTo>
                    <a:lnTo>
                      <a:pt x="408" y="58"/>
                    </a:lnTo>
                    <a:lnTo>
                      <a:pt x="40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33"/>
              <p:cNvSpPr/>
              <p:nvPr/>
            </p:nvSpPr>
            <p:spPr>
              <a:xfrm>
                <a:off x="5419275" y="2041575"/>
                <a:ext cx="21850" cy="24750"/>
              </a:xfrm>
              <a:custGeom>
                <a:avLst/>
                <a:gdLst/>
                <a:ahLst/>
                <a:cxnLst/>
                <a:rect l="l" t="t" r="r" b="b"/>
                <a:pathLst>
                  <a:path w="874" h="990" extrusionOk="0">
                    <a:moveTo>
                      <a:pt x="350" y="0"/>
                    </a:moveTo>
                    <a:lnTo>
                      <a:pt x="233" y="117"/>
                    </a:lnTo>
                    <a:lnTo>
                      <a:pt x="175" y="175"/>
                    </a:lnTo>
                    <a:lnTo>
                      <a:pt x="175" y="291"/>
                    </a:lnTo>
                    <a:lnTo>
                      <a:pt x="175" y="407"/>
                    </a:lnTo>
                    <a:lnTo>
                      <a:pt x="408" y="466"/>
                    </a:lnTo>
                    <a:lnTo>
                      <a:pt x="524" y="524"/>
                    </a:lnTo>
                    <a:lnTo>
                      <a:pt x="582" y="640"/>
                    </a:lnTo>
                    <a:lnTo>
                      <a:pt x="582" y="698"/>
                    </a:lnTo>
                    <a:lnTo>
                      <a:pt x="466" y="873"/>
                    </a:lnTo>
                    <a:lnTo>
                      <a:pt x="350" y="873"/>
                    </a:lnTo>
                    <a:lnTo>
                      <a:pt x="233" y="815"/>
                    </a:lnTo>
                    <a:lnTo>
                      <a:pt x="175" y="815"/>
                    </a:lnTo>
                    <a:lnTo>
                      <a:pt x="117" y="757"/>
                    </a:lnTo>
                    <a:lnTo>
                      <a:pt x="59" y="757"/>
                    </a:lnTo>
                    <a:lnTo>
                      <a:pt x="1" y="815"/>
                    </a:lnTo>
                    <a:lnTo>
                      <a:pt x="59" y="931"/>
                    </a:lnTo>
                    <a:lnTo>
                      <a:pt x="175" y="989"/>
                    </a:lnTo>
                    <a:lnTo>
                      <a:pt x="524" y="989"/>
                    </a:lnTo>
                    <a:lnTo>
                      <a:pt x="640" y="873"/>
                    </a:lnTo>
                    <a:lnTo>
                      <a:pt x="699" y="698"/>
                    </a:lnTo>
                    <a:lnTo>
                      <a:pt x="757" y="582"/>
                    </a:lnTo>
                    <a:lnTo>
                      <a:pt x="699" y="524"/>
                    </a:lnTo>
                    <a:lnTo>
                      <a:pt x="524" y="407"/>
                    </a:lnTo>
                    <a:lnTo>
                      <a:pt x="350" y="349"/>
                    </a:lnTo>
                    <a:lnTo>
                      <a:pt x="350" y="291"/>
                    </a:lnTo>
                    <a:lnTo>
                      <a:pt x="350" y="175"/>
                    </a:lnTo>
                    <a:lnTo>
                      <a:pt x="408" y="117"/>
                    </a:lnTo>
                    <a:lnTo>
                      <a:pt x="582" y="117"/>
                    </a:lnTo>
                    <a:lnTo>
                      <a:pt x="699" y="175"/>
                    </a:lnTo>
                    <a:lnTo>
                      <a:pt x="873" y="175"/>
                    </a:lnTo>
                    <a:lnTo>
                      <a:pt x="873" y="117"/>
                    </a:lnTo>
                    <a:lnTo>
                      <a:pt x="815" y="58"/>
                    </a:lnTo>
                    <a:lnTo>
                      <a:pt x="64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33"/>
              <p:cNvSpPr/>
              <p:nvPr/>
            </p:nvSpPr>
            <p:spPr>
              <a:xfrm>
                <a:off x="5438175" y="2043025"/>
                <a:ext cx="21850" cy="27650"/>
              </a:xfrm>
              <a:custGeom>
                <a:avLst/>
                <a:gdLst/>
                <a:ahLst/>
                <a:cxnLst/>
                <a:rect l="l" t="t" r="r" b="b"/>
                <a:pathLst>
                  <a:path w="874" h="1106" extrusionOk="0">
                    <a:moveTo>
                      <a:pt x="350" y="0"/>
                    </a:moveTo>
                    <a:lnTo>
                      <a:pt x="292" y="59"/>
                    </a:lnTo>
                    <a:lnTo>
                      <a:pt x="117" y="582"/>
                    </a:lnTo>
                    <a:lnTo>
                      <a:pt x="1" y="989"/>
                    </a:lnTo>
                    <a:lnTo>
                      <a:pt x="59" y="1048"/>
                    </a:lnTo>
                    <a:lnTo>
                      <a:pt x="117" y="1048"/>
                    </a:lnTo>
                    <a:lnTo>
                      <a:pt x="117" y="989"/>
                    </a:lnTo>
                    <a:lnTo>
                      <a:pt x="233" y="582"/>
                    </a:lnTo>
                    <a:lnTo>
                      <a:pt x="466" y="640"/>
                    </a:lnTo>
                    <a:lnTo>
                      <a:pt x="641" y="640"/>
                    </a:lnTo>
                    <a:lnTo>
                      <a:pt x="466" y="1048"/>
                    </a:lnTo>
                    <a:lnTo>
                      <a:pt x="524" y="1106"/>
                    </a:lnTo>
                    <a:lnTo>
                      <a:pt x="583" y="1106"/>
                    </a:lnTo>
                    <a:lnTo>
                      <a:pt x="583" y="1048"/>
                    </a:lnTo>
                    <a:lnTo>
                      <a:pt x="699" y="699"/>
                    </a:lnTo>
                    <a:lnTo>
                      <a:pt x="873" y="117"/>
                    </a:lnTo>
                    <a:lnTo>
                      <a:pt x="873" y="59"/>
                    </a:lnTo>
                    <a:lnTo>
                      <a:pt x="815" y="59"/>
                    </a:lnTo>
                    <a:lnTo>
                      <a:pt x="757" y="117"/>
                    </a:lnTo>
                    <a:lnTo>
                      <a:pt x="699" y="291"/>
                    </a:lnTo>
                    <a:lnTo>
                      <a:pt x="641" y="524"/>
                    </a:lnTo>
                    <a:lnTo>
                      <a:pt x="524" y="524"/>
                    </a:lnTo>
                    <a:lnTo>
                      <a:pt x="292" y="466"/>
                    </a:lnTo>
                    <a:lnTo>
                      <a:pt x="408" y="59"/>
                    </a:lnTo>
                    <a:lnTo>
                      <a:pt x="35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33"/>
              <p:cNvSpPr/>
              <p:nvPr/>
            </p:nvSpPr>
            <p:spPr>
              <a:xfrm>
                <a:off x="5323275" y="2070650"/>
                <a:ext cx="23300" cy="24750"/>
              </a:xfrm>
              <a:custGeom>
                <a:avLst/>
                <a:gdLst/>
                <a:ahLst/>
                <a:cxnLst/>
                <a:rect l="l" t="t" r="r" b="b"/>
                <a:pathLst>
                  <a:path w="932" h="990" extrusionOk="0">
                    <a:moveTo>
                      <a:pt x="466" y="1"/>
                    </a:moveTo>
                    <a:lnTo>
                      <a:pt x="292" y="59"/>
                    </a:lnTo>
                    <a:lnTo>
                      <a:pt x="117" y="233"/>
                    </a:lnTo>
                    <a:lnTo>
                      <a:pt x="1" y="466"/>
                    </a:lnTo>
                    <a:lnTo>
                      <a:pt x="1" y="699"/>
                    </a:lnTo>
                    <a:lnTo>
                      <a:pt x="59" y="873"/>
                    </a:lnTo>
                    <a:lnTo>
                      <a:pt x="117" y="932"/>
                    </a:lnTo>
                    <a:lnTo>
                      <a:pt x="234" y="990"/>
                    </a:lnTo>
                    <a:lnTo>
                      <a:pt x="350" y="990"/>
                    </a:lnTo>
                    <a:lnTo>
                      <a:pt x="641" y="932"/>
                    </a:lnTo>
                    <a:lnTo>
                      <a:pt x="699" y="873"/>
                    </a:lnTo>
                    <a:lnTo>
                      <a:pt x="641" y="815"/>
                    </a:lnTo>
                    <a:lnTo>
                      <a:pt x="583" y="815"/>
                    </a:lnTo>
                    <a:lnTo>
                      <a:pt x="292" y="873"/>
                    </a:lnTo>
                    <a:lnTo>
                      <a:pt x="175" y="815"/>
                    </a:lnTo>
                    <a:lnTo>
                      <a:pt x="117" y="641"/>
                    </a:lnTo>
                    <a:lnTo>
                      <a:pt x="175" y="466"/>
                    </a:lnTo>
                    <a:lnTo>
                      <a:pt x="234" y="292"/>
                    </a:lnTo>
                    <a:lnTo>
                      <a:pt x="350" y="175"/>
                    </a:lnTo>
                    <a:lnTo>
                      <a:pt x="466" y="117"/>
                    </a:lnTo>
                    <a:lnTo>
                      <a:pt x="641" y="117"/>
                    </a:lnTo>
                    <a:lnTo>
                      <a:pt x="815" y="175"/>
                    </a:lnTo>
                    <a:lnTo>
                      <a:pt x="874" y="175"/>
                    </a:lnTo>
                    <a:lnTo>
                      <a:pt x="932" y="117"/>
                    </a:lnTo>
                    <a:lnTo>
                      <a:pt x="874" y="59"/>
                    </a:lnTo>
                    <a:lnTo>
                      <a:pt x="64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33"/>
              <p:cNvSpPr/>
              <p:nvPr/>
            </p:nvSpPr>
            <p:spPr>
              <a:xfrm>
                <a:off x="5346550" y="2073575"/>
                <a:ext cx="20400" cy="24750"/>
              </a:xfrm>
              <a:custGeom>
                <a:avLst/>
                <a:gdLst/>
                <a:ahLst/>
                <a:cxnLst/>
                <a:rect l="l" t="t" r="r" b="b"/>
                <a:pathLst>
                  <a:path w="816" h="990" extrusionOk="0">
                    <a:moveTo>
                      <a:pt x="641" y="116"/>
                    </a:moveTo>
                    <a:lnTo>
                      <a:pt x="699" y="233"/>
                    </a:lnTo>
                    <a:lnTo>
                      <a:pt x="641" y="466"/>
                    </a:lnTo>
                    <a:lnTo>
                      <a:pt x="582" y="698"/>
                    </a:lnTo>
                    <a:lnTo>
                      <a:pt x="466" y="815"/>
                    </a:lnTo>
                    <a:lnTo>
                      <a:pt x="292" y="873"/>
                    </a:lnTo>
                    <a:lnTo>
                      <a:pt x="175" y="815"/>
                    </a:lnTo>
                    <a:lnTo>
                      <a:pt x="117" y="698"/>
                    </a:lnTo>
                    <a:lnTo>
                      <a:pt x="117" y="582"/>
                    </a:lnTo>
                    <a:lnTo>
                      <a:pt x="175" y="407"/>
                    </a:lnTo>
                    <a:lnTo>
                      <a:pt x="233" y="233"/>
                    </a:lnTo>
                    <a:lnTo>
                      <a:pt x="350" y="116"/>
                    </a:lnTo>
                    <a:close/>
                    <a:moveTo>
                      <a:pt x="408" y="0"/>
                    </a:moveTo>
                    <a:lnTo>
                      <a:pt x="233" y="58"/>
                    </a:lnTo>
                    <a:lnTo>
                      <a:pt x="117" y="175"/>
                    </a:lnTo>
                    <a:lnTo>
                      <a:pt x="1" y="407"/>
                    </a:lnTo>
                    <a:lnTo>
                      <a:pt x="1" y="640"/>
                    </a:lnTo>
                    <a:lnTo>
                      <a:pt x="1" y="873"/>
                    </a:lnTo>
                    <a:lnTo>
                      <a:pt x="117" y="931"/>
                    </a:lnTo>
                    <a:lnTo>
                      <a:pt x="233" y="989"/>
                    </a:lnTo>
                    <a:lnTo>
                      <a:pt x="350" y="989"/>
                    </a:lnTo>
                    <a:lnTo>
                      <a:pt x="466" y="931"/>
                    </a:lnTo>
                    <a:lnTo>
                      <a:pt x="641" y="756"/>
                    </a:lnTo>
                    <a:lnTo>
                      <a:pt x="815" y="524"/>
                    </a:lnTo>
                    <a:lnTo>
                      <a:pt x="815" y="233"/>
                    </a:lnTo>
                    <a:lnTo>
                      <a:pt x="757" y="58"/>
                    </a:lnTo>
                    <a:lnTo>
                      <a:pt x="69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33"/>
              <p:cNvSpPr/>
              <p:nvPr/>
            </p:nvSpPr>
            <p:spPr>
              <a:xfrm>
                <a:off x="5368375" y="2075025"/>
                <a:ext cx="23300" cy="26200"/>
              </a:xfrm>
              <a:custGeom>
                <a:avLst/>
                <a:gdLst/>
                <a:ahLst/>
                <a:cxnLst/>
                <a:rect l="l" t="t" r="r" b="b"/>
                <a:pathLst>
                  <a:path w="932" h="1048" extrusionOk="0">
                    <a:moveTo>
                      <a:pt x="233" y="0"/>
                    </a:moveTo>
                    <a:lnTo>
                      <a:pt x="175" y="58"/>
                    </a:lnTo>
                    <a:lnTo>
                      <a:pt x="59" y="408"/>
                    </a:lnTo>
                    <a:lnTo>
                      <a:pt x="0" y="582"/>
                    </a:lnTo>
                    <a:lnTo>
                      <a:pt x="0" y="757"/>
                    </a:lnTo>
                    <a:lnTo>
                      <a:pt x="117" y="989"/>
                    </a:lnTo>
                    <a:lnTo>
                      <a:pt x="291" y="1047"/>
                    </a:lnTo>
                    <a:lnTo>
                      <a:pt x="466" y="1047"/>
                    </a:lnTo>
                    <a:lnTo>
                      <a:pt x="640" y="931"/>
                    </a:lnTo>
                    <a:lnTo>
                      <a:pt x="698" y="815"/>
                    </a:lnTo>
                    <a:lnTo>
                      <a:pt x="757" y="757"/>
                    </a:lnTo>
                    <a:lnTo>
                      <a:pt x="757" y="698"/>
                    </a:lnTo>
                    <a:lnTo>
                      <a:pt x="815" y="524"/>
                    </a:lnTo>
                    <a:lnTo>
                      <a:pt x="873" y="408"/>
                    </a:lnTo>
                    <a:lnTo>
                      <a:pt x="931" y="117"/>
                    </a:lnTo>
                    <a:lnTo>
                      <a:pt x="873" y="58"/>
                    </a:lnTo>
                    <a:lnTo>
                      <a:pt x="815" y="117"/>
                    </a:lnTo>
                    <a:lnTo>
                      <a:pt x="815" y="175"/>
                    </a:lnTo>
                    <a:lnTo>
                      <a:pt x="757" y="408"/>
                    </a:lnTo>
                    <a:lnTo>
                      <a:pt x="698" y="640"/>
                    </a:lnTo>
                    <a:lnTo>
                      <a:pt x="640" y="640"/>
                    </a:lnTo>
                    <a:lnTo>
                      <a:pt x="582" y="815"/>
                    </a:lnTo>
                    <a:lnTo>
                      <a:pt x="466" y="931"/>
                    </a:lnTo>
                    <a:lnTo>
                      <a:pt x="349" y="931"/>
                    </a:lnTo>
                    <a:lnTo>
                      <a:pt x="233" y="873"/>
                    </a:lnTo>
                    <a:lnTo>
                      <a:pt x="175" y="698"/>
                    </a:lnTo>
                    <a:lnTo>
                      <a:pt x="175" y="582"/>
                    </a:lnTo>
                    <a:lnTo>
                      <a:pt x="175" y="408"/>
                    </a:lnTo>
                    <a:lnTo>
                      <a:pt x="349" y="58"/>
                    </a:lnTo>
                    <a:lnTo>
                      <a:pt x="29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33"/>
              <p:cNvSpPr/>
              <p:nvPr/>
            </p:nvSpPr>
            <p:spPr>
              <a:xfrm>
                <a:off x="5388725" y="2079375"/>
                <a:ext cx="21850" cy="26200"/>
              </a:xfrm>
              <a:custGeom>
                <a:avLst/>
                <a:gdLst/>
                <a:ahLst/>
                <a:cxnLst/>
                <a:rect l="l" t="t" r="r" b="b"/>
                <a:pathLst>
                  <a:path w="874" h="1048" extrusionOk="0">
                    <a:moveTo>
                      <a:pt x="524" y="117"/>
                    </a:moveTo>
                    <a:lnTo>
                      <a:pt x="699" y="175"/>
                    </a:lnTo>
                    <a:lnTo>
                      <a:pt x="699" y="234"/>
                    </a:lnTo>
                    <a:lnTo>
                      <a:pt x="699" y="292"/>
                    </a:lnTo>
                    <a:lnTo>
                      <a:pt x="641" y="350"/>
                    </a:lnTo>
                    <a:lnTo>
                      <a:pt x="524" y="408"/>
                    </a:lnTo>
                    <a:lnTo>
                      <a:pt x="234" y="466"/>
                    </a:lnTo>
                    <a:lnTo>
                      <a:pt x="350" y="117"/>
                    </a:lnTo>
                    <a:close/>
                    <a:moveTo>
                      <a:pt x="408" y="1"/>
                    </a:moveTo>
                    <a:lnTo>
                      <a:pt x="292" y="59"/>
                    </a:lnTo>
                    <a:lnTo>
                      <a:pt x="234" y="117"/>
                    </a:lnTo>
                    <a:lnTo>
                      <a:pt x="117" y="524"/>
                    </a:lnTo>
                    <a:lnTo>
                      <a:pt x="1" y="932"/>
                    </a:lnTo>
                    <a:lnTo>
                      <a:pt x="1" y="990"/>
                    </a:lnTo>
                    <a:lnTo>
                      <a:pt x="59" y="990"/>
                    </a:lnTo>
                    <a:lnTo>
                      <a:pt x="117" y="932"/>
                    </a:lnTo>
                    <a:lnTo>
                      <a:pt x="175" y="641"/>
                    </a:lnTo>
                    <a:lnTo>
                      <a:pt x="408" y="815"/>
                    </a:lnTo>
                    <a:lnTo>
                      <a:pt x="466" y="990"/>
                    </a:lnTo>
                    <a:lnTo>
                      <a:pt x="524" y="1048"/>
                    </a:lnTo>
                    <a:lnTo>
                      <a:pt x="583" y="1048"/>
                    </a:lnTo>
                    <a:lnTo>
                      <a:pt x="583" y="990"/>
                    </a:lnTo>
                    <a:lnTo>
                      <a:pt x="583" y="932"/>
                    </a:lnTo>
                    <a:lnTo>
                      <a:pt x="524" y="815"/>
                    </a:lnTo>
                    <a:lnTo>
                      <a:pt x="350" y="524"/>
                    </a:lnTo>
                    <a:lnTo>
                      <a:pt x="524" y="466"/>
                    </a:lnTo>
                    <a:lnTo>
                      <a:pt x="757" y="408"/>
                    </a:lnTo>
                    <a:lnTo>
                      <a:pt x="873" y="234"/>
                    </a:lnTo>
                    <a:lnTo>
                      <a:pt x="815" y="117"/>
                    </a:lnTo>
                    <a:lnTo>
                      <a:pt x="75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33"/>
              <p:cNvSpPr/>
              <p:nvPr/>
            </p:nvSpPr>
            <p:spPr>
              <a:xfrm>
                <a:off x="5407650" y="2080850"/>
                <a:ext cx="21825" cy="26200"/>
              </a:xfrm>
              <a:custGeom>
                <a:avLst/>
                <a:gdLst/>
                <a:ahLst/>
                <a:cxnLst/>
                <a:rect l="l" t="t" r="r" b="b"/>
                <a:pathLst>
                  <a:path w="873" h="1048" extrusionOk="0">
                    <a:moveTo>
                      <a:pt x="466" y="0"/>
                    </a:moveTo>
                    <a:lnTo>
                      <a:pt x="349" y="58"/>
                    </a:lnTo>
                    <a:lnTo>
                      <a:pt x="233" y="116"/>
                    </a:lnTo>
                    <a:lnTo>
                      <a:pt x="175" y="233"/>
                    </a:lnTo>
                    <a:lnTo>
                      <a:pt x="175" y="349"/>
                    </a:lnTo>
                    <a:lnTo>
                      <a:pt x="233" y="407"/>
                    </a:lnTo>
                    <a:lnTo>
                      <a:pt x="407" y="524"/>
                    </a:lnTo>
                    <a:lnTo>
                      <a:pt x="524" y="582"/>
                    </a:lnTo>
                    <a:lnTo>
                      <a:pt x="582" y="640"/>
                    </a:lnTo>
                    <a:lnTo>
                      <a:pt x="582" y="756"/>
                    </a:lnTo>
                    <a:lnTo>
                      <a:pt x="466" y="873"/>
                    </a:lnTo>
                    <a:lnTo>
                      <a:pt x="349" y="931"/>
                    </a:lnTo>
                    <a:lnTo>
                      <a:pt x="233" y="873"/>
                    </a:lnTo>
                    <a:lnTo>
                      <a:pt x="175" y="814"/>
                    </a:lnTo>
                    <a:lnTo>
                      <a:pt x="0" y="814"/>
                    </a:lnTo>
                    <a:lnTo>
                      <a:pt x="0" y="873"/>
                    </a:lnTo>
                    <a:lnTo>
                      <a:pt x="58" y="931"/>
                    </a:lnTo>
                    <a:lnTo>
                      <a:pt x="175" y="1047"/>
                    </a:lnTo>
                    <a:lnTo>
                      <a:pt x="524" y="1047"/>
                    </a:lnTo>
                    <a:lnTo>
                      <a:pt x="640" y="931"/>
                    </a:lnTo>
                    <a:lnTo>
                      <a:pt x="698" y="756"/>
                    </a:lnTo>
                    <a:lnTo>
                      <a:pt x="756" y="640"/>
                    </a:lnTo>
                    <a:lnTo>
                      <a:pt x="698" y="524"/>
                    </a:lnTo>
                    <a:lnTo>
                      <a:pt x="524" y="465"/>
                    </a:lnTo>
                    <a:lnTo>
                      <a:pt x="407" y="349"/>
                    </a:lnTo>
                    <a:lnTo>
                      <a:pt x="349" y="291"/>
                    </a:lnTo>
                    <a:lnTo>
                      <a:pt x="349" y="233"/>
                    </a:lnTo>
                    <a:lnTo>
                      <a:pt x="407" y="175"/>
                    </a:lnTo>
                    <a:lnTo>
                      <a:pt x="582" y="116"/>
                    </a:lnTo>
                    <a:lnTo>
                      <a:pt x="698" y="175"/>
                    </a:lnTo>
                    <a:lnTo>
                      <a:pt x="815" y="233"/>
                    </a:lnTo>
                    <a:lnTo>
                      <a:pt x="873" y="175"/>
                    </a:lnTo>
                    <a:lnTo>
                      <a:pt x="873" y="116"/>
                    </a:lnTo>
                    <a:lnTo>
                      <a:pt x="815" y="116"/>
                    </a:lnTo>
                    <a:lnTo>
                      <a:pt x="640" y="58"/>
                    </a:lnTo>
                    <a:lnTo>
                      <a:pt x="46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33"/>
              <p:cNvSpPr/>
              <p:nvPr/>
            </p:nvSpPr>
            <p:spPr>
              <a:xfrm>
                <a:off x="5426550" y="2083750"/>
                <a:ext cx="21850" cy="26200"/>
              </a:xfrm>
              <a:custGeom>
                <a:avLst/>
                <a:gdLst/>
                <a:ahLst/>
                <a:cxnLst/>
                <a:rect l="l" t="t" r="r" b="b"/>
                <a:pathLst>
                  <a:path w="874" h="1048" extrusionOk="0">
                    <a:moveTo>
                      <a:pt x="291" y="0"/>
                    </a:moveTo>
                    <a:lnTo>
                      <a:pt x="291" y="59"/>
                    </a:lnTo>
                    <a:lnTo>
                      <a:pt x="175" y="349"/>
                    </a:lnTo>
                    <a:lnTo>
                      <a:pt x="117" y="408"/>
                    </a:lnTo>
                    <a:lnTo>
                      <a:pt x="117" y="466"/>
                    </a:lnTo>
                    <a:lnTo>
                      <a:pt x="59" y="698"/>
                    </a:lnTo>
                    <a:lnTo>
                      <a:pt x="59" y="815"/>
                    </a:lnTo>
                    <a:lnTo>
                      <a:pt x="0" y="931"/>
                    </a:lnTo>
                    <a:lnTo>
                      <a:pt x="0" y="989"/>
                    </a:lnTo>
                    <a:lnTo>
                      <a:pt x="59" y="989"/>
                    </a:lnTo>
                    <a:lnTo>
                      <a:pt x="466" y="1048"/>
                    </a:lnTo>
                    <a:lnTo>
                      <a:pt x="524" y="1048"/>
                    </a:lnTo>
                    <a:lnTo>
                      <a:pt x="582" y="989"/>
                    </a:lnTo>
                    <a:lnTo>
                      <a:pt x="524" y="931"/>
                    </a:lnTo>
                    <a:lnTo>
                      <a:pt x="117" y="873"/>
                    </a:lnTo>
                    <a:lnTo>
                      <a:pt x="175" y="757"/>
                    </a:lnTo>
                    <a:lnTo>
                      <a:pt x="291" y="524"/>
                    </a:lnTo>
                    <a:lnTo>
                      <a:pt x="640" y="524"/>
                    </a:lnTo>
                    <a:lnTo>
                      <a:pt x="698" y="466"/>
                    </a:lnTo>
                    <a:lnTo>
                      <a:pt x="640" y="408"/>
                    </a:lnTo>
                    <a:lnTo>
                      <a:pt x="291" y="408"/>
                    </a:lnTo>
                    <a:lnTo>
                      <a:pt x="349" y="117"/>
                    </a:lnTo>
                    <a:lnTo>
                      <a:pt x="524" y="175"/>
                    </a:lnTo>
                    <a:lnTo>
                      <a:pt x="815" y="175"/>
                    </a:lnTo>
                    <a:lnTo>
                      <a:pt x="873" y="117"/>
                    </a:lnTo>
                    <a:lnTo>
                      <a:pt x="873" y="59"/>
                    </a:lnTo>
                    <a:lnTo>
                      <a:pt x="34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33"/>
              <p:cNvSpPr/>
              <p:nvPr/>
            </p:nvSpPr>
            <p:spPr>
              <a:xfrm>
                <a:off x="5288375" y="2114300"/>
                <a:ext cx="144025" cy="97450"/>
              </a:xfrm>
              <a:custGeom>
                <a:avLst/>
                <a:gdLst/>
                <a:ahLst/>
                <a:cxnLst/>
                <a:rect l="l" t="t" r="r" b="b"/>
                <a:pathLst>
                  <a:path w="5761" h="3898" extrusionOk="0">
                    <a:moveTo>
                      <a:pt x="1048" y="0"/>
                    </a:moveTo>
                    <a:lnTo>
                      <a:pt x="5760" y="640"/>
                    </a:lnTo>
                    <a:lnTo>
                      <a:pt x="4771" y="3898"/>
                    </a:lnTo>
                    <a:lnTo>
                      <a:pt x="1" y="3258"/>
                    </a:lnTo>
                    <a:lnTo>
                      <a:pt x="1048" y="0"/>
                    </a:lnTo>
                    <a:close/>
                  </a:path>
                </a:pathLst>
              </a:custGeom>
              <a:solidFill>
                <a:srgbClr val="0036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33"/>
              <p:cNvSpPr/>
              <p:nvPr/>
            </p:nvSpPr>
            <p:spPr>
              <a:xfrm>
                <a:off x="5288375" y="2114300"/>
                <a:ext cx="144025" cy="97450"/>
              </a:xfrm>
              <a:custGeom>
                <a:avLst/>
                <a:gdLst/>
                <a:ahLst/>
                <a:cxnLst/>
                <a:rect l="l" t="t" r="r" b="b"/>
                <a:pathLst>
                  <a:path w="5761" h="3898" extrusionOk="0">
                    <a:moveTo>
                      <a:pt x="931" y="291"/>
                    </a:moveTo>
                    <a:lnTo>
                      <a:pt x="2386" y="1862"/>
                    </a:lnTo>
                    <a:lnTo>
                      <a:pt x="117" y="2909"/>
                    </a:lnTo>
                    <a:lnTo>
                      <a:pt x="1" y="3258"/>
                    </a:lnTo>
                    <a:lnTo>
                      <a:pt x="466" y="3316"/>
                    </a:lnTo>
                    <a:lnTo>
                      <a:pt x="2793" y="2269"/>
                    </a:lnTo>
                    <a:lnTo>
                      <a:pt x="4248" y="3840"/>
                    </a:lnTo>
                    <a:lnTo>
                      <a:pt x="4771" y="3898"/>
                    </a:lnTo>
                    <a:lnTo>
                      <a:pt x="4829" y="3607"/>
                    </a:lnTo>
                    <a:lnTo>
                      <a:pt x="3375" y="2036"/>
                    </a:lnTo>
                    <a:lnTo>
                      <a:pt x="5644" y="989"/>
                    </a:lnTo>
                    <a:lnTo>
                      <a:pt x="5760" y="640"/>
                    </a:lnTo>
                    <a:lnTo>
                      <a:pt x="5295" y="582"/>
                    </a:lnTo>
                    <a:lnTo>
                      <a:pt x="2968" y="1629"/>
                    </a:lnTo>
                    <a:lnTo>
                      <a:pt x="1513" y="58"/>
                    </a:lnTo>
                    <a:lnTo>
                      <a:pt x="1048" y="0"/>
                    </a:lnTo>
                    <a:lnTo>
                      <a:pt x="931" y="29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33"/>
              <p:cNvSpPr/>
              <p:nvPr/>
            </p:nvSpPr>
            <p:spPr>
              <a:xfrm>
                <a:off x="5288375" y="2163750"/>
                <a:ext cx="72750" cy="33475"/>
              </a:xfrm>
              <a:custGeom>
                <a:avLst/>
                <a:gdLst/>
                <a:ahLst/>
                <a:cxnLst/>
                <a:rect l="l" t="t" r="r" b="b"/>
                <a:pathLst>
                  <a:path w="2910" h="1339" extrusionOk="0">
                    <a:moveTo>
                      <a:pt x="1" y="1280"/>
                    </a:moveTo>
                    <a:lnTo>
                      <a:pt x="2909" y="0"/>
                    </a:lnTo>
                    <a:lnTo>
                      <a:pt x="2851" y="175"/>
                    </a:lnTo>
                    <a:lnTo>
                      <a:pt x="292" y="1338"/>
                    </a:lnTo>
                    <a:lnTo>
                      <a:pt x="1" y="1280"/>
                    </a:lnTo>
                    <a:close/>
                  </a:path>
                </a:pathLst>
              </a:custGeom>
              <a:solidFill>
                <a:srgbClr val="FF01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33"/>
              <p:cNvSpPr/>
              <p:nvPr/>
            </p:nvSpPr>
            <p:spPr>
              <a:xfrm>
                <a:off x="5361100" y="2160825"/>
                <a:ext cx="48025" cy="50925"/>
              </a:xfrm>
              <a:custGeom>
                <a:avLst/>
                <a:gdLst/>
                <a:ahLst/>
                <a:cxnLst/>
                <a:rect l="l" t="t" r="r" b="b"/>
                <a:pathLst>
                  <a:path w="1921" h="2037" extrusionOk="0">
                    <a:moveTo>
                      <a:pt x="1862" y="2037"/>
                    </a:moveTo>
                    <a:lnTo>
                      <a:pt x="0" y="59"/>
                    </a:lnTo>
                    <a:lnTo>
                      <a:pt x="175" y="1"/>
                    </a:lnTo>
                    <a:lnTo>
                      <a:pt x="1920" y="1862"/>
                    </a:lnTo>
                    <a:lnTo>
                      <a:pt x="1862" y="2037"/>
                    </a:lnTo>
                    <a:close/>
                  </a:path>
                </a:pathLst>
              </a:custGeom>
              <a:solidFill>
                <a:srgbClr val="FF01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33"/>
              <p:cNvSpPr/>
              <p:nvPr/>
            </p:nvSpPr>
            <p:spPr>
              <a:xfrm>
                <a:off x="5313100" y="2114300"/>
                <a:ext cx="48025" cy="50925"/>
              </a:xfrm>
              <a:custGeom>
                <a:avLst/>
                <a:gdLst/>
                <a:ahLst/>
                <a:cxnLst/>
                <a:rect l="l" t="t" r="r" b="b"/>
                <a:pathLst>
                  <a:path w="1921" h="2037" extrusionOk="0">
                    <a:moveTo>
                      <a:pt x="59" y="0"/>
                    </a:moveTo>
                    <a:lnTo>
                      <a:pt x="1920" y="1920"/>
                    </a:lnTo>
                    <a:lnTo>
                      <a:pt x="1746" y="2036"/>
                    </a:lnTo>
                    <a:lnTo>
                      <a:pt x="1" y="175"/>
                    </a:lnTo>
                    <a:lnTo>
                      <a:pt x="59" y="0"/>
                    </a:lnTo>
                    <a:close/>
                  </a:path>
                </a:pathLst>
              </a:custGeom>
              <a:solidFill>
                <a:srgbClr val="FF01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33"/>
              <p:cNvSpPr/>
              <p:nvPr/>
            </p:nvSpPr>
            <p:spPr>
              <a:xfrm>
                <a:off x="5361100" y="2128825"/>
                <a:ext cx="71300" cy="33475"/>
              </a:xfrm>
              <a:custGeom>
                <a:avLst/>
                <a:gdLst/>
                <a:ahLst/>
                <a:cxnLst/>
                <a:rect l="l" t="t" r="r" b="b"/>
                <a:pathLst>
                  <a:path w="2852" h="1339" extrusionOk="0">
                    <a:moveTo>
                      <a:pt x="2851" y="59"/>
                    </a:moveTo>
                    <a:lnTo>
                      <a:pt x="0" y="1339"/>
                    </a:lnTo>
                    <a:lnTo>
                      <a:pt x="59" y="1164"/>
                    </a:lnTo>
                    <a:lnTo>
                      <a:pt x="2560" y="1"/>
                    </a:lnTo>
                    <a:lnTo>
                      <a:pt x="2851" y="59"/>
                    </a:lnTo>
                    <a:close/>
                  </a:path>
                </a:pathLst>
              </a:custGeom>
              <a:solidFill>
                <a:srgbClr val="FF01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33"/>
              <p:cNvSpPr/>
              <p:nvPr/>
            </p:nvSpPr>
            <p:spPr>
              <a:xfrm>
                <a:off x="5297100" y="2120100"/>
                <a:ext cx="126575" cy="85850"/>
              </a:xfrm>
              <a:custGeom>
                <a:avLst/>
                <a:gdLst/>
                <a:ahLst/>
                <a:cxnLst/>
                <a:rect l="l" t="t" r="r" b="b"/>
                <a:pathLst>
                  <a:path w="5063" h="3434" extrusionOk="0">
                    <a:moveTo>
                      <a:pt x="2560" y="1"/>
                    </a:moveTo>
                    <a:lnTo>
                      <a:pt x="3549" y="175"/>
                    </a:lnTo>
                    <a:lnTo>
                      <a:pt x="3200" y="1281"/>
                    </a:lnTo>
                    <a:lnTo>
                      <a:pt x="5062" y="1513"/>
                    </a:lnTo>
                    <a:lnTo>
                      <a:pt x="4771" y="2561"/>
                    </a:lnTo>
                    <a:lnTo>
                      <a:pt x="2851" y="2328"/>
                    </a:lnTo>
                    <a:lnTo>
                      <a:pt x="2502" y="3433"/>
                    </a:lnTo>
                    <a:lnTo>
                      <a:pt x="1571" y="3259"/>
                    </a:lnTo>
                    <a:lnTo>
                      <a:pt x="1921" y="2153"/>
                    </a:lnTo>
                    <a:lnTo>
                      <a:pt x="1" y="1921"/>
                    </a:lnTo>
                    <a:lnTo>
                      <a:pt x="350" y="873"/>
                    </a:lnTo>
                    <a:lnTo>
                      <a:pt x="2211" y="1106"/>
                    </a:lnTo>
                    <a:lnTo>
                      <a:pt x="256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33"/>
              <p:cNvSpPr/>
              <p:nvPr/>
            </p:nvSpPr>
            <p:spPr>
              <a:xfrm>
                <a:off x="5298550" y="2121550"/>
                <a:ext cx="123650" cy="82925"/>
              </a:xfrm>
              <a:custGeom>
                <a:avLst/>
                <a:gdLst/>
                <a:ahLst/>
                <a:cxnLst/>
                <a:rect l="l" t="t" r="r" b="b"/>
                <a:pathLst>
                  <a:path w="4946" h="3317" extrusionOk="0">
                    <a:moveTo>
                      <a:pt x="4946" y="1688"/>
                    </a:moveTo>
                    <a:lnTo>
                      <a:pt x="4771" y="2328"/>
                    </a:lnTo>
                    <a:lnTo>
                      <a:pt x="2677" y="2037"/>
                    </a:lnTo>
                    <a:lnTo>
                      <a:pt x="2270" y="3317"/>
                    </a:lnTo>
                    <a:lnTo>
                      <a:pt x="1688" y="3259"/>
                    </a:lnTo>
                    <a:lnTo>
                      <a:pt x="2095" y="1921"/>
                    </a:lnTo>
                    <a:lnTo>
                      <a:pt x="1" y="1630"/>
                    </a:lnTo>
                    <a:lnTo>
                      <a:pt x="234" y="990"/>
                    </a:lnTo>
                    <a:lnTo>
                      <a:pt x="2270" y="1281"/>
                    </a:lnTo>
                    <a:lnTo>
                      <a:pt x="2735" y="1"/>
                    </a:lnTo>
                    <a:lnTo>
                      <a:pt x="3259" y="59"/>
                    </a:lnTo>
                    <a:lnTo>
                      <a:pt x="2852" y="1397"/>
                    </a:lnTo>
                    <a:lnTo>
                      <a:pt x="4946" y="1688"/>
                    </a:lnTo>
                    <a:close/>
                  </a:path>
                </a:pathLst>
              </a:custGeom>
              <a:solidFill>
                <a:srgbClr val="FF01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33"/>
              <p:cNvSpPr/>
              <p:nvPr/>
            </p:nvSpPr>
            <p:spPr>
              <a:xfrm>
                <a:off x="5334925" y="2028475"/>
                <a:ext cx="21825" cy="27675"/>
              </a:xfrm>
              <a:custGeom>
                <a:avLst/>
                <a:gdLst/>
                <a:ahLst/>
                <a:cxnLst/>
                <a:rect l="l" t="t" r="r" b="b"/>
                <a:pathLst>
                  <a:path w="873" h="1107" extrusionOk="0">
                    <a:moveTo>
                      <a:pt x="349" y="1"/>
                    </a:moveTo>
                    <a:lnTo>
                      <a:pt x="291" y="59"/>
                    </a:lnTo>
                    <a:lnTo>
                      <a:pt x="233" y="59"/>
                    </a:lnTo>
                    <a:lnTo>
                      <a:pt x="175" y="408"/>
                    </a:lnTo>
                    <a:lnTo>
                      <a:pt x="117" y="466"/>
                    </a:lnTo>
                    <a:lnTo>
                      <a:pt x="117" y="524"/>
                    </a:lnTo>
                    <a:lnTo>
                      <a:pt x="58" y="699"/>
                    </a:lnTo>
                    <a:lnTo>
                      <a:pt x="0" y="815"/>
                    </a:lnTo>
                    <a:lnTo>
                      <a:pt x="0" y="990"/>
                    </a:lnTo>
                    <a:lnTo>
                      <a:pt x="0" y="1048"/>
                    </a:lnTo>
                    <a:lnTo>
                      <a:pt x="466" y="1106"/>
                    </a:lnTo>
                    <a:lnTo>
                      <a:pt x="524" y="1048"/>
                    </a:lnTo>
                    <a:lnTo>
                      <a:pt x="524" y="990"/>
                    </a:lnTo>
                    <a:lnTo>
                      <a:pt x="117" y="931"/>
                    </a:lnTo>
                    <a:lnTo>
                      <a:pt x="175" y="815"/>
                    </a:lnTo>
                    <a:lnTo>
                      <a:pt x="233" y="524"/>
                    </a:lnTo>
                    <a:lnTo>
                      <a:pt x="291" y="524"/>
                    </a:lnTo>
                    <a:lnTo>
                      <a:pt x="582" y="582"/>
                    </a:lnTo>
                    <a:lnTo>
                      <a:pt x="640" y="524"/>
                    </a:lnTo>
                    <a:lnTo>
                      <a:pt x="640" y="466"/>
                    </a:lnTo>
                    <a:lnTo>
                      <a:pt x="291" y="408"/>
                    </a:lnTo>
                    <a:lnTo>
                      <a:pt x="349" y="175"/>
                    </a:lnTo>
                    <a:lnTo>
                      <a:pt x="640" y="175"/>
                    </a:lnTo>
                    <a:lnTo>
                      <a:pt x="698" y="233"/>
                    </a:lnTo>
                    <a:lnTo>
                      <a:pt x="815" y="175"/>
                    </a:lnTo>
                    <a:lnTo>
                      <a:pt x="873" y="175"/>
                    </a:lnTo>
                    <a:lnTo>
                      <a:pt x="815" y="117"/>
                    </a:lnTo>
                    <a:lnTo>
                      <a:pt x="34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33"/>
              <p:cNvSpPr/>
              <p:nvPr/>
            </p:nvSpPr>
            <p:spPr>
              <a:xfrm>
                <a:off x="5352375" y="2032850"/>
                <a:ext cx="24750" cy="26200"/>
              </a:xfrm>
              <a:custGeom>
                <a:avLst/>
                <a:gdLst/>
                <a:ahLst/>
                <a:cxnLst/>
                <a:rect l="l" t="t" r="r" b="b"/>
                <a:pathLst>
                  <a:path w="990" h="1048" extrusionOk="0">
                    <a:moveTo>
                      <a:pt x="349" y="0"/>
                    </a:moveTo>
                    <a:lnTo>
                      <a:pt x="291" y="58"/>
                    </a:lnTo>
                    <a:lnTo>
                      <a:pt x="233" y="175"/>
                    </a:lnTo>
                    <a:lnTo>
                      <a:pt x="233" y="233"/>
                    </a:lnTo>
                    <a:lnTo>
                      <a:pt x="117" y="582"/>
                    </a:lnTo>
                    <a:lnTo>
                      <a:pt x="0" y="873"/>
                    </a:lnTo>
                    <a:lnTo>
                      <a:pt x="0" y="931"/>
                    </a:lnTo>
                    <a:lnTo>
                      <a:pt x="117" y="931"/>
                    </a:lnTo>
                    <a:lnTo>
                      <a:pt x="349" y="233"/>
                    </a:lnTo>
                    <a:lnTo>
                      <a:pt x="466" y="640"/>
                    </a:lnTo>
                    <a:lnTo>
                      <a:pt x="524" y="756"/>
                    </a:lnTo>
                    <a:lnTo>
                      <a:pt x="524" y="873"/>
                    </a:lnTo>
                    <a:lnTo>
                      <a:pt x="524" y="931"/>
                    </a:lnTo>
                    <a:lnTo>
                      <a:pt x="582" y="989"/>
                    </a:lnTo>
                    <a:lnTo>
                      <a:pt x="582" y="1047"/>
                    </a:lnTo>
                    <a:lnTo>
                      <a:pt x="699" y="1047"/>
                    </a:lnTo>
                    <a:lnTo>
                      <a:pt x="757" y="989"/>
                    </a:lnTo>
                    <a:lnTo>
                      <a:pt x="757" y="815"/>
                    </a:lnTo>
                    <a:lnTo>
                      <a:pt x="989" y="117"/>
                    </a:lnTo>
                    <a:lnTo>
                      <a:pt x="989" y="58"/>
                    </a:lnTo>
                    <a:lnTo>
                      <a:pt x="931" y="0"/>
                    </a:lnTo>
                    <a:lnTo>
                      <a:pt x="815" y="175"/>
                    </a:lnTo>
                    <a:lnTo>
                      <a:pt x="640" y="815"/>
                    </a:lnTo>
                    <a:lnTo>
                      <a:pt x="582" y="582"/>
                    </a:lnTo>
                    <a:lnTo>
                      <a:pt x="524" y="349"/>
                    </a:lnTo>
                    <a:lnTo>
                      <a:pt x="408" y="117"/>
                    </a:lnTo>
                    <a:lnTo>
                      <a:pt x="34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33"/>
              <p:cNvSpPr/>
              <p:nvPr/>
            </p:nvSpPr>
            <p:spPr>
              <a:xfrm>
                <a:off x="5377100" y="2035750"/>
                <a:ext cx="20375" cy="26200"/>
              </a:xfrm>
              <a:custGeom>
                <a:avLst/>
                <a:gdLst/>
                <a:ahLst/>
                <a:cxnLst/>
                <a:rect l="l" t="t" r="r" b="b"/>
                <a:pathLst>
                  <a:path w="815" h="1048" extrusionOk="0">
                    <a:moveTo>
                      <a:pt x="466" y="1"/>
                    </a:moveTo>
                    <a:lnTo>
                      <a:pt x="291" y="117"/>
                    </a:lnTo>
                    <a:lnTo>
                      <a:pt x="117" y="233"/>
                    </a:lnTo>
                    <a:lnTo>
                      <a:pt x="0" y="466"/>
                    </a:lnTo>
                    <a:lnTo>
                      <a:pt x="0" y="640"/>
                    </a:lnTo>
                    <a:lnTo>
                      <a:pt x="0" y="815"/>
                    </a:lnTo>
                    <a:lnTo>
                      <a:pt x="59" y="931"/>
                    </a:lnTo>
                    <a:lnTo>
                      <a:pt x="175" y="990"/>
                    </a:lnTo>
                    <a:lnTo>
                      <a:pt x="291" y="990"/>
                    </a:lnTo>
                    <a:lnTo>
                      <a:pt x="408" y="931"/>
                    </a:lnTo>
                    <a:lnTo>
                      <a:pt x="408" y="1048"/>
                    </a:lnTo>
                    <a:lnTo>
                      <a:pt x="524" y="1048"/>
                    </a:lnTo>
                    <a:lnTo>
                      <a:pt x="582" y="873"/>
                    </a:lnTo>
                    <a:lnTo>
                      <a:pt x="640" y="699"/>
                    </a:lnTo>
                    <a:lnTo>
                      <a:pt x="640" y="640"/>
                    </a:lnTo>
                    <a:lnTo>
                      <a:pt x="640" y="582"/>
                    </a:lnTo>
                    <a:lnTo>
                      <a:pt x="640" y="524"/>
                    </a:lnTo>
                    <a:lnTo>
                      <a:pt x="582" y="466"/>
                    </a:lnTo>
                    <a:lnTo>
                      <a:pt x="349" y="466"/>
                    </a:lnTo>
                    <a:lnTo>
                      <a:pt x="349" y="524"/>
                    </a:lnTo>
                    <a:lnTo>
                      <a:pt x="349" y="582"/>
                    </a:lnTo>
                    <a:lnTo>
                      <a:pt x="408" y="582"/>
                    </a:lnTo>
                    <a:lnTo>
                      <a:pt x="466" y="640"/>
                    </a:lnTo>
                    <a:lnTo>
                      <a:pt x="524" y="640"/>
                    </a:lnTo>
                    <a:lnTo>
                      <a:pt x="466" y="757"/>
                    </a:lnTo>
                    <a:lnTo>
                      <a:pt x="408" y="873"/>
                    </a:lnTo>
                    <a:lnTo>
                      <a:pt x="175" y="873"/>
                    </a:lnTo>
                    <a:lnTo>
                      <a:pt x="117" y="757"/>
                    </a:lnTo>
                    <a:lnTo>
                      <a:pt x="117" y="640"/>
                    </a:lnTo>
                    <a:lnTo>
                      <a:pt x="117" y="524"/>
                    </a:lnTo>
                    <a:lnTo>
                      <a:pt x="233" y="350"/>
                    </a:lnTo>
                    <a:lnTo>
                      <a:pt x="349" y="233"/>
                    </a:lnTo>
                    <a:lnTo>
                      <a:pt x="466" y="117"/>
                    </a:lnTo>
                    <a:lnTo>
                      <a:pt x="582" y="117"/>
                    </a:lnTo>
                    <a:lnTo>
                      <a:pt x="699" y="175"/>
                    </a:lnTo>
                    <a:lnTo>
                      <a:pt x="757" y="233"/>
                    </a:lnTo>
                    <a:lnTo>
                      <a:pt x="815" y="175"/>
                    </a:lnTo>
                    <a:lnTo>
                      <a:pt x="815" y="117"/>
                    </a:lnTo>
                    <a:lnTo>
                      <a:pt x="815" y="59"/>
                    </a:lnTo>
                    <a:lnTo>
                      <a:pt x="64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33"/>
              <p:cNvSpPr/>
              <p:nvPr/>
            </p:nvSpPr>
            <p:spPr>
              <a:xfrm>
                <a:off x="5393100" y="2037200"/>
                <a:ext cx="13100" cy="26200"/>
              </a:xfrm>
              <a:custGeom>
                <a:avLst/>
                <a:gdLst/>
                <a:ahLst/>
                <a:cxnLst/>
                <a:rect l="l" t="t" r="r" b="b"/>
                <a:pathLst>
                  <a:path w="524" h="1048" extrusionOk="0">
                    <a:moveTo>
                      <a:pt x="291" y="1"/>
                    </a:moveTo>
                    <a:lnTo>
                      <a:pt x="59" y="641"/>
                    </a:lnTo>
                    <a:lnTo>
                      <a:pt x="59" y="815"/>
                    </a:lnTo>
                    <a:lnTo>
                      <a:pt x="0" y="815"/>
                    </a:lnTo>
                    <a:lnTo>
                      <a:pt x="0" y="932"/>
                    </a:lnTo>
                    <a:lnTo>
                      <a:pt x="0" y="990"/>
                    </a:lnTo>
                    <a:lnTo>
                      <a:pt x="291" y="1048"/>
                    </a:lnTo>
                    <a:lnTo>
                      <a:pt x="466" y="1048"/>
                    </a:lnTo>
                    <a:lnTo>
                      <a:pt x="524" y="990"/>
                    </a:lnTo>
                    <a:lnTo>
                      <a:pt x="524" y="932"/>
                    </a:lnTo>
                    <a:lnTo>
                      <a:pt x="233" y="932"/>
                    </a:lnTo>
                    <a:lnTo>
                      <a:pt x="175" y="873"/>
                    </a:lnTo>
                    <a:lnTo>
                      <a:pt x="175" y="757"/>
                    </a:lnTo>
                    <a:lnTo>
                      <a:pt x="233" y="582"/>
                    </a:lnTo>
                    <a:lnTo>
                      <a:pt x="349" y="292"/>
                    </a:lnTo>
                    <a:lnTo>
                      <a:pt x="466" y="59"/>
                    </a:lnTo>
                    <a:lnTo>
                      <a:pt x="46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33"/>
              <p:cNvSpPr/>
              <p:nvPr/>
            </p:nvSpPr>
            <p:spPr>
              <a:xfrm>
                <a:off x="5410550" y="2040125"/>
                <a:ext cx="10200" cy="24750"/>
              </a:xfrm>
              <a:custGeom>
                <a:avLst/>
                <a:gdLst/>
                <a:ahLst/>
                <a:cxnLst/>
                <a:rect l="l" t="t" r="r" b="b"/>
                <a:pathLst>
                  <a:path w="408" h="990" extrusionOk="0">
                    <a:moveTo>
                      <a:pt x="291" y="0"/>
                    </a:moveTo>
                    <a:lnTo>
                      <a:pt x="291" y="58"/>
                    </a:lnTo>
                    <a:lnTo>
                      <a:pt x="117" y="582"/>
                    </a:lnTo>
                    <a:lnTo>
                      <a:pt x="0" y="931"/>
                    </a:lnTo>
                    <a:lnTo>
                      <a:pt x="0" y="989"/>
                    </a:lnTo>
                    <a:lnTo>
                      <a:pt x="59" y="989"/>
                    </a:lnTo>
                    <a:lnTo>
                      <a:pt x="117" y="931"/>
                    </a:lnTo>
                    <a:lnTo>
                      <a:pt x="233" y="582"/>
                    </a:lnTo>
                    <a:lnTo>
                      <a:pt x="408" y="58"/>
                    </a:lnTo>
                    <a:lnTo>
                      <a:pt x="35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33"/>
              <p:cNvSpPr/>
              <p:nvPr/>
            </p:nvSpPr>
            <p:spPr>
              <a:xfrm>
                <a:off x="5419275" y="2041575"/>
                <a:ext cx="21850" cy="24750"/>
              </a:xfrm>
              <a:custGeom>
                <a:avLst/>
                <a:gdLst/>
                <a:ahLst/>
                <a:cxnLst/>
                <a:rect l="l" t="t" r="r" b="b"/>
                <a:pathLst>
                  <a:path w="874" h="990" extrusionOk="0">
                    <a:moveTo>
                      <a:pt x="350" y="0"/>
                    </a:moveTo>
                    <a:lnTo>
                      <a:pt x="233" y="117"/>
                    </a:lnTo>
                    <a:lnTo>
                      <a:pt x="175" y="175"/>
                    </a:lnTo>
                    <a:lnTo>
                      <a:pt x="175" y="291"/>
                    </a:lnTo>
                    <a:lnTo>
                      <a:pt x="175" y="407"/>
                    </a:lnTo>
                    <a:lnTo>
                      <a:pt x="408" y="524"/>
                    </a:lnTo>
                    <a:lnTo>
                      <a:pt x="524" y="524"/>
                    </a:lnTo>
                    <a:lnTo>
                      <a:pt x="582" y="640"/>
                    </a:lnTo>
                    <a:lnTo>
                      <a:pt x="582" y="698"/>
                    </a:lnTo>
                    <a:lnTo>
                      <a:pt x="466" y="815"/>
                    </a:lnTo>
                    <a:lnTo>
                      <a:pt x="350" y="873"/>
                    </a:lnTo>
                    <a:lnTo>
                      <a:pt x="233" y="815"/>
                    </a:lnTo>
                    <a:lnTo>
                      <a:pt x="175" y="815"/>
                    </a:lnTo>
                    <a:lnTo>
                      <a:pt x="117" y="757"/>
                    </a:lnTo>
                    <a:lnTo>
                      <a:pt x="59" y="757"/>
                    </a:lnTo>
                    <a:lnTo>
                      <a:pt x="1" y="815"/>
                    </a:lnTo>
                    <a:lnTo>
                      <a:pt x="59" y="931"/>
                    </a:lnTo>
                    <a:lnTo>
                      <a:pt x="291" y="989"/>
                    </a:lnTo>
                    <a:lnTo>
                      <a:pt x="466" y="989"/>
                    </a:lnTo>
                    <a:lnTo>
                      <a:pt x="640" y="873"/>
                    </a:lnTo>
                    <a:lnTo>
                      <a:pt x="699" y="698"/>
                    </a:lnTo>
                    <a:lnTo>
                      <a:pt x="699" y="582"/>
                    </a:lnTo>
                    <a:lnTo>
                      <a:pt x="699" y="524"/>
                    </a:lnTo>
                    <a:lnTo>
                      <a:pt x="524" y="407"/>
                    </a:lnTo>
                    <a:lnTo>
                      <a:pt x="350" y="349"/>
                    </a:lnTo>
                    <a:lnTo>
                      <a:pt x="291" y="291"/>
                    </a:lnTo>
                    <a:lnTo>
                      <a:pt x="291" y="175"/>
                    </a:lnTo>
                    <a:lnTo>
                      <a:pt x="408" y="117"/>
                    </a:lnTo>
                    <a:lnTo>
                      <a:pt x="582" y="117"/>
                    </a:lnTo>
                    <a:lnTo>
                      <a:pt x="699" y="175"/>
                    </a:lnTo>
                    <a:lnTo>
                      <a:pt x="873" y="175"/>
                    </a:lnTo>
                    <a:lnTo>
                      <a:pt x="873" y="117"/>
                    </a:lnTo>
                    <a:lnTo>
                      <a:pt x="815" y="58"/>
                    </a:lnTo>
                    <a:lnTo>
                      <a:pt x="64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33"/>
              <p:cNvSpPr/>
              <p:nvPr/>
            </p:nvSpPr>
            <p:spPr>
              <a:xfrm>
                <a:off x="5438175" y="2043025"/>
                <a:ext cx="21850" cy="27650"/>
              </a:xfrm>
              <a:custGeom>
                <a:avLst/>
                <a:gdLst/>
                <a:ahLst/>
                <a:cxnLst/>
                <a:rect l="l" t="t" r="r" b="b"/>
                <a:pathLst>
                  <a:path w="874" h="1106" extrusionOk="0">
                    <a:moveTo>
                      <a:pt x="350" y="0"/>
                    </a:moveTo>
                    <a:lnTo>
                      <a:pt x="292" y="59"/>
                    </a:lnTo>
                    <a:lnTo>
                      <a:pt x="117" y="582"/>
                    </a:lnTo>
                    <a:lnTo>
                      <a:pt x="1" y="989"/>
                    </a:lnTo>
                    <a:lnTo>
                      <a:pt x="1" y="1048"/>
                    </a:lnTo>
                    <a:lnTo>
                      <a:pt x="59" y="1048"/>
                    </a:lnTo>
                    <a:lnTo>
                      <a:pt x="117" y="989"/>
                    </a:lnTo>
                    <a:lnTo>
                      <a:pt x="233" y="582"/>
                    </a:lnTo>
                    <a:lnTo>
                      <a:pt x="466" y="640"/>
                    </a:lnTo>
                    <a:lnTo>
                      <a:pt x="583" y="640"/>
                    </a:lnTo>
                    <a:lnTo>
                      <a:pt x="466" y="1048"/>
                    </a:lnTo>
                    <a:lnTo>
                      <a:pt x="466" y="1106"/>
                    </a:lnTo>
                    <a:lnTo>
                      <a:pt x="583" y="1106"/>
                    </a:lnTo>
                    <a:lnTo>
                      <a:pt x="583" y="1048"/>
                    </a:lnTo>
                    <a:lnTo>
                      <a:pt x="699" y="699"/>
                    </a:lnTo>
                    <a:lnTo>
                      <a:pt x="873" y="117"/>
                    </a:lnTo>
                    <a:lnTo>
                      <a:pt x="873" y="59"/>
                    </a:lnTo>
                    <a:lnTo>
                      <a:pt x="815" y="59"/>
                    </a:lnTo>
                    <a:lnTo>
                      <a:pt x="757" y="117"/>
                    </a:lnTo>
                    <a:lnTo>
                      <a:pt x="699" y="291"/>
                    </a:lnTo>
                    <a:lnTo>
                      <a:pt x="641" y="524"/>
                    </a:lnTo>
                    <a:lnTo>
                      <a:pt x="524" y="524"/>
                    </a:lnTo>
                    <a:lnTo>
                      <a:pt x="292" y="466"/>
                    </a:lnTo>
                    <a:lnTo>
                      <a:pt x="408" y="59"/>
                    </a:lnTo>
                    <a:lnTo>
                      <a:pt x="35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33"/>
              <p:cNvSpPr/>
              <p:nvPr/>
            </p:nvSpPr>
            <p:spPr>
              <a:xfrm>
                <a:off x="5323275" y="2070650"/>
                <a:ext cx="23300" cy="24750"/>
              </a:xfrm>
              <a:custGeom>
                <a:avLst/>
                <a:gdLst/>
                <a:ahLst/>
                <a:cxnLst/>
                <a:rect l="l" t="t" r="r" b="b"/>
                <a:pathLst>
                  <a:path w="932" h="990" extrusionOk="0">
                    <a:moveTo>
                      <a:pt x="466" y="1"/>
                    </a:moveTo>
                    <a:lnTo>
                      <a:pt x="292" y="59"/>
                    </a:lnTo>
                    <a:lnTo>
                      <a:pt x="117" y="233"/>
                    </a:lnTo>
                    <a:lnTo>
                      <a:pt x="1" y="466"/>
                    </a:lnTo>
                    <a:lnTo>
                      <a:pt x="1" y="699"/>
                    </a:lnTo>
                    <a:lnTo>
                      <a:pt x="59" y="873"/>
                    </a:lnTo>
                    <a:lnTo>
                      <a:pt x="117" y="932"/>
                    </a:lnTo>
                    <a:lnTo>
                      <a:pt x="234" y="990"/>
                    </a:lnTo>
                    <a:lnTo>
                      <a:pt x="350" y="990"/>
                    </a:lnTo>
                    <a:lnTo>
                      <a:pt x="583" y="932"/>
                    </a:lnTo>
                    <a:lnTo>
                      <a:pt x="699" y="873"/>
                    </a:lnTo>
                    <a:lnTo>
                      <a:pt x="641" y="815"/>
                    </a:lnTo>
                    <a:lnTo>
                      <a:pt x="583" y="815"/>
                    </a:lnTo>
                    <a:lnTo>
                      <a:pt x="292" y="873"/>
                    </a:lnTo>
                    <a:lnTo>
                      <a:pt x="175" y="815"/>
                    </a:lnTo>
                    <a:lnTo>
                      <a:pt x="117" y="641"/>
                    </a:lnTo>
                    <a:lnTo>
                      <a:pt x="175" y="466"/>
                    </a:lnTo>
                    <a:lnTo>
                      <a:pt x="234" y="292"/>
                    </a:lnTo>
                    <a:lnTo>
                      <a:pt x="350" y="175"/>
                    </a:lnTo>
                    <a:lnTo>
                      <a:pt x="466" y="117"/>
                    </a:lnTo>
                    <a:lnTo>
                      <a:pt x="641" y="117"/>
                    </a:lnTo>
                    <a:lnTo>
                      <a:pt x="815" y="175"/>
                    </a:lnTo>
                    <a:lnTo>
                      <a:pt x="874" y="175"/>
                    </a:lnTo>
                    <a:lnTo>
                      <a:pt x="932" y="117"/>
                    </a:lnTo>
                    <a:lnTo>
                      <a:pt x="874" y="59"/>
                    </a:lnTo>
                    <a:lnTo>
                      <a:pt x="64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33"/>
              <p:cNvSpPr/>
              <p:nvPr/>
            </p:nvSpPr>
            <p:spPr>
              <a:xfrm>
                <a:off x="5346550" y="2073575"/>
                <a:ext cx="20400" cy="24750"/>
              </a:xfrm>
              <a:custGeom>
                <a:avLst/>
                <a:gdLst/>
                <a:ahLst/>
                <a:cxnLst/>
                <a:rect l="l" t="t" r="r" b="b"/>
                <a:pathLst>
                  <a:path w="816" h="990" extrusionOk="0">
                    <a:moveTo>
                      <a:pt x="641" y="116"/>
                    </a:moveTo>
                    <a:lnTo>
                      <a:pt x="699" y="233"/>
                    </a:lnTo>
                    <a:lnTo>
                      <a:pt x="641" y="466"/>
                    </a:lnTo>
                    <a:lnTo>
                      <a:pt x="582" y="698"/>
                    </a:lnTo>
                    <a:lnTo>
                      <a:pt x="466" y="815"/>
                    </a:lnTo>
                    <a:lnTo>
                      <a:pt x="292" y="873"/>
                    </a:lnTo>
                    <a:lnTo>
                      <a:pt x="175" y="815"/>
                    </a:lnTo>
                    <a:lnTo>
                      <a:pt x="117" y="698"/>
                    </a:lnTo>
                    <a:lnTo>
                      <a:pt x="117" y="582"/>
                    </a:lnTo>
                    <a:lnTo>
                      <a:pt x="117" y="407"/>
                    </a:lnTo>
                    <a:lnTo>
                      <a:pt x="175" y="233"/>
                    </a:lnTo>
                    <a:lnTo>
                      <a:pt x="350" y="116"/>
                    </a:lnTo>
                    <a:close/>
                    <a:moveTo>
                      <a:pt x="408" y="0"/>
                    </a:moveTo>
                    <a:lnTo>
                      <a:pt x="233" y="58"/>
                    </a:lnTo>
                    <a:lnTo>
                      <a:pt x="117" y="175"/>
                    </a:lnTo>
                    <a:lnTo>
                      <a:pt x="1" y="407"/>
                    </a:lnTo>
                    <a:lnTo>
                      <a:pt x="1" y="640"/>
                    </a:lnTo>
                    <a:lnTo>
                      <a:pt x="1" y="873"/>
                    </a:lnTo>
                    <a:lnTo>
                      <a:pt x="117" y="931"/>
                    </a:lnTo>
                    <a:lnTo>
                      <a:pt x="233" y="989"/>
                    </a:lnTo>
                    <a:lnTo>
                      <a:pt x="350" y="989"/>
                    </a:lnTo>
                    <a:lnTo>
                      <a:pt x="466" y="931"/>
                    </a:lnTo>
                    <a:lnTo>
                      <a:pt x="641" y="756"/>
                    </a:lnTo>
                    <a:lnTo>
                      <a:pt x="815" y="524"/>
                    </a:lnTo>
                    <a:lnTo>
                      <a:pt x="815" y="233"/>
                    </a:lnTo>
                    <a:lnTo>
                      <a:pt x="757" y="58"/>
                    </a:lnTo>
                    <a:lnTo>
                      <a:pt x="69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33"/>
              <p:cNvSpPr/>
              <p:nvPr/>
            </p:nvSpPr>
            <p:spPr>
              <a:xfrm>
                <a:off x="5368375" y="2075025"/>
                <a:ext cx="23300" cy="26200"/>
              </a:xfrm>
              <a:custGeom>
                <a:avLst/>
                <a:gdLst/>
                <a:ahLst/>
                <a:cxnLst/>
                <a:rect l="l" t="t" r="r" b="b"/>
                <a:pathLst>
                  <a:path w="932" h="1048" extrusionOk="0">
                    <a:moveTo>
                      <a:pt x="233" y="0"/>
                    </a:moveTo>
                    <a:lnTo>
                      <a:pt x="175" y="58"/>
                    </a:lnTo>
                    <a:lnTo>
                      <a:pt x="59" y="408"/>
                    </a:lnTo>
                    <a:lnTo>
                      <a:pt x="0" y="582"/>
                    </a:lnTo>
                    <a:lnTo>
                      <a:pt x="0" y="815"/>
                    </a:lnTo>
                    <a:lnTo>
                      <a:pt x="117" y="989"/>
                    </a:lnTo>
                    <a:lnTo>
                      <a:pt x="233" y="1047"/>
                    </a:lnTo>
                    <a:lnTo>
                      <a:pt x="466" y="1047"/>
                    </a:lnTo>
                    <a:lnTo>
                      <a:pt x="640" y="931"/>
                    </a:lnTo>
                    <a:lnTo>
                      <a:pt x="698" y="815"/>
                    </a:lnTo>
                    <a:lnTo>
                      <a:pt x="757" y="757"/>
                    </a:lnTo>
                    <a:lnTo>
                      <a:pt x="757" y="698"/>
                    </a:lnTo>
                    <a:lnTo>
                      <a:pt x="815" y="524"/>
                    </a:lnTo>
                    <a:lnTo>
                      <a:pt x="873" y="408"/>
                    </a:lnTo>
                    <a:lnTo>
                      <a:pt x="931" y="117"/>
                    </a:lnTo>
                    <a:lnTo>
                      <a:pt x="873" y="58"/>
                    </a:lnTo>
                    <a:lnTo>
                      <a:pt x="815" y="117"/>
                    </a:lnTo>
                    <a:lnTo>
                      <a:pt x="815" y="175"/>
                    </a:lnTo>
                    <a:lnTo>
                      <a:pt x="757" y="408"/>
                    </a:lnTo>
                    <a:lnTo>
                      <a:pt x="640" y="640"/>
                    </a:lnTo>
                    <a:lnTo>
                      <a:pt x="582" y="815"/>
                    </a:lnTo>
                    <a:lnTo>
                      <a:pt x="466" y="931"/>
                    </a:lnTo>
                    <a:lnTo>
                      <a:pt x="349" y="931"/>
                    </a:lnTo>
                    <a:lnTo>
                      <a:pt x="233" y="873"/>
                    </a:lnTo>
                    <a:lnTo>
                      <a:pt x="175" y="698"/>
                    </a:lnTo>
                    <a:lnTo>
                      <a:pt x="175" y="582"/>
                    </a:lnTo>
                    <a:lnTo>
                      <a:pt x="175" y="408"/>
                    </a:lnTo>
                    <a:lnTo>
                      <a:pt x="291" y="58"/>
                    </a:lnTo>
                    <a:lnTo>
                      <a:pt x="29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33"/>
              <p:cNvSpPr/>
              <p:nvPr/>
            </p:nvSpPr>
            <p:spPr>
              <a:xfrm>
                <a:off x="5388725" y="2079375"/>
                <a:ext cx="20400" cy="26200"/>
              </a:xfrm>
              <a:custGeom>
                <a:avLst/>
                <a:gdLst/>
                <a:ahLst/>
                <a:cxnLst/>
                <a:rect l="l" t="t" r="r" b="b"/>
                <a:pathLst>
                  <a:path w="816" h="1048" extrusionOk="0">
                    <a:moveTo>
                      <a:pt x="524" y="117"/>
                    </a:moveTo>
                    <a:lnTo>
                      <a:pt x="641" y="175"/>
                    </a:lnTo>
                    <a:lnTo>
                      <a:pt x="699" y="234"/>
                    </a:lnTo>
                    <a:lnTo>
                      <a:pt x="699" y="292"/>
                    </a:lnTo>
                    <a:lnTo>
                      <a:pt x="641" y="350"/>
                    </a:lnTo>
                    <a:lnTo>
                      <a:pt x="524" y="408"/>
                    </a:lnTo>
                    <a:lnTo>
                      <a:pt x="234" y="466"/>
                    </a:lnTo>
                    <a:lnTo>
                      <a:pt x="350" y="117"/>
                    </a:lnTo>
                    <a:close/>
                    <a:moveTo>
                      <a:pt x="350" y="1"/>
                    </a:moveTo>
                    <a:lnTo>
                      <a:pt x="292" y="59"/>
                    </a:lnTo>
                    <a:lnTo>
                      <a:pt x="234" y="117"/>
                    </a:lnTo>
                    <a:lnTo>
                      <a:pt x="117" y="524"/>
                    </a:lnTo>
                    <a:lnTo>
                      <a:pt x="1" y="932"/>
                    </a:lnTo>
                    <a:lnTo>
                      <a:pt x="1" y="990"/>
                    </a:lnTo>
                    <a:lnTo>
                      <a:pt x="59" y="990"/>
                    </a:lnTo>
                    <a:lnTo>
                      <a:pt x="117" y="932"/>
                    </a:lnTo>
                    <a:lnTo>
                      <a:pt x="175" y="641"/>
                    </a:lnTo>
                    <a:lnTo>
                      <a:pt x="350" y="815"/>
                    </a:lnTo>
                    <a:lnTo>
                      <a:pt x="466" y="990"/>
                    </a:lnTo>
                    <a:lnTo>
                      <a:pt x="524" y="1048"/>
                    </a:lnTo>
                    <a:lnTo>
                      <a:pt x="583" y="1048"/>
                    </a:lnTo>
                    <a:lnTo>
                      <a:pt x="583" y="990"/>
                    </a:lnTo>
                    <a:lnTo>
                      <a:pt x="583" y="932"/>
                    </a:lnTo>
                    <a:lnTo>
                      <a:pt x="524" y="815"/>
                    </a:lnTo>
                    <a:lnTo>
                      <a:pt x="350" y="524"/>
                    </a:lnTo>
                    <a:lnTo>
                      <a:pt x="524" y="466"/>
                    </a:lnTo>
                    <a:lnTo>
                      <a:pt x="757" y="408"/>
                    </a:lnTo>
                    <a:lnTo>
                      <a:pt x="815" y="234"/>
                    </a:lnTo>
                    <a:lnTo>
                      <a:pt x="815" y="117"/>
                    </a:lnTo>
                    <a:lnTo>
                      <a:pt x="69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33"/>
              <p:cNvSpPr/>
              <p:nvPr/>
            </p:nvSpPr>
            <p:spPr>
              <a:xfrm>
                <a:off x="5407650" y="2080850"/>
                <a:ext cx="21825" cy="26200"/>
              </a:xfrm>
              <a:custGeom>
                <a:avLst/>
                <a:gdLst/>
                <a:ahLst/>
                <a:cxnLst/>
                <a:rect l="l" t="t" r="r" b="b"/>
                <a:pathLst>
                  <a:path w="873" h="1048" extrusionOk="0">
                    <a:moveTo>
                      <a:pt x="466" y="0"/>
                    </a:moveTo>
                    <a:lnTo>
                      <a:pt x="349" y="58"/>
                    </a:lnTo>
                    <a:lnTo>
                      <a:pt x="233" y="116"/>
                    </a:lnTo>
                    <a:lnTo>
                      <a:pt x="175" y="233"/>
                    </a:lnTo>
                    <a:lnTo>
                      <a:pt x="175" y="349"/>
                    </a:lnTo>
                    <a:lnTo>
                      <a:pt x="175" y="407"/>
                    </a:lnTo>
                    <a:lnTo>
                      <a:pt x="407" y="524"/>
                    </a:lnTo>
                    <a:lnTo>
                      <a:pt x="524" y="582"/>
                    </a:lnTo>
                    <a:lnTo>
                      <a:pt x="582" y="640"/>
                    </a:lnTo>
                    <a:lnTo>
                      <a:pt x="582" y="756"/>
                    </a:lnTo>
                    <a:lnTo>
                      <a:pt x="466" y="873"/>
                    </a:lnTo>
                    <a:lnTo>
                      <a:pt x="349" y="931"/>
                    </a:lnTo>
                    <a:lnTo>
                      <a:pt x="233" y="873"/>
                    </a:lnTo>
                    <a:lnTo>
                      <a:pt x="175" y="814"/>
                    </a:lnTo>
                    <a:lnTo>
                      <a:pt x="0" y="814"/>
                    </a:lnTo>
                    <a:lnTo>
                      <a:pt x="0" y="873"/>
                    </a:lnTo>
                    <a:lnTo>
                      <a:pt x="58" y="931"/>
                    </a:lnTo>
                    <a:lnTo>
                      <a:pt x="175" y="1047"/>
                    </a:lnTo>
                    <a:lnTo>
                      <a:pt x="466" y="1047"/>
                    </a:lnTo>
                    <a:lnTo>
                      <a:pt x="640" y="931"/>
                    </a:lnTo>
                    <a:lnTo>
                      <a:pt x="698" y="756"/>
                    </a:lnTo>
                    <a:lnTo>
                      <a:pt x="756" y="640"/>
                    </a:lnTo>
                    <a:lnTo>
                      <a:pt x="698" y="524"/>
                    </a:lnTo>
                    <a:lnTo>
                      <a:pt x="524" y="465"/>
                    </a:lnTo>
                    <a:lnTo>
                      <a:pt x="349" y="349"/>
                    </a:lnTo>
                    <a:lnTo>
                      <a:pt x="349" y="291"/>
                    </a:lnTo>
                    <a:lnTo>
                      <a:pt x="349" y="233"/>
                    </a:lnTo>
                    <a:lnTo>
                      <a:pt x="407" y="175"/>
                    </a:lnTo>
                    <a:lnTo>
                      <a:pt x="582" y="116"/>
                    </a:lnTo>
                    <a:lnTo>
                      <a:pt x="698" y="175"/>
                    </a:lnTo>
                    <a:lnTo>
                      <a:pt x="815" y="233"/>
                    </a:lnTo>
                    <a:lnTo>
                      <a:pt x="873" y="175"/>
                    </a:lnTo>
                    <a:lnTo>
                      <a:pt x="873" y="116"/>
                    </a:lnTo>
                    <a:lnTo>
                      <a:pt x="815" y="116"/>
                    </a:lnTo>
                    <a:lnTo>
                      <a:pt x="640" y="58"/>
                    </a:lnTo>
                    <a:lnTo>
                      <a:pt x="46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33"/>
              <p:cNvSpPr/>
              <p:nvPr/>
            </p:nvSpPr>
            <p:spPr>
              <a:xfrm>
                <a:off x="5426550" y="2083750"/>
                <a:ext cx="21850" cy="26200"/>
              </a:xfrm>
              <a:custGeom>
                <a:avLst/>
                <a:gdLst/>
                <a:ahLst/>
                <a:cxnLst/>
                <a:rect l="l" t="t" r="r" b="b"/>
                <a:pathLst>
                  <a:path w="874" h="1048" extrusionOk="0">
                    <a:moveTo>
                      <a:pt x="291" y="0"/>
                    </a:moveTo>
                    <a:lnTo>
                      <a:pt x="233" y="59"/>
                    </a:lnTo>
                    <a:lnTo>
                      <a:pt x="175" y="349"/>
                    </a:lnTo>
                    <a:lnTo>
                      <a:pt x="117" y="408"/>
                    </a:lnTo>
                    <a:lnTo>
                      <a:pt x="117" y="466"/>
                    </a:lnTo>
                    <a:lnTo>
                      <a:pt x="59" y="698"/>
                    </a:lnTo>
                    <a:lnTo>
                      <a:pt x="59" y="815"/>
                    </a:lnTo>
                    <a:lnTo>
                      <a:pt x="0" y="931"/>
                    </a:lnTo>
                    <a:lnTo>
                      <a:pt x="0" y="989"/>
                    </a:lnTo>
                    <a:lnTo>
                      <a:pt x="59" y="989"/>
                    </a:lnTo>
                    <a:lnTo>
                      <a:pt x="466" y="1048"/>
                    </a:lnTo>
                    <a:lnTo>
                      <a:pt x="524" y="1048"/>
                    </a:lnTo>
                    <a:lnTo>
                      <a:pt x="582" y="989"/>
                    </a:lnTo>
                    <a:lnTo>
                      <a:pt x="524" y="931"/>
                    </a:lnTo>
                    <a:lnTo>
                      <a:pt x="117" y="873"/>
                    </a:lnTo>
                    <a:lnTo>
                      <a:pt x="175" y="757"/>
                    </a:lnTo>
                    <a:lnTo>
                      <a:pt x="233" y="524"/>
                    </a:lnTo>
                    <a:lnTo>
                      <a:pt x="582" y="524"/>
                    </a:lnTo>
                    <a:lnTo>
                      <a:pt x="640" y="466"/>
                    </a:lnTo>
                    <a:lnTo>
                      <a:pt x="640" y="408"/>
                    </a:lnTo>
                    <a:lnTo>
                      <a:pt x="291" y="408"/>
                    </a:lnTo>
                    <a:lnTo>
                      <a:pt x="349" y="117"/>
                    </a:lnTo>
                    <a:lnTo>
                      <a:pt x="524" y="175"/>
                    </a:lnTo>
                    <a:lnTo>
                      <a:pt x="815" y="175"/>
                    </a:lnTo>
                    <a:lnTo>
                      <a:pt x="873" y="117"/>
                    </a:lnTo>
                    <a:lnTo>
                      <a:pt x="815" y="59"/>
                    </a:lnTo>
                    <a:lnTo>
                      <a:pt x="34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38" name="Google Shape;438;p33"/>
          <p:cNvGrpSpPr/>
          <p:nvPr/>
        </p:nvGrpSpPr>
        <p:grpSpPr>
          <a:xfrm rot="3118637">
            <a:off x="6473101" y="492132"/>
            <a:ext cx="505618" cy="432301"/>
            <a:chOff x="2981313" y="5119202"/>
            <a:chExt cx="505597" cy="432283"/>
          </a:xfrm>
        </p:grpSpPr>
        <p:sp>
          <p:nvSpPr>
            <p:cNvPr id="439" name="Google Shape;439;p33"/>
            <p:cNvSpPr/>
            <p:nvPr/>
          </p:nvSpPr>
          <p:spPr>
            <a:xfrm>
              <a:off x="2981313" y="5119202"/>
              <a:ext cx="505506" cy="432249"/>
            </a:xfrm>
            <a:custGeom>
              <a:avLst/>
              <a:gdLst/>
              <a:ahLst/>
              <a:cxnLst/>
              <a:rect l="l" t="t" r="r" b="b"/>
              <a:pathLst>
                <a:path w="8029" h="6866" extrusionOk="0">
                  <a:moveTo>
                    <a:pt x="8028" y="4189"/>
                  </a:moveTo>
                  <a:lnTo>
                    <a:pt x="6225" y="1"/>
                  </a:lnTo>
                  <a:lnTo>
                    <a:pt x="0" y="2677"/>
                  </a:lnTo>
                  <a:lnTo>
                    <a:pt x="0" y="2677"/>
                  </a:lnTo>
                  <a:lnTo>
                    <a:pt x="0" y="2677"/>
                  </a:lnTo>
                  <a:lnTo>
                    <a:pt x="58" y="2677"/>
                  </a:lnTo>
                  <a:lnTo>
                    <a:pt x="1862" y="6865"/>
                  </a:lnTo>
                  <a:lnTo>
                    <a:pt x="8028" y="4189"/>
                  </a:lnTo>
                  <a:lnTo>
                    <a:pt x="8028" y="4189"/>
                  </a:lnTo>
                  <a:lnTo>
                    <a:pt x="8028" y="4189"/>
                  </a:lnTo>
                  <a:close/>
                </a:path>
              </a:pathLst>
            </a:custGeom>
            <a:solidFill>
              <a:schemeClr val="accent4"/>
            </a:solidFill>
            <a:ln w="76200" cap="flat" cmpd="sng">
              <a:solidFill>
                <a:schemeClr val="accent4"/>
              </a:solidFill>
              <a:prstDash val="solid"/>
              <a:round/>
              <a:headEnd type="none" w="sm" len="sm"/>
              <a:tailEnd type="none" w="sm" len="sm"/>
            </a:ln>
            <a:effectLst>
              <a:outerShdw blurRad="57150" dist="19050" dir="6000000" algn="bl" rotWithShape="0">
                <a:schemeClr val="accent3">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40" name="Google Shape;440;p33"/>
            <p:cNvGrpSpPr/>
            <p:nvPr/>
          </p:nvGrpSpPr>
          <p:grpSpPr>
            <a:xfrm>
              <a:off x="2981404" y="5119236"/>
              <a:ext cx="505506" cy="432249"/>
              <a:chOff x="3133700" y="5249463"/>
              <a:chExt cx="200725" cy="171650"/>
            </a:xfrm>
          </p:grpSpPr>
          <p:sp>
            <p:nvSpPr>
              <p:cNvPr id="441" name="Google Shape;441;p33"/>
              <p:cNvSpPr/>
              <p:nvPr/>
            </p:nvSpPr>
            <p:spPr>
              <a:xfrm>
                <a:off x="3133700" y="5249463"/>
                <a:ext cx="200725" cy="171650"/>
              </a:xfrm>
              <a:custGeom>
                <a:avLst/>
                <a:gdLst/>
                <a:ahLst/>
                <a:cxnLst/>
                <a:rect l="l" t="t" r="r" b="b"/>
                <a:pathLst>
                  <a:path w="8029" h="6866" extrusionOk="0">
                    <a:moveTo>
                      <a:pt x="0" y="2677"/>
                    </a:moveTo>
                    <a:lnTo>
                      <a:pt x="6225" y="1"/>
                    </a:lnTo>
                    <a:lnTo>
                      <a:pt x="8028" y="4189"/>
                    </a:lnTo>
                    <a:lnTo>
                      <a:pt x="1862" y="6865"/>
                    </a:lnTo>
                    <a:lnTo>
                      <a:pt x="0" y="2677"/>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33"/>
              <p:cNvSpPr/>
              <p:nvPr/>
            </p:nvSpPr>
            <p:spPr>
              <a:xfrm>
                <a:off x="3177325" y="5309088"/>
                <a:ext cx="155650" cy="109100"/>
              </a:xfrm>
              <a:custGeom>
                <a:avLst/>
                <a:gdLst/>
                <a:ahLst/>
                <a:cxnLst/>
                <a:rect l="l" t="t" r="r" b="b"/>
                <a:pathLst>
                  <a:path w="6226" h="4364" extrusionOk="0">
                    <a:moveTo>
                      <a:pt x="6225" y="1688"/>
                    </a:moveTo>
                    <a:lnTo>
                      <a:pt x="6225" y="1688"/>
                    </a:lnTo>
                    <a:lnTo>
                      <a:pt x="6109" y="1572"/>
                    </a:lnTo>
                    <a:lnTo>
                      <a:pt x="5993" y="1455"/>
                    </a:lnTo>
                    <a:lnTo>
                      <a:pt x="2211" y="59"/>
                    </a:lnTo>
                    <a:lnTo>
                      <a:pt x="2211" y="59"/>
                    </a:lnTo>
                    <a:lnTo>
                      <a:pt x="2037" y="1"/>
                    </a:lnTo>
                    <a:lnTo>
                      <a:pt x="1862" y="59"/>
                    </a:lnTo>
                    <a:lnTo>
                      <a:pt x="1688" y="175"/>
                    </a:lnTo>
                    <a:lnTo>
                      <a:pt x="1571" y="292"/>
                    </a:lnTo>
                    <a:lnTo>
                      <a:pt x="59" y="4015"/>
                    </a:lnTo>
                    <a:lnTo>
                      <a:pt x="59" y="4015"/>
                    </a:lnTo>
                    <a:lnTo>
                      <a:pt x="1" y="4189"/>
                    </a:lnTo>
                    <a:lnTo>
                      <a:pt x="59" y="4364"/>
                    </a:lnTo>
                    <a:lnTo>
                      <a:pt x="59" y="4364"/>
                    </a:lnTo>
                    <a:lnTo>
                      <a:pt x="6225" y="1688"/>
                    </a:lnTo>
                    <a:lnTo>
                      <a:pt x="6225" y="1688"/>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33"/>
              <p:cNvSpPr/>
              <p:nvPr/>
            </p:nvSpPr>
            <p:spPr>
              <a:xfrm>
                <a:off x="3178775" y="5312013"/>
                <a:ext cx="155650" cy="109100"/>
              </a:xfrm>
              <a:custGeom>
                <a:avLst/>
                <a:gdLst/>
                <a:ahLst/>
                <a:cxnLst/>
                <a:rect l="l" t="t" r="r" b="b"/>
                <a:pathLst>
                  <a:path w="6226" h="4364" extrusionOk="0">
                    <a:moveTo>
                      <a:pt x="6225" y="1687"/>
                    </a:moveTo>
                    <a:lnTo>
                      <a:pt x="6225" y="1687"/>
                    </a:lnTo>
                    <a:lnTo>
                      <a:pt x="6109" y="1513"/>
                    </a:lnTo>
                    <a:lnTo>
                      <a:pt x="5935" y="1455"/>
                    </a:lnTo>
                    <a:lnTo>
                      <a:pt x="2211" y="0"/>
                    </a:lnTo>
                    <a:lnTo>
                      <a:pt x="2211" y="0"/>
                    </a:lnTo>
                    <a:lnTo>
                      <a:pt x="1979" y="0"/>
                    </a:lnTo>
                    <a:lnTo>
                      <a:pt x="1804" y="0"/>
                    </a:lnTo>
                    <a:lnTo>
                      <a:pt x="1688" y="117"/>
                    </a:lnTo>
                    <a:lnTo>
                      <a:pt x="1571" y="291"/>
                    </a:lnTo>
                    <a:lnTo>
                      <a:pt x="59" y="4014"/>
                    </a:lnTo>
                    <a:lnTo>
                      <a:pt x="59" y="4014"/>
                    </a:lnTo>
                    <a:lnTo>
                      <a:pt x="1" y="4189"/>
                    </a:lnTo>
                    <a:lnTo>
                      <a:pt x="59" y="4363"/>
                    </a:lnTo>
                    <a:lnTo>
                      <a:pt x="59" y="4363"/>
                    </a:lnTo>
                    <a:lnTo>
                      <a:pt x="6225" y="1687"/>
                    </a:lnTo>
                    <a:lnTo>
                      <a:pt x="6225" y="1687"/>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33"/>
              <p:cNvSpPr/>
              <p:nvPr/>
            </p:nvSpPr>
            <p:spPr>
              <a:xfrm>
                <a:off x="3133700" y="5249463"/>
                <a:ext cx="155650" cy="114925"/>
              </a:xfrm>
              <a:custGeom>
                <a:avLst/>
                <a:gdLst/>
                <a:ahLst/>
                <a:cxnLst/>
                <a:rect l="l" t="t" r="r" b="b"/>
                <a:pathLst>
                  <a:path w="6226" h="4597" extrusionOk="0">
                    <a:moveTo>
                      <a:pt x="6225" y="1"/>
                    </a:moveTo>
                    <a:lnTo>
                      <a:pt x="6225" y="1"/>
                    </a:lnTo>
                    <a:lnTo>
                      <a:pt x="6225" y="175"/>
                    </a:lnTo>
                    <a:lnTo>
                      <a:pt x="6225" y="350"/>
                    </a:lnTo>
                    <a:lnTo>
                      <a:pt x="4771" y="4306"/>
                    </a:lnTo>
                    <a:lnTo>
                      <a:pt x="4771" y="4306"/>
                    </a:lnTo>
                    <a:lnTo>
                      <a:pt x="4654" y="4480"/>
                    </a:lnTo>
                    <a:lnTo>
                      <a:pt x="4538" y="4596"/>
                    </a:lnTo>
                    <a:lnTo>
                      <a:pt x="4363" y="4596"/>
                    </a:lnTo>
                    <a:lnTo>
                      <a:pt x="4131" y="4596"/>
                    </a:lnTo>
                    <a:lnTo>
                      <a:pt x="291" y="2968"/>
                    </a:lnTo>
                    <a:lnTo>
                      <a:pt x="291" y="2968"/>
                    </a:lnTo>
                    <a:lnTo>
                      <a:pt x="117" y="2851"/>
                    </a:lnTo>
                    <a:lnTo>
                      <a:pt x="58" y="2677"/>
                    </a:lnTo>
                    <a:lnTo>
                      <a:pt x="0" y="2677"/>
                    </a:lnTo>
                    <a:lnTo>
                      <a:pt x="6225" y="1"/>
                    </a:lnTo>
                    <a:lnTo>
                      <a:pt x="622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33"/>
              <p:cNvSpPr/>
              <p:nvPr/>
            </p:nvSpPr>
            <p:spPr>
              <a:xfrm>
                <a:off x="3133700" y="5249463"/>
                <a:ext cx="155650" cy="109100"/>
              </a:xfrm>
              <a:custGeom>
                <a:avLst/>
                <a:gdLst/>
                <a:ahLst/>
                <a:cxnLst/>
                <a:rect l="l" t="t" r="r" b="b"/>
                <a:pathLst>
                  <a:path w="6226" h="4364" extrusionOk="0">
                    <a:moveTo>
                      <a:pt x="6225" y="1"/>
                    </a:moveTo>
                    <a:lnTo>
                      <a:pt x="6225" y="1"/>
                    </a:lnTo>
                    <a:lnTo>
                      <a:pt x="6225" y="175"/>
                    </a:lnTo>
                    <a:lnTo>
                      <a:pt x="6225" y="350"/>
                    </a:lnTo>
                    <a:lnTo>
                      <a:pt x="4654" y="4073"/>
                    </a:lnTo>
                    <a:lnTo>
                      <a:pt x="4654" y="4073"/>
                    </a:lnTo>
                    <a:lnTo>
                      <a:pt x="4538" y="4247"/>
                    </a:lnTo>
                    <a:lnTo>
                      <a:pt x="4422" y="4306"/>
                    </a:lnTo>
                    <a:lnTo>
                      <a:pt x="4247" y="4364"/>
                    </a:lnTo>
                    <a:lnTo>
                      <a:pt x="4073" y="4364"/>
                    </a:lnTo>
                    <a:lnTo>
                      <a:pt x="291" y="2909"/>
                    </a:lnTo>
                    <a:lnTo>
                      <a:pt x="291" y="2909"/>
                    </a:lnTo>
                    <a:lnTo>
                      <a:pt x="117" y="2793"/>
                    </a:lnTo>
                    <a:lnTo>
                      <a:pt x="0" y="2677"/>
                    </a:lnTo>
                    <a:lnTo>
                      <a:pt x="0" y="2677"/>
                    </a:lnTo>
                    <a:lnTo>
                      <a:pt x="6225" y="1"/>
                    </a:lnTo>
                    <a:lnTo>
                      <a:pt x="622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33"/>
              <p:cNvSpPr/>
              <p:nvPr/>
            </p:nvSpPr>
            <p:spPr>
              <a:xfrm>
                <a:off x="3178775" y="5312013"/>
                <a:ext cx="155650" cy="109100"/>
              </a:xfrm>
              <a:custGeom>
                <a:avLst/>
                <a:gdLst/>
                <a:ahLst/>
                <a:cxnLst/>
                <a:rect l="l" t="t" r="r" b="b"/>
                <a:pathLst>
                  <a:path w="6226" h="4364" fill="none" extrusionOk="0">
                    <a:moveTo>
                      <a:pt x="6225" y="1687"/>
                    </a:moveTo>
                    <a:lnTo>
                      <a:pt x="6225" y="1687"/>
                    </a:lnTo>
                    <a:lnTo>
                      <a:pt x="6109" y="1513"/>
                    </a:lnTo>
                    <a:lnTo>
                      <a:pt x="5935" y="1455"/>
                    </a:lnTo>
                    <a:lnTo>
                      <a:pt x="2211" y="0"/>
                    </a:lnTo>
                    <a:lnTo>
                      <a:pt x="2211" y="0"/>
                    </a:lnTo>
                    <a:lnTo>
                      <a:pt x="1979" y="0"/>
                    </a:lnTo>
                    <a:lnTo>
                      <a:pt x="1804" y="0"/>
                    </a:lnTo>
                    <a:lnTo>
                      <a:pt x="1688" y="117"/>
                    </a:lnTo>
                    <a:lnTo>
                      <a:pt x="1571" y="291"/>
                    </a:lnTo>
                    <a:lnTo>
                      <a:pt x="59" y="4014"/>
                    </a:lnTo>
                    <a:lnTo>
                      <a:pt x="59" y="4014"/>
                    </a:lnTo>
                    <a:lnTo>
                      <a:pt x="1" y="4189"/>
                    </a:lnTo>
                    <a:lnTo>
                      <a:pt x="59" y="4363"/>
                    </a:lnTo>
                    <a:lnTo>
                      <a:pt x="59" y="4363"/>
                    </a:lnTo>
                    <a:lnTo>
                      <a:pt x="6225" y="1687"/>
                    </a:lnTo>
                    <a:lnTo>
                      <a:pt x="6225" y="168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33"/>
              <p:cNvSpPr/>
              <p:nvPr/>
            </p:nvSpPr>
            <p:spPr>
              <a:xfrm>
                <a:off x="3133700" y="5249463"/>
                <a:ext cx="155650" cy="114925"/>
              </a:xfrm>
              <a:custGeom>
                <a:avLst/>
                <a:gdLst/>
                <a:ahLst/>
                <a:cxnLst/>
                <a:rect l="l" t="t" r="r" b="b"/>
                <a:pathLst>
                  <a:path w="6226" h="4597" fill="none" extrusionOk="0">
                    <a:moveTo>
                      <a:pt x="6225" y="1"/>
                    </a:moveTo>
                    <a:lnTo>
                      <a:pt x="6225" y="1"/>
                    </a:lnTo>
                    <a:lnTo>
                      <a:pt x="6225" y="175"/>
                    </a:lnTo>
                    <a:lnTo>
                      <a:pt x="6225" y="350"/>
                    </a:lnTo>
                    <a:lnTo>
                      <a:pt x="4771" y="4306"/>
                    </a:lnTo>
                    <a:lnTo>
                      <a:pt x="4771" y="4306"/>
                    </a:lnTo>
                    <a:lnTo>
                      <a:pt x="4654" y="4480"/>
                    </a:lnTo>
                    <a:lnTo>
                      <a:pt x="4538" y="4596"/>
                    </a:lnTo>
                    <a:lnTo>
                      <a:pt x="4363" y="4596"/>
                    </a:lnTo>
                    <a:lnTo>
                      <a:pt x="4131" y="4596"/>
                    </a:lnTo>
                    <a:lnTo>
                      <a:pt x="291" y="2968"/>
                    </a:lnTo>
                    <a:lnTo>
                      <a:pt x="291" y="2968"/>
                    </a:lnTo>
                    <a:lnTo>
                      <a:pt x="117" y="2851"/>
                    </a:lnTo>
                    <a:lnTo>
                      <a:pt x="58" y="2677"/>
                    </a:lnTo>
                    <a:lnTo>
                      <a:pt x="0" y="2677"/>
                    </a:lnTo>
                    <a:lnTo>
                      <a:pt x="6225" y="1"/>
                    </a:lnTo>
                    <a:lnTo>
                      <a:pt x="6225"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33"/>
              <p:cNvSpPr/>
              <p:nvPr/>
            </p:nvSpPr>
            <p:spPr>
              <a:xfrm>
                <a:off x="3133700" y="5249463"/>
                <a:ext cx="155650" cy="109100"/>
              </a:xfrm>
              <a:custGeom>
                <a:avLst/>
                <a:gdLst/>
                <a:ahLst/>
                <a:cxnLst/>
                <a:rect l="l" t="t" r="r" b="b"/>
                <a:pathLst>
                  <a:path w="6226" h="4364" fill="none" extrusionOk="0">
                    <a:moveTo>
                      <a:pt x="6225" y="1"/>
                    </a:moveTo>
                    <a:lnTo>
                      <a:pt x="6225" y="1"/>
                    </a:lnTo>
                    <a:lnTo>
                      <a:pt x="6225" y="175"/>
                    </a:lnTo>
                    <a:lnTo>
                      <a:pt x="6225" y="350"/>
                    </a:lnTo>
                    <a:lnTo>
                      <a:pt x="4654" y="4073"/>
                    </a:lnTo>
                    <a:lnTo>
                      <a:pt x="4654" y="4073"/>
                    </a:lnTo>
                    <a:lnTo>
                      <a:pt x="4538" y="4247"/>
                    </a:lnTo>
                    <a:lnTo>
                      <a:pt x="4422" y="4306"/>
                    </a:lnTo>
                    <a:lnTo>
                      <a:pt x="4247" y="4364"/>
                    </a:lnTo>
                    <a:lnTo>
                      <a:pt x="4073" y="4364"/>
                    </a:lnTo>
                    <a:lnTo>
                      <a:pt x="291" y="2909"/>
                    </a:lnTo>
                    <a:lnTo>
                      <a:pt x="291" y="2909"/>
                    </a:lnTo>
                    <a:lnTo>
                      <a:pt x="117" y="2793"/>
                    </a:lnTo>
                    <a:lnTo>
                      <a:pt x="0" y="2677"/>
                    </a:lnTo>
                    <a:lnTo>
                      <a:pt x="0" y="2677"/>
                    </a:lnTo>
                    <a:lnTo>
                      <a:pt x="6225" y="1"/>
                    </a:lnTo>
                    <a:lnTo>
                      <a:pt x="6225"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33"/>
              <p:cNvSpPr/>
              <p:nvPr/>
            </p:nvSpPr>
            <p:spPr>
              <a:xfrm>
                <a:off x="3232600" y="5345463"/>
                <a:ext cx="27650" cy="26200"/>
              </a:xfrm>
              <a:custGeom>
                <a:avLst/>
                <a:gdLst/>
                <a:ahLst/>
                <a:cxnLst/>
                <a:rect l="l" t="t" r="r" b="b"/>
                <a:pathLst>
                  <a:path w="1106" h="1048" extrusionOk="0">
                    <a:moveTo>
                      <a:pt x="349" y="58"/>
                    </a:moveTo>
                    <a:lnTo>
                      <a:pt x="349" y="58"/>
                    </a:lnTo>
                    <a:lnTo>
                      <a:pt x="524" y="0"/>
                    </a:lnTo>
                    <a:lnTo>
                      <a:pt x="756" y="58"/>
                    </a:lnTo>
                    <a:lnTo>
                      <a:pt x="931" y="175"/>
                    </a:lnTo>
                    <a:lnTo>
                      <a:pt x="1047" y="349"/>
                    </a:lnTo>
                    <a:lnTo>
                      <a:pt x="1047" y="349"/>
                    </a:lnTo>
                    <a:lnTo>
                      <a:pt x="1106" y="524"/>
                    </a:lnTo>
                    <a:lnTo>
                      <a:pt x="1047" y="698"/>
                    </a:lnTo>
                    <a:lnTo>
                      <a:pt x="931" y="873"/>
                    </a:lnTo>
                    <a:lnTo>
                      <a:pt x="756" y="989"/>
                    </a:lnTo>
                    <a:lnTo>
                      <a:pt x="756" y="989"/>
                    </a:lnTo>
                    <a:lnTo>
                      <a:pt x="582" y="1047"/>
                    </a:lnTo>
                    <a:lnTo>
                      <a:pt x="349" y="1047"/>
                    </a:lnTo>
                    <a:lnTo>
                      <a:pt x="175" y="931"/>
                    </a:lnTo>
                    <a:lnTo>
                      <a:pt x="58" y="756"/>
                    </a:lnTo>
                    <a:lnTo>
                      <a:pt x="58" y="756"/>
                    </a:lnTo>
                    <a:lnTo>
                      <a:pt x="0" y="524"/>
                    </a:lnTo>
                    <a:lnTo>
                      <a:pt x="58" y="349"/>
                    </a:lnTo>
                    <a:lnTo>
                      <a:pt x="175" y="175"/>
                    </a:lnTo>
                    <a:lnTo>
                      <a:pt x="349" y="58"/>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33"/>
              <p:cNvSpPr/>
              <p:nvPr/>
            </p:nvSpPr>
            <p:spPr>
              <a:xfrm>
                <a:off x="3232600" y="5345463"/>
                <a:ext cx="27650" cy="26200"/>
              </a:xfrm>
              <a:custGeom>
                <a:avLst/>
                <a:gdLst/>
                <a:ahLst/>
                <a:cxnLst/>
                <a:rect l="l" t="t" r="r" b="b"/>
                <a:pathLst>
                  <a:path w="1106" h="1048" fill="none" extrusionOk="0">
                    <a:moveTo>
                      <a:pt x="349" y="58"/>
                    </a:moveTo>
                    <a:lnTo>
                      <a:pt x="349" y="58"/>
                    </a:lnTo>
                    <a:lnTo>
                      <a:pt x="524" y="0"/>
                    </a:lnTo>
                    <a:lnTo>
                      <a:pt x="756" y="58"/>
                    </a:lnTo>
                    <a:lnTo>
                      <a:pt x="931" y="175"/>
                    </a:lnTo>
                    <a:lnTo>
                      <a:pt x="1047" y="349"/>
                    </a:lnTo>
                    <a:lnTo>
                      <a:pt x="1047" y="349"/>
                    </a:lnTo>
                    <a:lnTo>
                      <a:pt x="1106" y="524"/>
                    </a:lnTo>
                    <a:lnTo>
                      <a:pt x="1047" y="698"/>
                    </a:lnTo>
                    <a:lnTo>
                      <a:pt x="931" y="873"/>
                    </a:lnTo>
                    <a:lnTo>
                      <a:pt x="756" y="989"/>
                    </a:lnTo>
                    <a:lnTo>
                      <a:pt x="756" y="989"/>
                    </a:lnTo>
                    <a:lnTo>
                      <a:pt x="582" y="1047"/>
                    </a:lnTo>
                    <a:lnTo>
                      <a:pt x="349" y="1047"/>
                    </a:lnTo>
                    <a:lnTo>
                      <a:pt x="175" y="931"/>
                    </a:lnTo>
                    <a:lnTo>
                      <a:pt x="58" y="756"/>
                    </a:lnTo>
                    <a:lnTo>
                      <a:pt x="58" y="756"/>
                    </a:lnTo>
                    <a:lnTo>
                      <a:pt x="0" y="524"/>
                    </a:lnTo>
                    <a:lnTo>
                      <a:pt x="58" y="349"/>
                    </a:lnTo>
                    <a:lnTo>
                      <a:pt x="175" y="175"/>
                    </a:lnTo>
                    <a:lnTo>
                      <a:pt x="349" y="58"/>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33"/>
              <p:cNvSpPr/>
              <p:nvPr/>
            </p:nvSpPr>
            <p:spPr>
              <a:xfrm>
                <a:off x="3237688" y="5350283"/>
                <a:ext cx="17475" cy="16558"/>
              </a:xfrm>
              <a:custGeom>
                <a:avLst/>
                <a:gdLst/>
                <a:ahLst/>
                <a:cxnLst/>
                <a:rect l="l" t="t" r="r" b="b"/>
                <a:pathLst>
                  <a:path w="1106" h="1048" extrusionOk="0">
                    <a:moveTo>
                      <a:pt x="349" y="58"/>
                    </a:moveTo>
                    <a:lnTo>
                      <a:pt x="349" y="58"/>
                    </a:lnTo>
                    <a:lnTo>
                      <a:pt x="524" y="0"/>
                    </a:lnTo>
                    <a:lnTo>
                      <a:pt x="756" y="58"/>
                    </a:lnTo>
                    <a:lnTo>
                      <a:pt x="931" y="175"/>
                    </a:lnTo>
                    <a:lnTo>
                      <a:pt x="1047" y="349"/>
                    </a:lnTo>
                    <a:lnTo>
                      <a:pt x="1047" y="349"/>
                    </a:lnTo>
                    <a:lnTo>
                      <a:pt x="1106" y="524"/>
                    </a:lnTo>
                    <a:lnTo>
                      <a:pt x="1047" y="698"/>
                    </a:lnTo>
                    <a:lnTo>
                      <a:pt x="931" y="873"/>
                    </a:lnTo>
                    <a:lnTo>
                      <a:pt x="756" y="989"/>
                    </a:lnTo>
                    <a:lnTo>
                      <a:pt x="756" y="989"/>
                    </a:lnTo>
                    <a:lnTo>
                      <a:pt x="582" y="1047"/>
                    </a:lnTo>
                    <a:lnTo>
                      <a:pt x="349" y="1047"/>
                    </a:lnTo>
                    <a:lnTo>
                      <a:pt x="175" y="931"/>
                    </a:lnTo>
                    <a:lnTo>
                      <a:pt x="58" y="756"/>
                    </a:lnTo>
                    <a:lnTo>
                      <a:pt x="58" y="756"/>
                    </a:lnTo>
                    <a:lnTo>
                      <a:pt x="0" y="524"/>
                    </a:lnTo>
                    <a:lnTo>
                      <a:pt x="58" y="349"/>
                    </a:lnTo>
                    <a:lnTo>
                      <a:pt x="175" y="175"/>
                    </a:lnTo>
                    <a:lnTo>
                      <a:pt x="349" y="58"/>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52" name="Google Shape;452;p33"/>
          <p:cNvGrpSpPr/>
          <p:nvPr/>
        </p:nvGrpSpPr>
        <p:grpSpPr>
          <a:xfrm>
            <a:off x="1577866" y="380743"/>
            <a:ext cx="804359" cy="655052"/>
            <a:chOff x="1426316" y="428193"/>
            <a:chExt cx="804359" cy="655052"/>
          </a:xfrm>
        </p:grpSpPr>
        <p:sp>
          <p:nvSpPr>
            <p:cNvPr id="453" name="Google Shape;453;p33"/>
            <p:cNvSpPr/>
            <p:nvPr/>
          </p:nvSpPr>
          <p:spPr>
            <a:xfrm>
              <a:off x="1426316" y="428219"/>
              <a:ext cx="804339" cy="654975"/>
            </a:xfrm>
            <a:custGeom>
              <a:avLst/>
              <a:gdLst/>
              <a:ahLst/>
              <a:cxnLst/>
              <a:rect l="l" t="t" r="r" b="b"/>
              <a:pathLst>
                <a:path w="9716" h="7912" extrusionOk="0">
                  <a:moveTo>
                    <a:pt x="9425" y="2269"/>
                  </a:moveTo>
                  <a:lnTo>
                    <a:pt x="9425" y="2269"/>
                  </a:lnTo>
                  <a:lnTo>
                    <a:pt x="9076" y="2385"/>
                  </a:lnTo>
                  <a:lnTo>
                    <a:pt x="8785" y="2618"/>
                  </a:lnTo>
                  <a:lnTo>
                    <a:pt x="8494" y="2851"/>
                  </a:lnTo>
                  <a:lnTo>
                    <a:pt x="8261" y="3200"/>
                  </a:lnTo>
                  <a:lnTo>
                    <a:pt x="7737" y="3840"/>
                  </a:lnTo>
                  <a:lnTo>
                    <a:pt x="7505" y="4131"/>
                  </a:lnTo>
                  <a:lnTo>
                    <a:pt x="7214" y="4305"/>
                  </a:lnTo>
                  <a:lnTo>
                    <a:pt x="7214" y="4305"/>
                  </a:lnTo>
                  <a:lnTo>
                    <a:pt x="7214" y="4305"/>
                  </a:lnTo>
                  <a:lnTo>
                    <a:pt x="7214" y="4247"/>
                  </a:lnTo>
                  <a:lnTo>
                    <a:pt x="7214" y="4247"/>
                  </a:lnTo>
                  <a:lnTo>
                    <a:pt x="7214" y="4131"/>
                  </a:lnTo>
                  <a:lnTo>
                    <a:pt x="7214" y="4131"/>
                  </a:lnTo>
                  <a:lnTo>
                    <a:pt x="7214" y="4014"/>
                  </a:lnTo>
                  <a:lnTo>
                    <a:pt x="7214" y="4014"/>
                  </a:lnTo>
                  <a:lnTo>
                    <a:pt x="7214" y="3898"/>
                  </a:lnTo>
                  <a:lnTo>
                    <a:pt x="7214" y="3840"/>
                  </a:lnTo>
                  <a:lnTo>
                    <a:pt x="7214" y="3840"/>
                  </a:lnTo>
                  <a:lnTo>
                    <a:pt x="7214" y="3665"/>
                  </a:lnTo>
                  <a:lnTo>
                    <a:pt x="7214" y="3665"/>
                  </a:lnTo>
                  <a:lnTo>
                    <a:pt x="7214" y="3665"/>
                  </a:lnTo>
                  <a:lnTo>
                    <a:pt x="7214" y="3549"/>
                  </a:lnTo>
                  <a:lnTo>
                    <a:pt x="7156" y="3491"/>
                  </a:lnTo>
                  <a:lnTo>
                    <a:pt x="7156" y="3491"/>
                  </a:lnTo>
                  <a:lnTo>
                    <a:pt x="7156" y="3374"/>
                  </a:lnTo>
                  <a:lnTo>
                    <a:pt x="7156" y="3316"/>
                  </a:lnTo>
                  <a:lnTo>
                    <a:pt x="7156" y="3316"/>
                  </a:lnTo>
                  <a:lnTo>
                    <a:pt x="7098" y="3200"/>
                  </a:lnTo>
                  <a:lnTo>
                    <a:pt x="7098" y="3142"/>
                  </a:lnTo>
                  <a:lnTo>
                    <a:pt x="7098" y="3142"/>
                  </a:lnTo>
                  <a:lnTo>
                    <a:pt x="7039" y="3025"/>
                  </a:lnTo>
                  <a:lnTo>
                    <a:pt x="7039" y="2967"/>
                  </a:lnTo>
                  <a:lnTo>
                    <a:pt x="7039" y="2967"/>
                  </a:lnTo>
                  <a:lnTo>
                    <a:pt x="6981" y="2793"/>
                  </a:lnTo>
                  <a:lnTo>
                    <a:pt x="6981" y="2793"/>
                  </a:lnTo>
                  <a:lnTo>
                    <a:pt x="6981" y="2793"/>
                  </a:lnTo>
                  <a:lnTo>
                    <a:pt x="6923" y="2618"/>
                  </a:lnTo>
                  <a:lnTo>
                    <a:pt x="6923" y="2618"/>
                  </a:lnTo>
                  <a:lnTo>
                    <a:pt x="6923" y="2618"/>
                  </a:lnTo>
                  <a:lnTo>
                    <a:pt x="6865" y="2502"/>
                  </a:lnTo>
                  <a:lnTo>
                    <a:pt x="6807" y="2443"/>
                  </a:lnTo>
                  <a:lnTo>
                    <a:pt x="6807" y="2443"/>
                  </a:lnTo>
                  <a:lnTo>
                    <a:pt x="6749" y="2327"/>
                  </a:lnTo>
                  <a:lnTo>
                    <a:pt x="6749" y="2269"/>
                  </a:lnTo>
                  <a:lnTo>
                    <a:pt x="6749" y="2269"/>
                  </a:lnTo>
                  <a:lnTo>
                    <a:pt x="6632" y="2211"/>
                  </a:lnTo>
                  <a:lnTo>
                    <a:pt x="6632" y="2153"/>
                  </a:lnTo>
                  <a:lnTo>
                    <a:pt x="6632" y="2153"/>
                  </a:lnTo>
                  <a:lnTo>
                    <a:pt x="6516" y="2036"/>
                  </a:lnTo>
                  <a:lnTo>
                    <a:pt x="6516" y="2036"/>
                  </a:lnTo>
                  <a:lnTo>
                    <a:pt x="6516" y="2036"/>
                  </a:lnTo>
                  <a:lnTo>
                    <a:pt x="6516" y="2036"/>
                  </a:lnTo>
                  <a:lnTo>
                    <a:pt x="6283" y="1745"/>
                  </a:lnTo>
                  <a:lnTo>
                    <a:pt x="5934" y="1454"/>
                  </a:lnTo>
                  <a:lnTo>
                    <a:pt x="5585" y="1222"/>
                  </a:lnTo>
                  <a:lnTo>
                    <a:pt x="5236" y="1047"/>
                  </a:lnTo>
                  <a:lnTo>
                    <a:pt x="5236" y="1047"/>
                  </a:lnTo>
                  <a:lnTo>
                    <a:pt x="5236" y="1047"/>
                  </a:lnTo>
                  <a:lnTo>
                    <a:pt x="5294" y="989"/>
                  </a:lnTo>
                  <a:lnTo>
                    <a:pt x="5352" y="989"/>
                  </a:lnTo>
                  <a:lnTo>
                    <a:pt x="5410" y="989"/>
                  </a:lnTo>
                  <a:lnTo>
                    <a:pt x="5410" y="931"/>
                  </a:lnTo>
                  <a:lnTo>
                    <a:pt x="5469" y="931"/>
                  </a:lnTo>
                  <a:lnTo>
                    <a:pt x="5469" y="873"/>
                  </a:lnTo>
                  <a:lnTo>
                    <a:pt x="5527" y="873"/>
                  </a:lnTo>
                  <a:lnTo>
                    <a:pt x="5527" y="815"/>
                  </a:lnTo>
                  <a:lnTo>
                    <a:pt x="5527" y="815"/>
                  </a:lnTo>
                  <a:lnTo>
                    <a:pt x="5643" y="698"/>
                  </a:lnTo>
                  <a:lnTo>
                    <a:pt x="5643" y="698"/>
                  </a:lnTo>
                  <a:lnTo>
                    <a:pt x="5643" y="640"/>
                  </a:lnTo>
                  <a:lnTo>
                    <a:pt x="5643" y="640"/>
                  </a:lnTo>
                  <a:lnTo>
                    <a:pt x="5701" y="582"/>
                  </a:lnTo>
                  <a:lnTo>
                    <a:pt x="5701" y="582"/>
                  </a:lnTo>
                  <a:lnTo>
                    <a:pt x="5701" y="582"/>
                  </a:lnTo>
                  <a:lnTo>
                    <a:pt x="5701" y="465"/>
                  </a:lnTo>
                  <a:lnTo>
                    <a:pt x="5701" y="407"/>
                  </a:lnTo>
                  <a:lnTo>
                    <a:pt x="5701" y="407"/>
                  </a:lnTo>
                  <a:lnTo>
                    <a:pt x="5701" y="407"/>
                  </a:lnTo>
                  <a:lnTo>
                    <a:pt x="5643" y="349"/>
                  </a:lnTo>
                  <a:lnTo>
                    <a:pt x="5585" y="291"/>
                  </a:lnTo>
                  <a:lnTo>
                    <a:pt x="4596" y="58"/>
                  </a:lnTo>
                  <a:lnTo>
                    <a:pt x="4480" y="0"/>
                  </a:lnTo>
                  <a:lnTo>
                    <a:pt x="4480" y="0"/>
                  </a:lnTo>
                  <a:lnTo>
                    <a:pt x="4421" y="0"/>
                  </a:lnTo>
                  <a:lnTo>
                    <a:pt x="4363" y="58"/>
                  </a:lnTo>
                  <a:lnTo>
                    <a:pt x="4305" y="233"/>
                  </a:lnTo>
                  <a:lnTo>
                    <a:pt x="4305" y="407"/>
                  </a:lnTo>
                  <a:lnTo>
                    <a:pt x="4363" y="640"/>
                  </a:lnTo>
                  <a:lnTo>
                    <a:pt x="4363" y="640"/>
                  </a:lnTo>
                  <a:lnTo>
                    <a:pt x="4363" y="640"/>
                  </a:lnTo>
                  <a:lnTo>
                    <a:pt x="4363" y="698"/>
                  </a:lnTo>
                  <a:lnTo>
                    <a:pt x="4421" y="756"/>
                  </a:lnTo>
                  <a:lnTo>
                    <a:pt x="4421" y="756"/>
                  </a:lnTo>
                  <a:lnTo>
                    <a:pt x="4421" y="756"/>
                  </a:lnTo>
                  <a:lnTo>
                    <a:pt x="4480" y="815"/>
                  </a:lnTo>
                  <a:lnTo>
                    <a:pt x="4480" y="815"/>
                  </a:lnTo>
                  <a:lnTo>
                    <a:pt x="3840" y="815"/>
                  </a:lnTo>
                  <a:lnTo>
                    <a:pt x="3200" y="931"/>
                  </a:lnTo>
                  <a:lnTo>
                    <a:pt x="2618" y="1105"/>
                  </a:lnTo>
                  <a:lnTo>
                    <a:pt x="2094" y="1454"/>
                  </a:lnTo>
                  <a:lnTo>
                    <a:pt x="2094" y="1454"/>
                  </a:lnTo>
                  <a:lnTo>
                    <a:pt x="2094" y="1454"/>
                  </a:lnTo>
                  <a:lnTo>
                    <a:pt x="2036" y="1396"/>
                  </a:lnTo>
                  <a:lnTo>
                    <a:pt x="2036" y="1338"/>
                  </a:lnTo>
                  <a:lnTo>
                    <a:pt x="1978" y="1280"/>
                  </a:lnTo>
                  <a:lnTo>
                    <a:pt x="1978" y="1280"/>
                  </a:lnTo>
                  <a:lnTo>
                    <a:pt x="1920" y="1222"/>
                  </a:lnTo>
                  <a:lnTo>
                    <a:pt x="1920" y="1222"/>
                  </a:lnTo>
                  <a:lnTo>
                    <a:pt x="1920" y="1222"/>
                  </a:lnTo>
                  <a:lnTo>
                    <a:pt x="1862" y="1164"/>
                  </a:lnTo>
                  <a:lnTo>
                    <a:pt x="1862" y="1164"/>
                  </a:lnTo>
                  <a:lnTo>
                    <a:pt x="1629" y="989"/>
                  </a:lnTo>
                  <a:lnTo>
                    <a:pt x="1338" y="873"/>
                  </a:lnTo>
                  <a:lnTo>
                    <a:pt x="1338" y="873"/>
                  </a:lnTo>
                  <a:lnTo>
                    <a:pt x="1047" y="873"/>
                  </a:lnTo>
                  <a:lnTo>
                    <a:pt x="756" y="931"/>
                  </a:lnTo>
                  <a:lnTo>
                    <a:pt x="756" y="931"/>
                  </a:lnTo>
                  <a:lnTo>
                    <a:pt x="582" y="989"/>
                  </a:lnTo>
                  <a:lnTo>
                    <a:pt x="407" y="1105"/>
                  </a:lnTo>
                  <a:lnTo>
                    <a:pt x="291" y="1280"/>
                  </a:lnTo>
                  <a:lnTo>
                    <a:pt x="116" y="1513"/>
                  </a:lnTo>
                  <a:lnTo>
                    <a:pt x="116" y="1513"/>
                  </a:lnTo>
                  <a:lnTo>
                    <a:pt x="0" y="1920"/>
                  </a:lnTo>
                  <a:lnTo>
                    <a:pt x="0" y="2327"/>
                  </a:lnTo>
                  <a:lnTo>
                    <a:pt x="58" y="2734"/>
                  </a:lnTo>
                  <a:lnTo>
                    <a:pt x="175" y="3142"/>
                  </a:lnTo>
                  <a:lnTo>
                    <a:pt x="175" y="3142"/>
                  </a:lnTo>
                  <a:lnTo>
                    <a:pt x="291" y="3607"/>
                  </a:lnTo>
                  <a:lnTo>
                    <a:pt x="291" y="3840"/>
                  </a:lnTo>
                  <a:lnTo>
                    <a:pt x="291" y="4014"/>
                  </a:lnTo>
                  <a:lnTo>
                    <a:pt x="291" y="4014"/>
                  </a:lnTo>
                  <a:lnTo>
                    <a:pt x="291" y="4189"/>
                  </a:lnTo>
                  <a:lnTo>
                    <a:pt x="291" y="4189"/>
                  </a:lnTo>
                  <a:lnTo>
                    <a:pt x="349" y="4189"/>
                  </a:lnTo>
                  <a:lnTo>
                    <a:pt x="349" y="4247"/>
                  </a:lnTo>
                  <a:lnTo>
                    <a:pt x="349" y="4247"/>
                  </a:lnTo>
                  <a:lnTo>
                    <a:pt x="349" y="4305"/>
                  </a:lnTo>
                  <a:lnTo>
                    <a:pt x="407" y="4305"/>
                  </a:lnTo>
                  <a:lnTo>
                    <a:pt x="407" y="4305"/>
                  </a:lnTo>
                  <a:lnTo>
                    <a:pt x="466" y="4305"/>
                  </a:lnTo>
                  <a:lnTo>
                    <a:pt x="466" y="4363"/>
                  </a:lnTo>
                  <a:lnTo>
                    <a:pt x="524" y="4363"/>
                  </a:lnTo>
                  <a:lnTo>
                    <a:pt x="524" y="4363"/>
                  </a:lnTo>
                  <a:lnTo>
                    <a:pt x="698" y="4305"/>
                  </a:lnTo>
                  <a:lnTo>
                    <a:pt x="756" y="4131"/>
                  </a:lnTo>
                  <a:lnTo>
                    <a:pt x="756" y="4131"/>
                  </a:lnTo>
                  <a:lnTo>
                    <a:pt x="815" y="4072"/>
                  </a:lnTo>
                  <a:lnTo>
                    <a:pt x="815" y="4072"/>
                  </a:lnTo>
                  <a:lnTo>
                    <a:pt x="815" y="4421"/>
                  </a:lnTo>
                  <a:lnTo>
                    <a:pt x="873" y="4771"/>
                  </a:lnTo>
                  <a:lnTo>
                    <a:pt x="989" y="5120"/>
                  </a:lnTo>
                  <a:lnTo>
                    <a:pt x="1105" y="5410"/>
                  </a:lnTo>
                  <a:lnTo>
                    <a:pt x="1105" y="5410"/>
                  </a:lnTo>
                  <a:lnTo>
                    <a:pt x="1164" y="5469"/>
                  </a:lnTo>
                  <a:lnTo>
                    <a:pt x="1164" y="5469"/>
                  </a:lnTo>
                  <a:lnTo>
                    <a:pt x="1164" y="5527"/>
                  </a:lnTo>
                  <a:lnTo>
                    <a:pt x="1222" y="5585"/>
                  </a:lnTo>
                  <a:lnTo>
                    <a:pt x="1222" y="5585"/>
                  </a:lnTo>
                  <a:lnTo>
                    <a:pt x="1280" y="5701"/>
                  </a:lnTo>
                  <a:lnTo>
                    <a:pt x="1280" y="5759"/>
                  </a:lnTo>
                  <a:lnTo>
                    <a:pt x="1280" y="5759"/>
                  </a:lnTo>
                  <a:lnTo>
                    <a:pt x="1338" y="5818"/>
                  </a:lnTo>
                  <a:lnTo>
                    <a:pt x="1396" y="5876"/>
                  </a:lnTo>
                  <a:lnTo>
                    <a:pt x="1396" y="5876"/>
                  </a:lnTo>
                  <a:lnTo>
                    <a:pt x="1455" y="5992"/>
                  </a:lnTo>
                  <a:lnTo>
                    <a:pt x="1513" y="5992"/>
                  </a:lnTo>
                  <a:lnTo>
                    <a:pt x="1513" y="5992"/>
                  </a:lnTo>
                  <a:lnTo>
                    <a:pt x="1571" y="6109"/>
                  </a:lnTo>
                  <a:lnTo>
                    <a:pt x="1571" y="6167"/>
                  </a:lnTo>
                  <a:lnTo>
                    <a:pt x="1571" y="6167"/>
                  </a:lnTo>
                  <a:lnTo>
                    <a:pt x="1804" y="6399"/>
                  </a:lnTo>
                  <a:lnTo>
                    <a:pt x="1862" y="6399"/>
                  </a:lnTo>
                  <a:lnTo>
                    <a:pt x="1862" y="6399"/>
                  </a:lnTo>
                  <a:lnTo>
                    <a:pt x="1920" y="6458"/>
                  </a:lnTo>
                  <a:lnTo>
                    <a:pt x="1978" y="6516"/>
                  </a:lnTo>
                  <a:lnTo>
                    <a:pt x="1978" y="6516"/>
                  </a:lnTo>
                  <a:lnTo>
                    <a:pt x="2094" y="6574"/>
                  </a:lnTo>
                  <a:lnTo>
                    <a:pt x="2153" y="6632"/>
                  </a:lnTo>
                  <a:lnTo>
                    <a:pt x="2153" y="6632"/>
                  </a:lnTo>
                  <a:lnTo>
                    <a:pt x="2211" y="6690"/>
                  </a:lnTo>
                  <a:lnTo>
                    <a:pt x="2269" y="6690"/>
                  </a:lnTo>
                  <a:lnTo>
                    <a:pt x="2269" y="6690"/>
                  </a:lnTo>
                  <a:lnTo>
                    <a:pt x="1978" y="6690"/>
                  </a:lnTo>
                  <a:lnTo>
                    <a:pt x="1745" y="6807"/>
                  </a:lnTo>
                  <a:lnTo>
                    <a:pt x="1571" y="6923"/>
                  </a:lnTo>
                  <a:lnTo>
                    <a:pt x="1513" y="7039"/>
                  </a:lnTo>
                  <a:lnTo>
                    <a:pt x="1513" y="7039"/>
                  </a:lnTo>
                  <a:lnTo>
                    <a:pt x="1513" y="7039"/>
                  </a:lnTo>
                  <a:lnTo>
                    <a:pt x="1513" y="7098"/>
                  </a:lnTo>
                  <a:lnTo>
                    <a:pt x="1513" y="7098"/>
                  </a:lnTo>
                  <a:lnTo>
                    <a:pt x="1513" y="7098"/>
                  </a:lnTo>
                  <a:lnTo>
                    <a:pt x="1513" y="7156"/>
                  </a:lnTo>
                  <a:lnTo>
                    <a:pt x="1571" y="7156"/>
                  </a:lnTo>
                  <a:lnTo>
                    <a:pt x="1571" y="7156"/>
                  </a:lnTo>
                  <a:lnTo>
                    <a:pt x="1571" y="7156"/>
                  </a:lnTo>
                  <a:lnTo>
                    <a:pt x="1629" y="7156"/>
                  </a:lnTo>
                  <a:lnTo>
                    <a:pt x="2793" y="7447"/>
                  </a:lnTo>
                  <a:lnTo>
                    <a:pt x="4538" y="7912"/>
                  </a:lnTo>
                  <a:lnTo>
                    <a:pt x="4596" y="7912"/>
                  </a:lnTo>
                  <a:lnTo>
                    <a:pt x="4596" y="7912"/>
                  </a:lnTo>
                  <a:lnTo>
                    <a:pt x="4654" y="7912"/>
                  </a:lnTo>
                  <a:lnTo>
                    <a:pt x="4654" y="7912"/>
                  </a:lnTo>
                  <a:lnTo>
                    <a:pt x="4654" y="7912"/>
                  </a:lnTo>
                  <a:lnTo>
                    <a:pt x="4654" y="7912"/>
                  </a:lnTo>
                  <a:lnTo>
                    <a:pt x="4654" y="7854"/>
                  </a:lnTo>
                  <a:lnTo>
                    <a:pt x="4654" y="7854"/>
                  </a:lnTo>
                  <a:lnTo>
                    <a:pt x="4712" y="7796"/>
                  </a:lnTo>
                  <a:lnTo>
                    <a:pt x="4712" y="7796"/>
                  </a:lnTo>
                  <a:lnTo>
                    <a:pt x="4654" y="7796"/>
                  </a:lnTo>
                  <a:lnTo>
                    <a:pt x="4654" y="7737"/>
                  </a:lnTo>
                  <a:lnTo>
                    <a:pt x="4654" y="7737"/>
                  </a:lnTo>
                  <a:lnTo>
                    <a:pt x="4654" y="7679"/>
                  </a:lnTo>
                  <a:lnTo>
                    <a:pt x="4654" y="7621"/>
                  </a:lnTo>
                  <a:lnTo>
                    <a:pt x="4596" y="7621"/>
                  </a:lnTo>
                  <a:lnTo>
                    <a:pt x="4596" y="7563"/>
                  </a:lnTo>
                  <a:lnTo>
                    <a:pt x="4596" y="7563"/>
                  </a:lnTo>
                  <a:lnTo>
                    <a:pt x="4538" y="7505"/>
                  </a:lnTo>
                  <a:lnTo>
                    <a:pt x="4538" y="7505"/>
                  </a:lnTo>
                  <a:lnTo>
                    <a:pt x="4538" y="7505"/>
                  </a:lnTo>
                  <a:lnTo>
                    <a:pt x="4538" y="7505"/>
                  </a:lnTo>
                  <a:lnTo>
                    <a:pt x="4538" y="7505"/>
                  </a:lnTo>
                  <a:lnTo>
                    <a:pt x="4363" y="7330"/>
                  </a:lnTo>
                  <a:lnTo>
                    <a:pt x="4189" y="7214"/>
                  </a:lnTo>
                  <a:lnTo>
                    <a:pt x="4189" y="7214"/>
                  </a:lnTo>
                  <a:lnTo>
                    <a:pt x="4189" y="7214"/>
                  </a:lnTo>
                  <a:lnTo>
                    <a:pt x="4654" y="7156"/>
                  </a:lnTo>
                  <a:lnTo>
                    <a:pt x="4654" y="7156"/>
                  </a:lnTo>
                  <a:lnTo>
                    <a:pt x="5236" y="6981"/>
                  </a:lnTo>
                  <a:lnTo>
                    <a:pt x="5236" y="6981"/>
                  </a:lnTo>
                  <a:lnTo>
                    <a:pt x="5352" y="6923"/>
                  </a:lnTo>
                  <a:lnTo>
                    <a:pt x="5352" y="6923"/>
                  </a:lnTo>
                  <a:lnTo>
                    <a:pt x="5876" y="6632"/>
                  </a:lnTo>
                  <a:lnTo>
                    <a:pt x="5876" y="6632"/>
                  </a:lnTo>
                  <a:lnTo>
                    <a:pt x="6167" y="6399"/>
                  </a:lnTo>
                  <a:lnTo>
                    <a:pt x="6167" y="6399"/>
                  </a:lnTo>
                  <a:lnTo>
                    <a:pt x="6399" y="6167"/>
                  </a:lnTo>
                  <a:lnTo>
                    <a:pt x="6632" y="5876"/>
                  </a:lnTo>
                  <a:lnTo>
                    <a:pt x="6632" y="5876"/>
                  </a:lnTo>
                  <a:lnTo>
                    <a:pt x="6632" y="5876"/>
                  </a:lnTo>
                  <a:lnTo>
                    <a:pt x="6632" y="5876"/>
                  </a:lnTo>
                  <a:lnTo>
                    <a:pt x="6865" y="5934"/>
                  </a:lnTo>
                  <a:lnTo>
                    <a:pt x="6865" y="5934"/>
                  </a:lnTo>
                  <a:lnTo>
                    <a:pt x="6865" y="5934"/>
                  </a:lnTo>
                  <a:lnTo>
                    <a:pt x="7214" y="5876"/>
                  </a:lnTo>
                  <a:lnTo>
                    <a:pt x="7214" y="5876"/>
                  </a:lnTo>
                  <a:lnTo>
                    <a:pt x="7330" y="5876"/>
                  </a:lnTo>
                  <a:lnTo>
                    <a:pt x="7330" y="5876"/>
                  </a:lnTo>
                  <a:lnTo>
                    <a:pt x="7330" y="5876"/>
                  </a:lnTo>
                  <a:lnTo>
                    <a:pt x="7447" y="5818"/>
                  </a:lnTo>
                  <a:lnTo>
                    <a:pt x="7447" y="5818"/>
                  </a:lnTo>
                  <a:lnTo>
                    <a:pt x="7505" y="5818"/>
                  </a:lnTo>
                  <a:lnTo>
                    <a:pt x="7505" y="5818"/>
                  </a:lnTo>
                  <a:lnTo>
                    <a:pt x="7737" y="5643"/>
                  </a:lnTo>
                  <a:lnTo>
                    <a:pt x="7737" y="5643"/>
                  </a:lnTo>
                  <a:lnTo>
                    <a:pt x="7796" y="5643"/>
                  </a:lnTo>
                  <a:lnTo>
                    <a:pt x="7796" y="5643"/>
                  </a:lnTo>
                  <a:lnTo>
                    <a:pt x="7970" y="5469"/>
                  </a:lnTo>
                  <a:lnTo>
                    <a:pt x="7970" y="5469"/>
                  </a:lnTo>
                  <a:lnTo>
                    <a:pt x="7970" y="5469"/>
                  </a:lnTo>
                  <a:lnTo>
                    <a:pt x="8145" y="5178"/>
                  </a:lnTo>
                  <a:lnTo>
                    <a:pt x="8319" y="4887"/>
                  </a:lnTo>
                  <a:lnTo>
                    <a:pt x="8552" y="4247"/>
                  </a:lnTo>
                  <a:lnTo>
                    <a:pt x="8843" y="3665"/>
                  </a:lnTo>
                  <a:lnTo>
                    <a:pt x="8959" y="3374"/>
                  </a:lnTo>
                  <a:lnTo>
                    <a:pt x="9134" y="3200"/>
                  </a:lnTo>
                  <a:lnTo>
                    <a:pt x="9134" y="3200"/>
                  </a:lnTo>
                  <a:lnTo>
                    <a:pt x="9308" y="3025"/>
                  </a:lnTo>
                  <a:lnTo>
                    <a:pt x="9541" y="2967"/>
                  </a:lnTo>
                  <a:lnTo>
                    <a:pt x="9599" y="2967"/>
                  </a:lnTo>
                  <a:lnTo>
                    <a:pt x="9599" y="2967"/>
                  </a:lnTo>
                  <a:lnTo>
                    <a:pt x="9599" y="2909"/>
                  </a:lnTo>
                  <a:lnTo>
                    <a:pt x="9657" y="2909"/>
                  </a:lnTo>
                  <a:lnTo>
                    <a:pt x="9657" y="2909"/>
                  </a:lnTo>
                  <a:lnTo>
                    <a:pt x="9657" y="2851"/>
                  </a:lnTo>
                  <a:lnTo>
                    <a:pt x="9657" y="2851"/>
                  </a:lnTo>
                  <a:lnTo>
                    <a:pt x="9657" y="2851"/>
                  </a:lnTo>
                  <a:lnTo>
                    <a:pt x="9657" y="2851"/>
                  </a:lnTo>
                  <a:lnTo>
                    <a:pt x="9715" y="2676"/>
                  </a:lnTo>
                  <a:lnTo>
                    <a:pt x="9657" y="2502"/>
                  </a:lnTo>
                  <a:lnTo>
                    <a:pt x="9599" y="2327"/>
                  </a:lnTo>
                  <a:lnTo>
                    <a:pt x="9541" y="2269"/>
                  </a:lnTo>
                  <a:lnTo>
                    <a:pt x="9425" y="2269"/>
                  </a:lnTo>
                  <a:lnTo>
                    <a:pt x="9425" y="2269"/>
                  </a:lnTo>
                  <a:close/>
                  <a:moveTo>
                    <a:pt x="815" y="3782"/>
                  </a:moveTo>
                  <a:lnTo>
                    <a:pt x="815" y="3782"/>
                  </a:lnTo>
                  <a:lnTo>
                    <a:pt x="756" y="3374"/>
                  </a:lnTo>
                  <a:lnTo>
                    <a:pt x="640" y="2967"/>
                  </a:lnTo>
                  <a:lnTo>
                    <a:pt x="640" y="2967"/>
                  </a:lnTo>
                  <a:lnTo>
                    <a:pt x="582" y="2618"/>
                  </a:lnTo>
                  <a:lnTo>
                    <a:pt x="524" y="2269"/>
                  </a:lnTo>
                  <a:lnTo>
                    <a:pt x="524" y="2269"/>
                  </a:lnTo>
                  <a:lnTo>
                    <a:pt x="524" y="1978"/>
                  </a:lnTo>
                  <a:lnTo>
                    <a:pt x="582" y="1745"/>
                  </a:lnTo>
                  <a:lnTo>
                    <a:pt x="582" y="1745"/>
                  </a:lnTo>
                  <a:lnTo>
                    <a:pt x="756" y="1513"/>
                  </a:lnTo>
                  <a:lnTo>
                    <a:pt x="873" y="1396"/>
                  </a:lnTo>
                  <a:lnTo>
                    <a:pt x="931" y="1396"/>
                  </a:lnTo>
                  <a:lnTo>
                    <a:pt x="931" y="1396"/>
                  </a:lnTo>
                  <a:lnTo>
                    <a:pt x="931" y="1396"/>
                  </a:lnTo>
                  <a:lnTo>
                    <a:pt x="989" y="1396"/>
                  </a:lnTo>
                  <a:lnTo>
                    <a:pt x="989" y="1396"/>
                  </a:lnTo>
                  <a:lnTo>
                    <a:pt x="1105" y="1338"/>
                  </a:lnTo>
                  <a:lnTo>
                    <a:pt x="1222" y="1338"/>
                  </a:lnTo>
                  <a:lnTo>
                    <a:pt x="1222" y="1338"/>
                  </a:lnTo>
                  <a:lnTo>
                    <a:pt x="1280" y="1396"/>
                  </a:lnTo>
                  <a:lnTo>
                    <a:pt x="1280" y="1396"/>
                  </a:lnTo>
                  <a:lnTo>
                    <a:pt x="1513" y="1513"/>
                  </a:lnTo>
                  <a:lnTo>
                    <a:pt x="1513" y="1513"/>
                  </a:lnTo>
                  <a:lnTo>
                    <a:pt x="1513" y="1513"/>
                  </a:lnTo>
                  <a:lnTo>
                    <a:pt x="1513" y="1513"/>
                  </a:lnTo>
                  <a:lnTo>
                    <a:pt x="1629" y="1629"/>
                  </a:lnTo>
                  <a:lnTo>
                    <a:pt x="1687" y="1804"/>
                  </a:lnTo>
                  <a:lnTo>
                    <a:pt x="1687" y="1804"/>
                  </a:lnTo>
                  <a:lnTo>
                    <a:pt x="1396" y="2094"/>
                  </a:lnTo>
                  <a:lnTo>
                    <a:pt x="1222" y="2443"/>
                  </a:lnTo>
                  <a:lnTo>
                    <a:pt x="1047" y="2793"/>
                  </a:lnTo>
                  <a:lnTo>
                    <a:pt x="873" y="3200"/>
                  </a:lnTo>
                  <a:lnTo>
                    <a:pt x="873" y="3200"/>
                  </a:lnTo>
                  <a:lnTo>
                    <a:pt x="815" y="3782"/>
                  </a:lnTo>
                  <a:lnTo>
                    <a:pt x="815" y="3782"/>
                  </a:lnTo>
                  <a:close/>
                </a:path>
              </a:pathLst>
            </a:custGeom>
            <a:solidFill>
              <a:schemeClr val="accent4"/>
            </a:solidFill>
            <a:ln w="76200" cap="flat" cmpd="sng">
              <a:solidFill>
                <a:schemeClr val="accent4"/>
              </a:solidFill>
              <a:prstDash val="solid"/>
              <a:round/>
              <a:headEnd type="none" w="sm" len="sm"/>
              <a:tailEnd type="none" w="sm" len="sm"/>
            </a:ln>
            <a:effectLst>
              <a:outerShdw blurRad="57150" dist="19050" dir="6000000" algn="bl" rotWithShape="0">
                <a:schemeClr val="accent3">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54" name="Google Shape;454;p33"/>
            <p:cNvGrpSpPr/>
            <p:nvPr/>
          </p:nvGrpSpPr>
          <p:grpSpPr>
            <a:xfrm>
              <a:off x="1426327" y="428193"/>
              <a:ext cx="804349" cy="655052"/>
              <a:chOff x="1411877" y="418605"/>
              <a:chExt cx="804349" cy="655052"/>
            </a:xfrm>
          </p:grpSpPr>
          <p:sp>
            <p:nvSpPr>
              <p:cNvPr id="455" name="Google Shape;455;p33"/>
              <p:cNvSpPr/>
              <p:nvPr/>
            </p:nvSpPr>
            <p:spPr>
              <a:xfrm>
                <a:off x="1411877" y="485990"/>
                <a:ext cx="178236" cy="289076"/>
              </a:xfrm>
              <a:custGeom>
                <a:avLst/>
                <a:gdLst/>
                <a:ahLst/>
                <a:cxnLst/>
                <a:rect l="l" t="t" r="r" b="b"/>
                <a:pathLst>
                  <a:path w="2153" h="3492" extrusionOk="0">
                    <a:moveTo>
                      <a:pt x="1687" y="1048"/>
                    </a:moveTo>
                    <a:lnTo>
                      <a:pt x="1687" y="1048"/>
                    </a:lnTo>
                    <a:lnTo>
                      <a:pt x="1687" y="1164"/>
                    </a:lnTo>
                    <a:lnTo>
                      <a:pt x="1745" y="1222"/>
                    </a:lnTo>
                    <a:lnTo>
                      <a:pt x="1862" y="1280"/>
                    </a:lnTo>
                    <a:lnTo>
                      <a:pt x="1920" y="1280"/>
                    </a:lnTo>
                    <a:lnTo>
                      <a:pt x="1920" y="1280"/>
                    </a:lnTo>
                    <a:lnTo>
                      <a:pt x="2036" y="1280"/>
                    </a:lnTo>
                    <a:lnTo>
                      <a:pt x="2094" y="1222"/>
                    </a:lnTo>
                    <a:lnTo>
                      <a:pt x="2153" y="1106"/>
                    </a:lnTo>
                    <a:lnTo>
                      <a:pt x="2153" y="990"/>
                    </a:lnTo>
                    <a:lnTo>
                      <a:pt x="2153" y="990"/>
                    </a:lnTo>
                    <a:lnTo>
                      <a:pt x="2153" y="815"/>
                    </a:lnTo>
                    <a:lnTo>
                      <a:pt x="2094" y="640"/>
                    </a:lnTo>
                    <a:lnTo>
                      <a:pt x="1978" y="466"/>
                    </a:lnTo>
                    <a:lnTo>
                      <a:pt x="1862" y="291"/>
                    </a:lnTo>
                    <a:lnTo>
                      <a:pt x="1862" y="291"/>
                    </a:lnTo>
                    <a:lnTo>
                      <a:pt x="1629" y="117"/>
                    </a:lnTo>
                    <a:lnTo>
                      <a:pt x="1338" y="59"/>
                    </a:lnTo>
                    <a:lnTo>
                      <a:pt x="1338" y="59"/>
                    </a:lnTo>
                    <a:lnTo>
                      <a:pt x="1047" y="1"/>
                    </a:lnTo>
                    <a:lnTo>
                      <a:pt x="756" y="59"/>
                    </a:lnTo>
                    <a:lnTo>
                      <a:pt x="756" y="59"/>
                    </a:lnTo>
                    <a:lnTo>
                      <a:pt x="582" y="175"/>
                    </a:lnTo>
                    <a:lnTo>
                      <a:pt x="407" y="291"/>
                    </a:lnTo>
                    <a:lnTo>
                      <a:pt x="291" y="466"/>
                    </a:lnTo>
                    <a:lnTo>
                      <a:pt x="116" y="699"/>
                    </a:lnTo>
                    <a:lnTo>
                      <a:pt x="116" y="699"/>
                    </a:lnTo>
                    <a:lnTo>
                      <a:pt x="0" y="1106"/>
                    </a:lnTo>
                    <a:lnTo>
                      <a:pt x="0" y="1455"/>
                    </a:lnTo>
                    <a:lnTo>
                      <a:pt x="58" y="1862"/>
                    </a:lnTo>
                    <a:lnTo>
                      <a:pt x="175" y="2269"/>
                    </a:lnTo>
                    <a:lnTo>
                      <a:pt x="175" y="2269"/>
                    </a:lnTo>
                    <a:lnTo>
                      <a:pt x="291" y="2793"/>
                    </a:lnTo>
                    <a:lnTo>
                      <a:pt x="291" y="3026"/>
                    </a:lnTo>
                    <a:lnTo>
                      <a:pt x="291" y="3200"/>
                    </a:lnTo>
                    <a:lnTo>
                      <a:pt x="291" y="3200"/>
                    </a:lnTo>
                    <a:lnTo>
                      <a:pt x="291" y="3317"/>
                    </a:lnTo>
                    <a:lnTo>
                      <a:pt x="349" y="3375"/>
                    </a:lnTo>
                    <a:lnTo>
                      <a:pt x="407" y="3491"/>
                    </a:lnTo>
                    <a:lnTo>
                      <a:pt x="466" y="3491"/>
                    </a:lnTo>
                    <a:lnTo>
                      <a:pt x="466" y="3491"/>
                    </a:lnTo>
                    <a:lnTo>
                      <a:pt x="582" y="3491"/>
                    </a:lnTo>
                    <a:lnTo>
                      <a:pt x="698" y="3491"/>
                    </a:lnTo>
                    <a:lnTo>
                      <a:pt x="756" y="3375"/>
                    </a:lnTo>
                    <a:lnTo>
                      <a:pt x="756" y="3317"/>
                    </a:lnTo>
                    <a:lnTo>
                      <a:pt x="756" y="3317"/>
                    </a:lnTo>
                    <a:lnTo>
                      <a:pt x="815" y="3026"/>
                    </a:lnTo>
                    <a:lnTo>
                      <a:pt x="756" y="2735"/>
                    </a:lnTo>
                    <a:lnTo>
                      <a:pt x="640" y="2153"/>
                    </a:lnTo>
                    <a:lnTo>
                      <a:pt x="640" y="2153"/>
                    </a:lnTo>
                    <a:lnTo>
                      <a:pt x="524" y="1513"/>
                    </a:lnTo>
                    <a:lnTo>
                      <a:pt x="524" y="1222"/>
                    </a:lnTo>
                    <a:lnTo>
                      <a:pt x="582" y="931"/>
                    </a:lnTo>
                    <a:lnTo>
                      <a:pt x="582" y="931"/>
                    </a:lnTo>
                    <a:lnTo>
                      <a:pt x="756" y="699"/>
                    </a:lnTo>
                    <a:lnTo>
                      <a:pt x="931" y="524"/>
                    </a:lnTo>
                    <a:lnTo>
                      <a:pt x="931" y="524"/>
                    </a:lnTo>
                    <a:lnTo>
                      <a:pt x="1105" y="524"/>
                    </a:lnTo>
                    <a:lnTo>
                      <a:pt x="1222" y="524"/>
                    </a:lnTo>
                    <a:lnTo>
                      <a:pt x="1222" y="524"/>
                    </a:lnTo>
                    <a:lnTo>
                      <a:pt x="1396" y="582"/>
                    </a:lnTo>
                    <a:lnTo>
                      <a:pt x="1513" y="640"/>
                    </a:lnTo>
                    <a:lnTo>
                      <a:pt x="1513" y="640"/>
                    </a:lnTo>
                    <a:lnTo>
                      <a:pt x="1629" y="815"/>
                    </a:lnTo>
                    <a:lnTo>
                      <a:pt x="1687" y="1048"/>
                    </a:lnTo>
                    <a:lnTo>
                      <a:pt x="1687" y="1048"/>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33"/>
              <p:cNvSpPr/>
              <p:nvPr/>
            </p:nvSpPr>
            <p:spPr>
              <a:xfrm>
                <a:off x="1435885" y="519682"/>
                <a:ext cx="154228" cy="255384"/>
              </a:xfrm>
              <a:custGeom>
                <a:avLst/>
                <a:gdLst/>
                <a:ahLst/>
                <a:cxnLst/>
                <a:rect l="l" t="t" r="r" b="b"/>
                <a:pathLst>
                  <a:path w="1863" h="3085" extrusionOk="0">
                    <a:moveTo>
                      <a:pt x="1397" y="757"/>
                    </a:moveTo>
                    <a:lnTo>
                      <a:pt x="1397" y="757"/>
                    </a:lnTo>
                    <a:lnTo>
                      <a:pt x="1514" y="815"/>
                    </a:lnTo>
                    <a:lnTo>
                      <a:pt x="1630" y="873"/>
                    </a:lnTo>
                    <a:lnTo>
                      <a:pt x="1630" y="873"/>
                    </a:lnTo>
                    <a:lnTo>
                      <a:pt x="1746" y="873"/>
                    </a:lnTo>
                    <a:lnTo>
                      <a:pt x="1804" y="815"/>
                    </a:lnTo>
                    <a:lnTo>
                      <a:pt x="1863" y="699"/>
                    </a:lnTo>
                    <a:lnTo>
                      <a:pt x="1863" y="583"/>
                    </a:lnTo>
                    <a:lnTo>
                      <a:pt x="1863" y="583"/>
                    </a:lnTo>
                    <a:lnTo>
                      <a:pt x="1804" y="292"/>
                    </a:lnTo>
                    <a:lnTo>
                      <a:pt x="1630" y="1"/>
                    </a:lnTo>
                    <a:lnTo>
                      <a:pt x="1630" y="1"/>
                    </a:lnTo>
                    <a:lnTo>
                      <a:pt x="1746" y="233"/>
                    </a:lnTo>
                    <a:lnTo>
                      <a:pt x="1804" y="524"/>
                    </a:lnTo>
                    <a:lnTo>
                      <a:pt x="1804" y="524"/>
                    </a:lnTo>
                    <a:lnTo>
                      <a:pt x="1804" y="641"/>
                    </a:lnTo>
                    <a:lnTo>
                      <a:pt x="1746" y="699"/>
                    </a:lnTo>
                    <a:lnTo>
                      <a:pt x="1688" y="757"/>
                    </a:lnTo>
                    <a:lnTo>
                      <a:pt x="1572" y="815"/>
                    </a:lnTo>
                    <a:lnTo>
                      <a:pt x="1572" y="815"/>
                    </a:lnTo>
                    <a:lnTo>
                      <a:pt x="1514" y="757"/>
                    </a:lnTo>
                    <a:lnTo>
                      <a:pt x="1397" y="757"/>
                    </a:lnTo>
                    <a:lnTo>
                      <a:pt x="1397" y="757"/>
                    </a:lnTo>
                    <a:close/>
                    <a:moveTo>
                      <a:pt x="1" y="2968"/>
                    </a:moveTo>
                    <a:lnTo>
                      <a:pt x="1" y="2968"/>
                    </a:lnTo>
                    <a:lnTo>
                      <a:pt x="117" y="3026"/>
                    </a:lnTo>
                    <a:lnTo>
                      <a:pt x="176" y="3084"/>
                    </a:lnTo>
                    <a:lnTo>
                      <a:pt x="176" y="3084"/>
                    </a:lnTo>
                    <a:lnTo>
                      <a:pt x="292" y="3084"/>
                    </a:lnTo>
                    <a:lnTo>
                      <a:pt x="408" y="3084"/>
                    </a:lnTo>
                    <a:lnTo>
                      <a:pt x="466" y="2968"/>
                    </a:lnTo>
                    <a:lnTo>
                      <a:pt x="466" y="2910"/>
                    </a:lnTo>
                    <a:lnTo>
                      <a:pt x="466" y="2910"/>
                    </a:lnTo>
                    <a:lnTo>
                      <a:pt x="525" y="2619"/>
                    </a:lnTo>
                    <a:lnTo>
                      <a:pt x="466" y="2328"/>
                    </a:lnTo>
                    <a:lnTo>
                      <a:pt x="350" y="1746"/>
                    </a:lnTo>
                    <a:lnTo>
                      <a:pt x="350" y="1746"/>
                    </a:lnTo>
                    <a:lnTo>
                      <a:pt x="234" y="1106"/>
                    </a:lnTo>
                    <a:lnTo>
                      <a:pt x="234" y="815"/>
                    </a:lnTo>
                    <a:lnTo>
                      <a:pt x="292" y="524"/>
                    </a:lnTo>
                    <a:lnTo>
                      <a:pt x="292" y="524"/>
                    </a:lnTo>
                    <a:lnTo>
                      <a:pt x="466" y="292"/>
                    </a:lnTo>
                    <a:lnTo>
                      <a:pt x="641" y="117"/>
                    </a:lnTo>
                    <a:lnTo>
                      <a:pt x="641" y="117"/>
                    </a:lnTo>
                    <a:lnTo>
                      <a:pt x="815" y="117"/>
                    </a:lnTo>
                    <a:lnTo>
                      <a:pt x="932" y="117"/>
                    </a:lnTo>
                    <a:lnTo>
                      <a:pt x="932" y="117"/>
                    </a:lnTo>
                    <a:lnTo>
                      <a:pt x="1106" y="175"/>
                    </a:lnTo>
                    <a:lnTo>
                      <a:pt x="1223" y="233"/>
                    </a:lnTo>
                    <a:lnTo>
                      <a:pt x="1223" y="233"/>
                    </a:lnTo>
                    <a:lnTo>
                      <a:pt x="1106" y="117"/>
                    </a:lnTo>
                    <a:lnTo>
                      <a:pt x="932" y="59"/>
                    </a:lnTo>
                    <a:lnTo>
                      <a:pt x="757" y="1"/>
                    </a:lnTo>
                    <a:lnTo>
                      <a:pt x="583" y="59"/>
                    </a:lnTo>
                    <a:lnTo>
                      <a:pt x="583" y="59"/>
                    </a:lnTo>
                    <a:lnTo>
                      <a:pt x="408" y="117"/>
                    </a:lnTo>
                    <a:lnTo>
                      <a:pt x="234" y="292"/>
                    </a:lnTo>
                    <a:lnTo>
                      <a:pt x="176" y="466"/>
                    </a:lnTo>
                    <a:lnTo>
                      <a:pt x="117" y="699"/>
                    </a:lnTo>
                    <a:lnTo>
                      <a:pt x="117" y="1164"/>
                    </a:lnTo>
                    <a:lnTo>
                      <a:pt x="234" y="1688"/>
                    </a:lnTo>
                    <a:lnTo>
                      <a:pt x="234" y="1688"/>
                    </a:lnTo>
                    <a:lnTo>
                      <a:pt x="408" y="2270"/>
                    </a:lnTo>
                    <a:lnTo>
                      <a:pt x="466" y="2561"/>
                    </a:lnTo>
                    <a:lnTo>
                      <a:pt x="466" y="2851"/>
                    </a:lnTo>
                    <a:lnTo>
                      <a:pt x="466" y="2851"/>
                    </a:lnTo>
                    <a:lnTo>
                      <a:pt x="408" y="2910"/>
                    </a:lnTo>
                    <a:lnTo>
                      <a:pt x="350" y="2968"/>
                    </a:lnTo>
                    <a:lnTo>
                      <a:pt x="234" y="3026"/>
                    </a:lnTo>
                    <a:lnTo>
                      <a:pt x="176" y="3026"/>
                    </a:lnTo>
                    <a:lnTo>
                      <a:pt x="176" y="3026"/>
                    </a:lnTo>
                    <a:lnTo>
                      <a:pt x="1" y="2968"/>
                    </a:lnTo>
                    <a:lnTo>
                      <a:pt x="1" y="2968"/>
                    </a:lnTo>
                    <a:close/>
                  </a:path>
                </a:pathLst>
              </a:custGeom>
              <a:solidFill>
                <a:srgbClr val="000000">
                  <a:alpha val="95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33"/>
              <p:cNvSpPr/>
              <p:nvPr/>
            </p:nvSpPr>
            <p:spPr>
              <a:xfrm>
                <a:off x="1903132" y="606354"/>
                <a:ext cx="313093" cy="298679"/>
              </a:xfrm>
              <a:custGeom>
                <a:avLst/>
                <a:gdLst/>
                <a:ahLst/>
                <a:cxnLst/>
                <a:rect l="l" t="t" r="r" b="b"/>
                <a:pathLst>
                  <a:path w="3782" h="3608" extrusionOk="0">
                    <a:moveTo>
                      <a:pt x="698" y="3608"/>
                    </a:moveTo>
                    <a:lnTo>
                      <a:pt x="698" y="3608"/>
                    </a:lnTo>
                    <a:lnTo>
                      <a:pt x="1105" y="3608"/>
                    </a:lnTo>
                    <a:lnTo>
                      <a:pt x="1396" y="3550"/>
                    </a:lnTo>
                    <a:lnTo>
                      <a:pt x="1687" y="3433"/>
                    </a:lnTo>
                    <a:lnTo>
                      <a:pt x="1920" y="3317"/>
                    </a:lnTo>
                    <a:lnTo>
                      <a:pt x="2094" y="3084"/>
                    </a:lnTo>
                    <a:lnTo>
                      <a:pt x="2269" y="2852"/>
                    </a:lnTo>
                    <a:lnTo>
                      <a:pt x="2502" y="2328"/>
                    </a:lnTo>
                    <a:lnTo>
                      <a:pt x="2734" y="1804"/>
                    </a:lnTo>
                    <a:lnTo>
                      <a:pt x="2909" y="1281"/>
                    </a:lnTo>
                    <a:lnTo>
                      <a:pt x="3025" y="1048"/>
                    </a:lnTo>
                    <a:lnTo>
                      <a:pt x="3200" y="874"/>
                    </a:lnTo>
                    <a:lnTo>
                      <a:pt x="3374" y="757"/>
                    </a:lnTo>
                    <a:lnTo>
                      <a:pt x="3607" y="699"/>
                    </a:lnTo>
                    <a:lnTo>
                      <a:pt x="3607" y="699"/>
                    </a:lnTo>
                    <a:lnTo>
                      <a:pt x="3665" y="641"/>
                    </a:lnTo>
                    <a:lnTo>
                      <a:pt x="3781" y="525"/>
                    </a:lnTo>
                    <a:lnTo>
                      <a:pt x="3781" y="292"/>
                    </a:lnTo>
                    <a:lnTo>
                      <a:pt x="3665" y="59"/>
                    </a:lnTo>
                    <a:lnTo>
                      <a:pt x="3607" y="1"/>
                    </a:lnTo>
                    <a:lnTo>
                      <a:pt x="3491" y="1"/>
                    </a:lnTo>
                    <a:lnTo>
                      <a:pt x="3491" y="1"/>
                    </a:lnTo>
                    <a:lnTo>
                      <a:pt x="3258" y="59"/>
                    </a:lnTo>
                    <a:lnTo>
                      <a:pt x="3083" y="117"/>
                    </a:lnTo>
                    <a:lnTo>
                      <a:pt x="2734" y="408"/>
                    </a:lnTo>
                    <a:lnTo>
                      <a:pt x="2385" y="757"/>
                    </a:lnTo>
                    <a:lnTo>
                      <a:pt x="2094" y="1164"/>
                    </a:lnTo>
                    <a:lnTo>
                      <a:pt x="1803" y="1572"/>
                    </a:lnTo>
                    <a:lnTo>
                      <a:pt x="1513" y="1863"/>
                    </a:lnTo>
                    <a:lnTo>
                      <a:pt x="1338" y="1979"/>
                    </a:lnTo>
                    <a:lnTo>
                      <a:pt x="1164" y="2095"/>
                    </a:lnTo>
                    <a:lnTo>
                      <a:pt x="931" y="2153"/>
                    </a:lnTo>
                    <a:lnTo>
                      <a:pt x="698" y="2153"/>
                    </a:lnTo>
                    <a:lnTo>
                      <a:pt x="698" y="2153"/>
                    </a:lnTo>
                    <a:lnTo>
                      <a:pt x="524" y="2095"/>
                    </a:lnTo>
                    <a:lnTo>
                      <a:pt x="349" y="2153"/>
                    </a:lnTo>
                    <a:lnTo>
                      <a:pt x="175" y="2212"/>
                    </a:lnTo>
                    <a:lnTo>
                      <a:pt x="116" y="2270"/>
                    </a:lnTo>
                    <a:lnTo>
                      <a:pt x="58" y="2386"/>
                    </a:lnTo>
                    <a:lnTo>
                      <a:pt x="0" y="2503"/>
                    </a:lnTo>
                    <a:lnTo>
                      <a:pt x="0" y="2793"/>
                    </a:lnTo>
                    <a:lnTo>
                      <a:pt x="116" y="3084"/>
                    </a:lnTo>
                    <a:lnTo>
                      <a:pt x="291" y="3317"/>
                    </a:lnTo>
                    <a:lnTo>
                      <a:pt x="524" y="3550"/>
                    </a:lnTo>
                    <a:lnTo>
                      <a:pt x="698" y="3608"/>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33"/>
              <p:cNvSpPr/>
              <p:nvPr/>
            </p:nvSpPr>
            <p:spPr>
              <a:xfrm>
                <a:off x="1903132" y="606354"/>
                <a:ext cx="313093" cy="298679"/>
              </a:xfrm>
              <a:custGeom>
                <a:avLst/>
                <a:gdLst/>
                <a:ahLst/>
                <a:cxnLst/>
                <a:rect l="l" t="t" r="r" b="b"/>
                <a:pathLst>
                  <a:path w="3782" h="3608" fill="none" extrusionOk="0">
                    <a:moveTo>
                      <a:pt x="698" y="3608"/>
                    </a:moveTo>
                    <a:lnTo>
                      <a:pt x="698" y="3608"/>
                    </a:lnTo>
                    <a:lnTo>
                      <a:pt x="1105" y="3608"/>
                    </a:lnTo>
                    <a:lnTo>
                      <a:pt x="1396" y="3550"/>
                    </a:lnTo>
                    <a:lnTo>
                      <a:pt x="1687" y="3433"/>
                    </a:lnTo>
                    <a:lnTo>
                      <a:pt x="1920" y="3317"/>
                    </a:lnTo>
                    <a:lnTo>
                      <a:pt x="2094" y="3084"/>
                    </a:lnTo>
                    <a:lnTo>
                      <a:pt x="2269" y="2852"/>
                    </a:lnTo>
                    <a:lnTo>
                      <a:pt x="2502" y="2328"/>
                    </a:lnTo>
                    <a:lnTo>
                      <a:pt x="2734" y="1804"/>
                    </a:lnTo>
                    <a:lnTo>
                      <a:pt x="2909" y="1281"/>
                    </a:lnTo>
                    <a:lnTo>
                      <a:pt x="3025" y="1048"/>
                    </a:lnTo>
                    <a:lnTo>
                      <a:pt x="3200" y="874"/>
                    </a:lnTo>
                    <a:lnTo>
                      <a:pt x="3374" y="757"/>
                    </a:lnTo>
                    <a:lnTo>
                      <a:pt x="3607" y="699"/>
                    </a:lnTo>
                    <a:lnTo>
                      <a:pt x="3607" y="699"/>
                    </a:lnTo>
                    <a:lnTo>
                      <a:pt x="3665" y="641"/>
                    </a:lnTo>
                    <a:lnTo>
                      <a:pt x="3781" y="525"/>
                    </a:lnTo>
                    <a:lnTo>
                      <a:pt x="3781" y="292"/>
                    </a:lnTo>
                    <a:lnTo>
                      <a:pt x="3665" y="59"/>
                    </a:lnTo>
                    <a:lnTo>
                      <a:pt x="3607" y="1"/>
                    </a:lnTo>
                    <a:lnTo>
                      <a:pt x="3491" y="1"/>
                    </a:lnTo>
                    <a:lnTo>
                      <a:pt x="3491" y="1"/>
                    </a:lnTo>
                    <a:lnTo>
                      <a:pt x="3258" y="59"/>
                    </a:lnTo>
                    <a:lnTo>
                      <a:pt x="3083" y="117"/>
                    </a:lnTo>
                    <a:lnTo>
                      <a:pt x="2734" y="408"/>
                    </a:lnTo>
                    <a:lnTo>
                      <a:pt x="2385" y="757"/>
                    </a:lnTo>
                    <a:lnTo>
                      <a:pt x="2094" y="1164"/>
                    </a:lnTo>
                    <a:lnTo>
                      <a:pt x="1803" y="1572"/>
                    </a:lnTo>
                    <a:lnTo>
                      <a:pt x="1513" y="1863"/>
                    </a:lnTo>
                    <a:lnTo>
                      <a:pt x="1338" y="1979"/>
                    </a:lnTo>
                    <a:lnTo>
                      <a:pt x="1164" y="2095"/>
                    </a:lnTo>
                    <a:lnTo>
                      <a:pt x="931" y="2153"/>
                    </a:lnTo>
                    <a:lnTo>
                      <a:pt x="698" y="2153"/>
                    </a:lnTo>
                    <a:lnTo>
                      <a:pt x="698" y="2153"/>
                    </a:lnTo>
                    <a:lnTo>
                      <a:pt x="524" y="2095"/>
                    </a:lnTo>
                    <a:lnTo>
                      <a:pt x="349" y="2153"/>
                    </a:lnTo>
                    <a:lnTo>
                      <a:pt x="175" y="2212"/>
                    </a:lnTo>
                    <a:lnTo>
                      <a:pt x="116" y="2270"/>
                    </a:lnTo>
                    <a:lnTo>
                      <a:pt x="58" y="2386"/>
                    </a:lnTo>
                    <a:lnTo>
                      <a:pt x="0" y="2503"/>
                    </a:lnTo>
                    <a:lnTo>
                      <a:pt x="0" y="2793"/>
                    </a:lnTo>
                    <a:lnTo>
                      <a:pt x="116" y="3084"/>
                    </a:lnTo>
                    <a:lnTo>
                      <a:pt x="291" y="3317"/>
                    </a:lnTo>
                    <a:lnTo>
                      <a:pt x="524" y="3550"/>
                    </a:lnTo>
                    <a:lnTo>
                      <a:pt x="698" y="3608"/>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33"/>
              <p:cNvSpPr/>
              <p:nvPr/>
            </p:nvSpPr>
            <p:spPr>
              <a:xfrm>
                <a:off x="1932025" y="649732"/>
                <a:ext cx="279399" cy="255301"/>
              </a:xfrm>
              <a:custGeom>
                <a:avLst/>
                <a:gdLst/>
                <a:ahLst/>
                <a:cxnLst/>
                <a:rect l="l" t="t" r="r" b="b"/>
                <a:pathLst>
                  <a:path w="3375" h="3084" extrusionOk="0">
                    <a:moveTo>
                      <a:pt x="349" y="3084"/>
                    </a:moveTo>
                    <a:lnTo>
                      <a:pt x="349" y="3084"/>
                    </a:lnTo>
                    <a:lnTo>
                      <a:pt x="756" y="3084"/>
                    </a:lnTo>
                    <a:lnTo>
                      <a:pt x="1047" y="3026"/>
                    </a:lnTo>
                    <a:lnTo>
                      <a:pt x="1338" y="2909"/>
                    </a:lnTo>
                    <a:lnTo>
                      <a:pt x="1571" y="2793"/>
                    </a:lnTo>
                    <a:lnTo>
                      <a:pt x="1745" y="2560"/>
                    </a:lnTo>
                    <a:lnTo>
                      <a:pt x="1920" y="2328"/>
                    </a:lnTo>
                    <a:lnTo>
                      <a:pt x="2153" y="1804"/>
                    </a:lnTo>
                    <a:lnTo>
                      <a:pt x="2385" y="1280"/>
                    </a:lnTo>
                    <a:lnTo>
                      <a:pt x="2560" y="757"/>
                    </a:lnTo>
                    <a:lnTo>
                      <a:pt x="2676" y="524"/>
                    </a:lnTo>
                    <a:lnTo>
                      <a:pt x="2851" y="350"/>
                    </a:lnTo>
                    <a:lnTo>
                      <a:pt x="3025" y="233"/>
                    </a:lnTo>
                    <a:lnTo>
                      <a:pt x="3258" y="175"/>
                    </a:lnTo>
                    <a:lnTo>
                      <a:pt x="3258" y="175"/>
                    </a:lnTo>
                    <a:lnTo>
                      <a:pt x="3316" y="117"/>
                    </a:lnTo>
                    <a:lnTo>
                      <a:pt x="3374" y="59"/>
                    </a:lnTo>
                    <a:lnTo>
                      <a:pt x="3374" y="59"/>
                    </a:lnTo>
                    <a:lnTo>
                      <a:pt x="3142" y="1"/>
                    </a:lnTo>
                    <a:lnTo>
                      <a:pt x="2967" y="59"/>
                    </a:lnTo>
                    <a:lnTo>
                      <a:pt x="2793" y="175"/>
                    </a:lnTo>
                    <a:lnTo>
                      <a:pt x="2676" y="233"/>
                    </a:lnTo>
                    <a:lnTo>
                      <a:pt x="2676" y="233"/>
                    </a:lnTo>
                    <a:lnTo>
                      <a:pt x="2443" y="582"/>
                    </a:lnTo>
                    <a:lnTo>
                      <a:pt x="2211" y="931"/>
                    </a:lnTo>
                    <a:lnTo>
                      <a:pt x="1862" y="1804"/>
                    </a:lnTo>
                    <a:lnTo>
                      <a:pt x="1571" y="2153"/>
                    </a:lnTo>
                    <a:lnTo>
                      <a:pt x="1222" y="2502"/>
                    </a:lnTo>
                    <a:lnTo>
                      <a:pt x="989" y="2618"/>
                    </a:lnTo>
                    <a:lnTo>
                      <a:pt x="756" y="2735"/>
                    </a:lnTo>
                    <a:lnTo>
                      <a:pt x="466" y="2851"/>
                    </a:lnTo>
                    <a:lnTo>
                      <a:pt x="116" y="2851"/>
                    </a:lnTo>
                    <a:lnTo>
                      <a:pt x="116" y="2851"/>
                    </a:lnTo>
                    <a:lnTo>
                      <a:pt x="0" y="2851"/>
                    </a:lnTo>
                    <a:lnTo>
                      <a:pt x="0" y="2851"/>
                    </a:lnTo>
                    <a:lnTo>
                      <a:pt x="175" y="3026"/>
                    </a:lnTo>
                    <a:lnTo>
                      <a:pt x="349" y="3084"/>
                    </a:lnTo>
                    <a:close/>
                  </a:path>
                </a:pathLst>
              </a:custGeom>
              <a:solidFill>
                <a:srgbClr val="000000">
                  <a:alpha val="95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33"/>
              <p:cNvSpPr/>
              <p:nvPr/>
            </p:nvSpPr>
            <p:spPr>
              <a:xfrm>
                <a:off x="1932025" y="649732"/>
                <a:ext cx="279399" cy="255301"/>
              </a:xfrm>
              <a:custGeom>
                <a:avLst/>
                <a:gdLst/>
                <a:ahLst/>
                <a:cxnLst/>
                <a:rect l="l" t="t" r="r" b="b"/>
                <a:pathLst>
                  <a:path w="3375" h="3084" fill="none" extrusionOk="0">
                    <a:moveTo>
                      <a:pt x="349" y="3084"/>
                    </a:moveTo>
                    <a:lnTo>
                      <a:pt x="349" y="3084"/>
                    </a:lnTo>
                    <a:lnTo>
                      <a:pt x="756" y="3084"/>
                    </a:lnTo>
                    <a:lnTo>
                      <a:pt x="1047" y="3026"/>
                    </a:lnTo>
                    <a:lnTo>
                      <a:pt x="1338" y="2909"/>
                    </a:lnTo>
                    <a:lnTo>
                      <a:pt x="1571" y="2793"/>
                    </a:lnTo>
                    <a:lnTo>
                      <a:pt x="1745" y="2560"/>
                    </a:lnTo>
                    <a:lnTo>
                      <a:pt x="1920" y="2328"/>
                    </a:lnTo>
                    <a:lnTo>
                      <a:pt x="2153" y="1804"/>
                    </a:lnTo>
                    <a:lnTo>
                      <a:pt x="2385" y="1280"/>
                    </a:lnTo>
                    <a:lnTo>
                      <a:pt x="2560" y="757"/>
                    </a:lnTo>
                    <a:lnTo>
                      <a:pt x="2676" y="524"/>
                    </a:lnTo>
                    <a:lnTo>
                      <a:pt x="2851" y="350"/>
                    </a:lnTo>
                    <a:lnTo>
                      <a:pt x="3025" y="233"/>
                    </a:lnTo>
                    <a:lnTo>
                      <a:pt x="3258" y="175"/>
                    </a:lnTo>
                    <a:lnTo>
                      <a:pt x="3258" y="175"/>
                    </a:lnTo>
                    <a:lnTo>
                      <a:pt x="3316" y="117"/>
                    </a:lnTo>
                    <a:lnTo>
                      <a:pt x="3374" y="59"/>
                    </a:lnTo>
                    <a:lnTo>
                      <a:pt x="3374" y="59"/>
                    </a:lnTo>
                    <a:lnTo>
                      <a:pt x="3142" y="1"/>
                    </a:lnTo>
                    <a:lnTo>
                      <a:pt x="2967" y="59"/>
                    </a:lnTo>
                    <a:lnTo>
                      <a:pt x="2793" y="175"/>
                    </a:lnTo>
                    <a:lnTo>
                      <a:pt x="2676" y="233"/>
                    </a:lnTo>
                    <a:lnTo>
                      <a:pt x="2676" y="233"/>
                    </a:lnTo>
                    <a:lnTo>
                      <a:pt x="2443" y="582"/>
                    </a:lnTo>
                    <a:lnTo>
                      <a:pt x="2211" y="931"/>
                    </a:lnTo>
                    <a:lnTo>
                      <a:pt x="1862" y="1804"/>
                    </a:lnTo>
                    <a:lnTo>
                      <a:pt x="1571" y="2153"/>
                    </a:lnTo>
                    <a:lnTo>
                      <a:pt x="1222" y="2502"/>
                    </a:lnTo>
                    <a:lnTo>
                      <a:pt x="989" y="2618"/>
                    </a:lnTo>
                    <a:lnTo>
                      <a:pt x="756" y="2735"/>
                    </a:lnTo>
                    <a:lnTo>
                      <a:pt x="466" y="2851"/>
                    </a:lnTo>
                    <a:lnTo>
                      <a:pt x="116" y="2851"/>
                    </a:lnTo>
                    <a:lnTo>
                      <a:pt x="116" y="2851"/>
                    </a:lnTo>
                    <a:lnTo>
                      <a:pt x="0" y="2851"/>
                    </a:lnTo>
                    <a:lnTo>
                      <a:pt x="0" y="2851"/>
                    </a:lnTo>
                    <a:lnTo>
                      <a:pt x="175" y="3026"/>
                    </a:lnTo>
                    <a:lnTo>
                      <a:pt x="349" y="3084"/>
                    </a:lnTo>
                  </a:path>
                </a:pathLst>
              </a:custGeom>
              <a:solidFill>
                <a:srgbClr val="000000">
                  <a:alpha val="95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33"/>
              <p:cNvSpPr/>
              <p:nvPr/>
            </p:nvSpPr>
            <p:spPr>
              <a:xfrm>
                <a:off x="1479265" y="485990"/>
                <a:ext cx="529824" cy="529808"/>
              </a:xfrm>
              <a:custGeom>
                <a:avLst/>
                <a:gdLst/>
                <a:ahLst/>
                <a:cxnLst/>
                <a:rect l="l" t="t" r="r" b="b"/>
                <a:pathLst>
                  <a:path w="6400" h="6400" extrusionOk="0">
                    <a:moveTo>
                      <a:pt x="4015" y="59"/>
                    </a:moveTo>
                    <a:lnTo>
                      <a:pt x="4015" y="59"/>
                    </a:lnTo>
                    <a:lnTo>
                      <a:pt x="3375" y="1"/>
                    </a:lnTo>
                    <a:lnTo>
                      <a:pt x="2735" y="1"/>
                    </a:lnTo>
                    <a:lnTo>
                      <a:pt x="2095" y="175"/>
                    </a:lnTo>
                    <a:lnTo>
                      <a:pt x="1571" y="408"/>
                    </a:lnTo>
                    <a:lnTo>
                      <a:pt x="1048" y="757"/>
                    </a:lnTo>
                    <a:lnTo>
                      <a:pt x="641" y="1222"/>
                    </a:lnTo>
                    <a:lnTo>
                      <a:pt x="291" y="1746"/>
                    </a:lnTo>
                    <a:lnTo>
                      <a:pt x="59" y="2386"/>
                    </a:lnTo>
                    <a:lnTo>
                      <a:pt x="59" y="2386"/>
                    </a:lnTo>
                    <a:lnTo>
                      <a:pt x="1" y="3026"/>
                    </a:lnTo>
                    <a:lnTo>
                      <a:pt x="1" y="3666"/>
                    </a:lnTo>
                    <a:lnTo>
                      <a:pt x="175" y="4247"/>
                    </a:lnTo>
                    <a:lnTo>
                      <a:pt x="408" y="4829"/>
                    </a:lnTo>
                    <a:lnTo>
                      <a:pt x="815" y="5295"/>
                    </a:lnTo>
                    <a:lnTo>
                      <a:pt x="1222" y="5760"/>
                    </a:lnTo>
                    <a:lnTo>
                      <a:pt x="1804" y="6051"/>
                    </a:lnTo>
                    <a:lnTo>
                      <a:pt x="2386" y="6284"/>
                    </a:lnTo>
                    <a:lnTo>
                      <a:pt x="2386" y="6284"/>
                    </a:lnTo>
                    <a:lnTo>
                      <a:pt x="3026" y="6400"/>
                    </a:lnTo>
                    <a:lnTo>
                      <a:pt x="3666" y="6342"/>
                    </a:lnTo>
                    <a:lnTo>
                      <a:pt x="4247" y="6225"/>
                    </a:lnTo>
                    <a:lnTo>
                      <a:pt x="4829" y="5935"/>
                    </a:lnTo>
                    <a:lnTo>
                      <a:pt x="5353" y="5585"/>
                    </a:lnTo>
                    <a:lnTo>
                      <a:pt x="5760" y="5120"/>
                    </a:lnTo>
                    <a:lnTo>
                      <a:pt x="6109" y="4596"/>
                    </a:lnTo>
                    <a:lnTo>
                      <a:pt x="6284" y="4015"/>
                    </a:lnTo>
                    <a:lnTo>
                      <a:pt x="6284" y="4015"/>
                    </a:lnTo>
                    <a:lnTo>
                      <a:pt x="6400" y="3317"/>
                    </a:lnTo>
                    <a:lnTo>
                      <a:pt x="6400" y="2735"/>
                    </a:lnTo>
                    <a:lnTo>
                      <a:pt x="6225" y="2095"/>
                    </a:lnTo>
                    <a:lnTo>
                      <a:pt x="5935" y="1571"/>
                    </a:lnTo>
                    <a:lnTo>
                      <a:pt x="5585" y="1048"/>
                    </a:lnTo>
                    <a:lnTo>
                      <a:pt x="5120" y="640"/>
                    </a:lnTo>
                    <a:lnTo>
                      <a:pt x="4596" y="291"/>
                    </a:lnTo>
                    <a:lnTo>
                      <a:pt x="4015" y="59"/>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33"/>
              <p:cNvSpPr/>
              <p:nvPr/>
            </p:nvSpPr>
            <p:spPr>
              <a:xfrm>
                <a:off x="1479265" y="485990"/>
                <a:ext cx="529824" cy="529808"/>
              </a:xfrm>
              <a:custGeom>
                <a:avLst/>
                <a:gdLst/>
                <a:ahLst/>
                <a:cxnLst/>
                <a:rect l="l" t="t" r="r" b="b"/>
                <a:pathLst>
                  <a:path w="6400" h="6400" fill="none" extrusionOk="0">
                    <a:moveTo>
                      <a:pt x="4015" y="59"/>
                    </a:moveTo>
                    <a:lnTo>
                      <a:pt x="4015" y="59"/>
                    </a:lnTo>
                    <a:lnTo>
                      <a:pt x="3375" y="1"/>
                    </a:lnTo>
                    <a:lnTo>
                      <a:pt x="2735" y="1"/>
                    </a:lnTo>
                    <a:lnTo>
                      <a:pt x="2095" y="175"/>
                    </a:lnTo>
                    <a:lnTo>
                      <a:pt x="1571" y="408"/>
                    </a:lnTo>
                    <a:lnTo>
                      <a:pt x="1048" y="757"/>
                    </a:lnTo>
                    <a:lnTo>
                      <a:pt x="641" y="1222"/>
                    </a:lnTo>
                    <a:lnTo>
                      <a:pt x="291" y="1746"/>
                    </a:lnTo>
                    <a:lnTo>
                      <a:pt x="59" y="2386"/>
                    </a:lnTo>
                    <a:lnTo>
                      <a:pt x="59" y="2386"/>
                    </a:lnTo>
                    <a:lnTo>
                      <a:pt x="1" y="3026"/>
                    </a:lnTo>
                    <a:lnTo>
                      <a:pt x="1" y="3666"/>
                    </a:lnTo>
                    <a:lnTo>
                      <a:pt x="175" y="4247"/>
                    </a:lnTo>
                    <a:lnTo>
                      <a:pt x="408" y="4829"/>
                    </a:lnTo>
                    <a:lnTo>
                      <a:pt x="815" y="5295"/>
                    </a:lnTo>
                    <a:lnTo>
                      <a:pt x="1222" y="5760"/>
                    </a:lnTo>
                    <a:lnTo>
                      <a:pt x="1804" y="6051"/>
                    </a:lnTo>
                    <a:lnTo>
                      <a:pt x="2386" y="6284"/>
                    </a:lnTo>
                    <a:lnTo>
                      <a:pt x="2386" y="6284"/>
                    </a:lnTo>
                    <a:lnTo>
                      <a:pt x="3026" y="6400"/>
                    </a:lnTo>
                    <a:lnTo>
                      <a:pt x="3666" y="6342"/>
                    </a:lnTo>
                    <a:lnTo>
                      <a:pt x="4247" y="6225"/>
                    </a:lnTo>
                    <a:lnTo>
                      <a:pt x="4829" y="5935"/>
                    </a:lnTo>
                    <a:lnTo>
                      <a:pt x="5353" y="5585"/>
                    </a:lnTo>
                    <a:lnTo>
                      <a:pt x="5760" y="5120"/>
                    </a:lnTo>
                    <a:lnTo>
                      <a:pt x="6109" y="4596"/>
                    </a:lnTo>
                    <a:lnTo>
                      <a:pt x="6284" y="4015"/>
                    </a:lnTo>
                    <a:lnTo>
                      <a:pt x="6284" y="4015"/>
                    </a:lnTo>
                    <a:lnTo>
                      <a:pt x="6400" y="3317"/>
                    </a:lnTo>
                    <a:lnTo>
                      <a:pt x="6400" y="2735"/>
                    </a:lnTo>
                    <a:lnTo>
                      <a:pt x="6225" y="2095"/>
                    </a:lnTo>
                    <a:lnTo>
                      <a:pt x="5935" y="1571"/>
                    </a:lnTo>
                    <a:lnTo>
                      <a:pt x="5585" y="1048"/>
                    </a:lnTo>
                    <a:lnTo>
                      <a:pt x="5120" y="640"/>
                    </a:lnTo>
                    <a:lnTo>
                      <a:pt x="4596" y="291"/>
                    </a:lnTo>
                    <a:lnTo>
                      <a:pt x="4015" y="59"/>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33"/>
              <p:cNvSpPr/>
              <p:nvPr/>
            </p:nvSpPr>
            <p:spPr>
              <a:xfrm>
                <a:off x="1503356" y="476387"/>
                <a:ext cx="481726" cy="544295"/>
              </a:xfrm>
              <a:custGeom>
                <a:avLst/>
                <a:gdLst/>
                <a:ahLst/>
                <a:cxnLst/>
                <a:rect l="l" t="t" r="r" b="b"/>
                <a:pathLst>
                  <a:path w="5819" h="6575" extrusionOk="0">
                    <a:moveTo>
                      <a:pt x="3084" y="175"/>
                    </a:moveTo>
                    <a:lnTo>
                      <a:pt x="3549" y="233"/>
                    </a:lnTo>
                    <a:lnTo>
                      <a:pt x="3956" y="349"/>
                    </a:lnTo>
                    <a:lnTo>
                      <a:pt x="4305" y="524"/>
                    </a:lnTo>
                    <a:lnTo>
                      <a:pt x="4655" y="815"/>
                    </a:lnTo>
                    <a:lnTo>
                      <a:pt x="4887" y="989"/>
                    </a:lnTo>
                    <a:lnTo>
                      <a:pt x="5120" y="1280"/>
                    </a:lnTo>
                    <a:lnTo>
                      <a:pt x="5411" y="1804"/>
                    </a:lnTo>
                    <a:lnTo>
                      <a:pt x="5585" y="2444"/>
                    </a:lnTo>
                    <a:lnTo>
                      <a:pt x="5644" y="3084"/>
                    </a:lnTo>
                    <a:lnTo>
                      <a:pt x="5585" y="3607"/>
                    </a:lnTo>
                    <a:lnTo>
                      <a:pt x="5469" y="4131"/>
                    </a:lnTo>
                    <a:lnTo>
                      <a:pt x="5294" y="4654"/>
                    </a:lnTo>
                    <a:lnTo>
                      <a:pt x="5004" y="5120"/>
                    </a:lnTo>
                    <a:lnTo>
                      <a:pt x="4771" y="5411"/>
                    </a:lnTo>
                    <a:lnTo>
                      <a:pt x="4480" y="5701"/>
                    </a:lnTo>
                    <a:lnTo>
                      <a:pt x="4189" y="5876"/>
                    </a:lnTo>
                    <a:lnTo>
                      <a:pt x="3956" y="6109"/>
                    </a:lnTo>
                    <a:lnTo>
                      <a:pt x="3607" y="6225"/>
                    </a:lnTo>
                    <a:lnTo>
                      <a:pt x="3316" y="6341"/>
                    </a:lnTo>
                    <a:lnTo>
                      <a:pt x="3026" y="6400"/>
                    </a:lnTo>
                    <a:lnTo>
                      <a:pt x="2677" y="6400"/>
                    </a:lnTo>
                    <a:lnTo>
                      <a:pt x="2269" y="6341"/>
                    </a:lnTo>
                    <a:lnTo>
                      <a:pt x="1862" y="6283"/>
                    </a:lnTo>
                    <a:lnTo>
                      <a:pt x="1513" y="6051"/>
                    </a:lnTo>
                    <a:lnTo>
                      <a:pt x="1106" y="5818"/>
                    </a:lnTo>
                    <a:lnTo>
                      <a:pt x="931" y="5585"/>
                    </a:lnTo>
                    <a:lnTo>
                      <a:pt x="699" y="5352"/>
                    </a:lnTo>
                    <a:lnTo>
                      <a:pt x="408" y="4771"/>
                    </a:lnTo>
                    <a:lnTo>
                      <a:pt x="233" y="4189"/>
                    </a:lnTo>
                    <a:lnTo>
                      <a:pt x="175" y="3549"/>
                    </a:lnTo>
                    <a:lnTo>
                      <a:pt x="233" y="2967"/>
                    </a:lnTo>
                    <a:lnTo>
                      <a:pt x="350" y="2444"/>
                    </a:lnTo>
                    <a:lnTo>
                      <a:pt x="524" y="1920"/>
                    </a:lnTo>
                    <a:lnTo>
                      <a:pt x="815" y="1455"/>
                    </a:lnTo>
                    <a:lnTo>
                      <a:pt x="1048" y="1164"/>
                    </a:lnTo>
                    <a:lnTo>
                      <a:pt x="1338" y="931"/>
                    </a:lnTo>
                    <a:lnTo>
                      <a:pt x="1571" y="698"/>
                    </a:lnTo>
                    <a:lnTo>
                      <a:pt x="1862" y="524"/>
                    </a:lnTo>
                    <a:lnTo>
                      <a:pt x="2153" y="349"/>
                    </a:lnTo>
                    <a:lnTo>
                      <a:pt x="2502" y="291"/>
                    </a:lnTo>
                    <a:lnTo>
                      <a:pt x="2793" y="233"/>
                    </a:lnTo>
                    <a:lnTo>
                      <a:pt x="3084" y="175"/>
                    </a:lnTo>
                    <a:close/>
                    <a:moveTo>
                      <a:pt x="3084" y="0"/>
                    </a:moveTo>
                    <a:lnTo>
                      <a:pt x="2793" y="58"/>
                    </a:lnTo>
                    <a:lnTo>
                      <a:pt x="2444" y="117"/>
                    </a:lnTo>
                    <a:lnTo>
                      <a:pt x="2095" y="233"/>
                    </a:lnTo>
                    <a:lnTo>
                      <a:pt x="1804" y="349"/>
                    </a:lnTo>
                    <a:lnTo>
                      <a:pt x="1513" y="582"/>
                    </a:lnTo>
                    <a:lnTo>
                      <a:pt x="1222" y="815"/>
                    </a:lnTo>
                    <a:lnTo>
                      <a:pt x="931" y="1047"/>
                    </a:lnTo>
                    <a:lnTo>
                      <a:pt x="699" y="1338"/>
                    </a:lnTo>
                    <a:lnTo>
                      <a:pt x="408" y="1862"/>
                    </a:lnTo>
                    <a:lnTo>
                      <a:pt x="175" y="2385"/>
                    </a:lnTo>
                    <a:lnTo>
                      <a:pt x="59" y="2967"/>
                    </a:lnTo>
                    <a:lnTo>
                      <a:pt x="0" y="3549"/>
                    </a:lnTo>
                    <a:lnTo>
                      <a:pt x="59" y="4189"/>
                    </a:lnTo>
                    <a:lnTo>
                      <a:pt x="233" y="4829"/>
                    </a:lnTo>
                    <a:lnTo>
                      <a:pt x="408" y="5178"/>
                    </a:lnTo>
                    <a:lnTo>
                      <a:pt x="582" y="5411"/>
                    </a:lnTo>
                    <a:lnTo>
                      <a:pt x="757" y="5701"/>
                    </a:lnTo>
                    <a:lnTo>
                      <a:pt x="1048" y="5934"/>
                    </a:lnTo>
                    <a:lnTo>
                      <a:pt x="1397" y="6225"/>
                    </a:lnTo>
                    <a:lnTo>
                      <a:pt x="1804" y="6400"/>
                    </a:lnTo>
                    <a:lnTo>
                      <a:pt x="2269" y="6516"/>
                    </a:lnTo>
                    <a:lnTo>
                      <a:pt x="2677" y="6574"/>
                    </a:lnTo>
                    <a:lnTo>
                      <a:pt x="3026" y="6574"/>
                    </a:lnTo>
                    <a:lnTo>
                      <a:pt x="3375" y="6458"/>
                    </a:lnTo>
                    <a:lnTo>
                      <a:pt x="3666" y="6400"/>
                    </a:lnTo>
                    <a:lnTo>
                      <a:pt x="4015" y="6225"/>
                    </a:lnTo>
                    <a:lnTo>
                      <a:pt x="4305" y="6051"/>
                    </a:lnTo>
                    <a:lnTo>
                      <a:pt x="4596" y="5818"/>
                    </a:lnTo>
                    <a:lnTo>
                      <a:pt x="4887" y="5527"/>
                    </a:lnTo>
                    <a:lnTo>
                      <a:pt x="5120" y="5236"/>
                    </a:lnTo>
                    <a:lnTo>
                      <a:pt x="5411" y="4712"/>
                    </a:lnTo>
                    <a:lnTo>
                      <a:pt x="5644" y="4189"/>
                    </a:lnTo>
                    <a:lnTo>
                      <a:pt x="5760" y="3607"/>
                    </a:lnTo>
                    <a:lnTo>
                      <a:pt x="5818" y="3084"/>
                    </a:lnTo>
                    <a:lnTo>
                      <a:pt x="5760" y="2385"/>
                    </a:lnTo>
                    <a:lnTo>
                      <a:pt x="5527" y="1745"/>
                    </a:lnTo>
                    <a:lnTo>
                      <a:pt x="5411" y="1455"/>
                    </a:lnTo>
                    <a:lnTo>
                      <a:pt x="5236" y="1164"/>
                    </a:lnTo>
                    <a:lnTo>
                      <a:pt x="5004" y="931"/>
                    </a:lnTo>
                    <a:lnTo>
                      <a:pt x="4771" y="640"/>
                    </a:lnTo>
                    <a:lnTo>
                      <a:pt x="4422" y="407"/>
                    </a:lnTo>
                    <a:lnTo>
                      <a:pt x="4015" y="175"/>
                    </a:lnTo>
                    <a:lnTo>
                      <a:pt x="3549" y="58"/>
                    </a:lnTo>
                    <a:lnTo>
                      <a:pt x="308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33"/>
              <p:cNvSpPr/>
              <p:nvPr/>
            </p:nvSpPr>
            <p:spPr>
              <a:xfrm>
                <a:off x="1541852" y="481188"/>
                <a:ext cx="404653" cy="534609"/>
              </a:xfrm>
              <a:custGeom>
                <a:avLst/>
                <a:gdLst/>
                <a:ahLst/>
                <a:cxnLst/>
                <a:rect l="l" t="t" r="r" b="b"/>
                <a:pathLst>
                  <a:path w="4888" h="6458" extrusionOk="0">
                    <a:moveTo>
                      <a:pt x="3142" y="175"/>
                    </a:moveTo>
                    <a:lnTo>
                      <a:pt x="3491" y="291"/>
                    </a:lnTo>
                    <a:lnTo>
                      <a:pt x="3724" y="466"/>
                    </a:lnTo>
                    <a:lnTo>
                      <a:pt x="4015" y="698"/>
                    </a:lnTo>
                    <a:lnTo>
                      <a:pt x="4306" y="1106"/>
                    </a:lnTo>
                    <a:lnTo>
                      <a:pt x="4539" y="1571"/>
                    </a:lnTo>
                    <a:lnTo>
                      <a:pt x="4655" y="2095"/>
                    </a:lnTo>
                    <a:lnTo>
                      <a:pt x="4713" y="2676"/>
                    </a:lnTo>
                    <a:lnTo>
                      <a:pt x="4655" y="3258"/>
                    </a:lnTo>
                    <a:lnTo>
                      <a:pt x="4539" y="3840"/>
                    </a:lnTo>
                    <a:lnTo>
                      <a:pt x="4364" y="4422"/>
                    </a:lnTo>
                    <a:lnTo>
                      <a:pt x="4073" y="4945"/>
                    </a:lnTo>
                    <a:lnTo>
                      <a:pt x="3840" y="5294"/>
                    </a:lnTo>
                    <a:lnTo>
                      <a:pt x="3608" y="5527"/>
                    </a:lnTo>
                    <a:lnTo>
                      <a:pt x="3375" y="5760"/>
                    </a:lnTo>
                    <a:lnTo>
                      <a:pt x="3084" y="5993"/>
                    </a:lnTo>
                    <a:lnTo>
                      <a:pt x="2851" y="6109"/>
                    </a:lnTo>
                    <a:lnTo>
                      <a:pt x="2561" y="6225"/>
                    </a:lnTo>
                    <a:lnTo>
                      <a:pt x="2270" y="6283"/>
                    </a:lnTo>
                    <a:lnTo>
                      <a:pt x="2037" y="6342"/>
                    </a:lnTo>
                    <a:lnTo>
                      <a:pt x="1688" y="6283"/>
                    </a:lnTo>
                    <a:lnTo>
                      <a:pt x="1397" y="6167"/>
                    </a:lnTo>
                    <a:lnTo>
                      <a:pt x="1106" y="6051"/>
                    </a:lnTo>
                    <a:lnTo>
                      <a:pt x="873" y="5818"/>
                    </a:lnTo>
                    <a:lnTo>
                      <a:pt x="583" y="5411"/>
                    </a:lnTo>
                    <a:lnTo>
                      <a:pt x="350" y="4945"/>
                    </a:lnTo>
                    <a:lnTo>
                      <a:pt x="234" y="4364"/>
                    </a:lnTo>
                    <a:lnTo>
                      <a:pt x="175" y="3782"/>
                    </a:lnTo>
                    <a:lnTo>
                      <a:pt x="234" y="3200"/>
                    </a:lnTo>
                    <a:lnTo>
                      <a:pt x="350" y="2618"/>
                    </a:lnTo>
                    <a:lnTo>
                      <a:pt x="524" y="2037"/>
                    </a:lnTo>
                    <a:lnTo>
                      <a:pt x="815" y="1513"/>
                    </a:lnTo>
                    <a:lnTo>
                      <a:pt x="1048" y="1222"/>
                    </a:lnTo>
                    <a:lnTo>
                      <a:pt x="1281" y="931"/>
                    </a:lnTo>
                    <a:lnTo>
                      <a:pt x="1513" y="698"/>
                    </a:lnTo>
                    <a:lnTo>
                      <a:pt x="1746" y="524"/>
                    </a:lnTo>
                    <a:lnTo>
                      <a:pt x="2037" y="349"/>
                    </a:lnTo>
                    <a:lnTo>
                      <a:pt x="2328" y="233"/>
                    </a:lnTo>
                    <a:lnTo>
                      <a:pt x="2561" y="175"/>
                    </a:lnTo>
                    <a:close/>
                    <a:moveTo>
                      <a:pt x="2561" y="0"/>
                    </a:moveTo>
                    <a:lnTo>
                      <a:pt x="2270" y="117"/>
                    </a:lnTo>
                    <a:lnTo>
                      <a:pt x="1979" y="233"/>
                    </a:lnTo>
                    <a:lnTo>
                      <a:pt x="1688" y="349"/>
                    </a:lnTo>
                    <a:lnTo>
                      <a:pt x="1397" y="582"/>
                    </a:lnTo>
                    <a:lnTo>
                      <a:pt x="1164" y="815"/>
                    </a:lnTo>
                    <a:lnTo>
                      <a:pt x="873" y="1106"/>
                    </a:lnTo>
                    <a:lnTo>
                      <a:pt x="699" y="1455"/>
                    </a:lnTo>
                    <a:lnTo>
                      <a:pt x="350" y="1978"/>
                    </a:lnTo>
                    <a:lnTo>
                      <a:pt x="175" y="2560"/>
                    </a:lnTo>
                    <a:lnTo>
                      <a:pt x="59" y="3200"/>
                    </a:lnTo>
                    <a:lnTo>
                      <a:pt x="1" y="3782"/>
                    </a:lnTo>
                    <a:lnTo>
                      <a:pt x="59" y="4422"/>
                    </a:lnTo>
                    <a:lnTo>
                      <a:pt x="175" y="4945"/>
                    </a:lnTo>
                    <a:lnTo>
                      <a:pt x="408" y="5469"/>
                    </a:lnTo>
                    <a:lnTo>
                      <a:pt x="757" y="5934"/>
                    </a:lnTo>
                    <a:lnTo>
                      <a:pt x="1048" y="6167"/>
                    </a:lnTo>
                    <a:lnTo>
                      <a:pt x="1339" y="6342"/>
                    </a:lnTo>
                    <a:lnTo>
                      <a:pt x="1688" y="6458"/>
                    </a:lnTo>
                    <a:lnTo>
                      <a:pt x="2328" y="6458"/>
                    </a:lnTo>
                    <a:lnTo>
                      <a:pt x="2619" y="6400"/>
                    </a:lnTo>
                    <a:lnTo>
                      <a:pt x="2910" y="6283"/>
                    </a:lnTo>
                    <a:lnTo>
                      <a:pt x="3201" y="6109"/>
                    </a:lnTo>
                    <a:lnTo>
                      <a:pt x="3491" y="5934"/>
                    </a:lnTo>
                    <a:lnTo>
                      <a:pt x="3724" y="5643"/>
                    </a:lnTo>
                    <a:lnTo>
                      <a:pt x="3957" y="5353"/>
                    </a:lnTo>
                    <a:lnTo>
                      <a:pt x="4190" y="5062"/>
                    </a:lnTo>
                    <a:lnTo>
                      <a:pt x="4480" y="4480"/>
                    </a:lnTo>
                    <a:lnTo>
                      <a:pt x="4713" y="3898"/>
                    </a:lnTo>
                    <a:lnTo>
                      <a:pt x="4829" y="3316"/>
                    </a:lnTo>
                    <a:lnTo>
                      <a:pt x="4888" y="2676"/>
                    </a:lnTo>
                    <a:lnTo>
                      <a:pt x="4829" y="2095"/>
                    </a:lnTo>
                    <a:lnTo>
                      <a:pt x="4713" y="1513"/>
                    </a:lnTo>
                    <a:lnTo>
                      <a:pt x="4480" y="989"/>
                    </a:lnTo>
                    <a:lnTo>
                      <a:pt x="4131" y="582"/>
                    </a:lnTo>
                    <a:lnTo>
                      <a:pt x="3840" y="291"/>
                    </a:lnTo>
                    <a:lnTo>
                      <a:pt x="3550" y="117"/>
                    </a:lnTo>
                    <a:lnTo>
                      <a:pt x="3201" y="59"/>
                    </a:lnTo>
                    <a:lnTo>
                      <a:pt x="285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33"/>
              <p:cNvSpPr/>
              <p:nvPr/>
            </p:nvSpPr>
            <p:spPr>
              <a:xfrm>
                <a:off x="1580430" y="481188"/>
                <a:ext cx="327580" cy="534609"/>
              </a:xfrm>
              <a:custGeom>
                <a:avLst/>
                <a:gdLst/>
                <a:ahLst/>
                <a:cxnLst/>
                <a:rect l="l" t="t" r="r" b="b"/>
                <a:pathLst>
                  <a:path w="3957" h="6458" extrusionOk="0">
                    <a:moveTo>
                      <a:pt x="2560" y="175"/>
                    </a:moveTo>
                    <a:lnTo>
                      <a:pt x="2793" y="233"/>
                    </a:lnTo>
                    <a:lnTo>
                      <a:pt x="2967" y="291"/>
                    </a:lnTo>
                    <a:lnTo>
                      <a:pt x="3142" y="408"/>
                    </a:lnTo>
                    <a:lnTo>
                      <a:pt x="3316" y="640"/>
                    </a:lnTo>
                    <a:lnTo>
                      <a:pt x="3491" y="931"/>
                    </a:lnTo>
                    <a:lnTo>
                      <a:pt x="3665" y="1338"/>
                    </a:lnTo>
                    <a:lnTo>
                      <a:pt x="3724" y="1746"/>
                    </a:lnTo>
                    <a:lnTo>
                      <a:pt x="3782" y="2269"/>
                    </a:lnTo>
                    <a:lnTo>
                      <a:pt x="3724" y="2909"/>
                    </a:lnTo>
                    <a:lnTo>
                      <a:pt x="3607" y="3549"/>
                    </a:lnTo>
                    <a:lnTo>
                      <a:pt x="3374" y="4189"/>
                    </a:lnTo>
                    <a:lnTo>
                      <a:pt x="3084" y="4829"/>
                    </a:lnTo>
                    <a:lnTo>
                      <a:pt x="2676" y="5469"/>
                    </a:lnTo>
                    <a:lnTo>
                      <a:pt x="2502" y="5702"/>
                    </a:lnTo>
                    <a:lnTo>
                      <a:pt x="2269" y="5934"/>
                    </a:lnTo>
                    <a:lnTo>
                      <a:pt x="2036" y="6109"/>
                    </a:lnTo>
                    <a:lnTo>
                      <a:pt x="1804" y="6225"/>
                    </a:lnTo>
                    <a:lnTo>
                      <a:pt x="1571" y="6283"/>
                    </a:lnTo>
                    <a:lnTo>
                      <a:pt x="1164" y="6283"/>
                    </a:lnTo>
                    <a:lnTo>
                      <a:pt x="989" y="6167"/>
                    </a:lnTo>
                    <a:lnTo>
                      <a:pt x="757" y="6051"/>
                    </a:lnTo>
                    <a:lnTo>
                      <a:pt x="582" y="5876"/>
                    </a:lnTo>
                    <a:lnTo>
                      <a:pt x="407" y="5527"/>
                    </a:lnTo>
                    <a:lnTo>
                      <a:pt x="291" y="5178"/>
                    </a:lnTo>
                    <a:lnTo>
                      <a:pt x="233" y="4713"/>
                    </a:lnTo>
                    <a:lnTo>
                      <a:pt x="175" y="4247"/>
                    </a:lnTo>
                    <a:lnTo>
                      <a:pt x="233" y="3607"/>
                    </a:lnTo>
                    <a:lnTo>
                      <a:pt x="349" y="2909"/>
                    </a:lnTo>
                    <a:lnTo>
                      <a:pt x="524" y="2269"/>
                    </a:lnTo>
                    <a:lnTo>
                      <a:pt x="815" y="1629"/>
                    </a:lnTo>
                    <a:lnTo>
                      <a:pt x="1222" y="989"/>
                    </a:lnTo>
                    <a:lnTo>
                      <a:pt x="1455" y="757"/>
                    </a:lnTo>
                    <a:lnTo>
                      <a:pt x="1687" y="582"/>
                    </a:lnTo>
                    <a:lnTo>
                      <a:pt x="1920" y="408"/>
                    </a:lnTo>
                    <a:lnTo>
                      <a:pt x="2153" y="291"/>
                    </a:lnTo>
                    <a:lnTo>
                      <a:pt x="2327" y="233"/>
                    </a:lnTo>
                    <a:lnTo>
                      <a:pt x="2560" y="175"/>
                    </a:lnTo>
                    <a:close/>
                    <a:moveTo>
                      <a:pt x="2560" y="0"/>
                    </a:moveTo>
                    <a:lnTo>
                      <a:pt x="2327" y="59"/>
                    </a:lnTo>
                    <a:lnTo>
                      <a:pt x="2095" y="117"/>
                    </a:lnTo>
                    <a:lnTo>
                      <a:pt x="1804" y="233"/>
                    </a:lnTo>
                    <a:lnTo>
                      <a:pt x="1571" y="408"/>
                    </a:lnTo>
                    <a:lnTo>
                      <a:pt x="1338" y="640"/>
                    </a:lnTo>
                    <a:lnTo>
                      <a:pt x="1106" y="931"/>
                    </a:lnTo>
                    <a:lnTo>
                      <a:pt x="698" y="1571"/>
                    </a:lnTo>
                    <a:lnTo>
                      <a:pt x="407" y="2211"/>
                    </a:lnTo>
                    <a:lnTo>
                      <a:pt x="175" y="2909"/>
                    </a:lnTo>
                    <a:lnTo>
                      <a:pt x="58" y="3549"/>
                    </a:lnTo>
                    <a:lnTo>
                      <a:pt x="0" y="4247"/>
                    </a:lnTo>
                    <a:lnTo>
                      <a:pt x="58" y="4713"/>
                    </a:lnTo>
                    <a:lnTo>
                      <a:pt x="117" y="5178"/>
                    </a:lnTo>
                    <a:lnTo>
                      <a:pt x="291" y="5643"/>
                    </a:lnTo>
                    <a:lnTo>
                      <a:pt x="466" y="5993"/>
                    </a:lnTo>
                    <a:lnTo>
                      <a:pt x="698" y="6167"/>
                    </a:lnTo>
                    <a:lnTo>
                      <a:pt x="873" y="6342"/>
                    </a:lnTo>
                    <a:lnTo>
                      <a:pt x="1106" y="6458"/>
                    </a:lnTo>
                    <a:lnTo>
                      <a:pt x="1629" y="6458"/>
                    </a:lnTo>
                    <a:lnTo>
                      <a:pt x="1862" y="6342"/>
                    </a:lnTo>
                    <a:lnTo>
                      <a:pt x="2095" y="6225"/>
                    </a:lnTo>
                    <a:lnTo>
                      <a:pt x="2385" y="6051"/>
                    </a:lnTo>
                    <a:lnTo>
                      <a:pt x="2618" y="5818"/>
                    </a:lnTo>
                    <a:lnTo>
                      <a:pt x="2851" y="5585"/>
                    </a:lnTo>
                    <a:lnTo>
                      <a:pt x="3258" y="4887"/>
                    </a:lnTo>
                    <a:lnTo>
                      <a:pt x="3549" y="4247"/>
                    </a:lnTo>
                    <a:lnTo>
                      <a:pt x="3782" y="3607"/>
                    </a:lnTo>
                    <a:lnTo>
                      <a:pt x="3898" y="2909"/>
                    </a:lnTo>
                    <a:lnTo>
                      <a:pt x="3956" y="2269"/>
                    </a:lnTo>
                    <a:lnTo>
                      <a:pt x="3898" y="1746"/>
                    </a:lnTo>
                    <a:lnTo>
                      <a:pt x="3840" y="1280"/>
                    </a:lnTo>
                    <a:lnTo>
                      <a:pt x="3665" y="873"/>
                    </a:lnTo>
                    <a:lnTo>
                      <a:pt x="3491" y="524"/>
                    </a:lnTo>
                    <a:lnTo>
                      <a:pt x="3258" y="291"/>
                    </a:lnTo>
                    <a:lnTo>
                      <a:pt x="3025" y="117"/>
                    </a:lnTo>
                    <a:lnTo>
                      <a:pt x="2793" y="59"/>
                    </a:lnTo>
                    <a:lnTo>
                      <a:pt x="256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33"/>
              <p:cNvSpPr/>
              <p:nvPr/>
            </p:nvSpPr>
            <p:spPr>
              <a:xfrm>
                <a:off x="1623727" y="485990"/>
                <a:ext cx="240904" cy="529808"/>
              </a:xfrm>
              <a:custGeom>
                <a:avLst/>
                <a:gdLst/>
                <a:ahLst/>
                <a:cxnLst/>
                <a:rect l="l" t="t" r="r" b="b"/>
                <a:pathLst>
                  <a:path w="2910" h="6400" extrusionOk="0">
                    <a:moveTo>
                      <a:pt x="2270" y="175"/>
                    </a:moveTo>
                    <a:lnTo>
                      <a:pt x="2386" y="233"/>
                    </a:lnTo>
                    <a:lnTo>
                      <a:pt x="2502" y="350"/>
                    </a:lnTo>
                    <a:lnTo>
                      <a:pt x="2561" y="466"/>
                    </a:lnTo>
                    <a:lnTo>
                      <a:pt x="2677" y="931"/>
                    </a:lnTo>
                    <a:lnTo>
                      <a:pt x="2735" y="1455"/>
                    </a:lnTo>
                    <a:lnTo>
                      <a:pt x="2677" y="2211"/>
                    </a:lnTo>
                    <a:lnTo>
                      <a:pt x="2561" y="3026"/>
                    </a:lnTo>
                    <a:lnTo>
                      <a:pt x="2328" y="3840"/>
                    </a:lnTo>
                    <a:lnTo>
                      <a:pt x="2037" y="4655"/>
                    </a:lnTo>
                    <a:lnTo>
                      <a:pt x="1688" y="5295"/>
                    </a:lnTo>
                    <a:lnTo>
                      <a:pt x="1339" y="5818"/>
                    </a:lnTo>
                    <a:lnTo>
                      <a:pt x="990" y="6109"/>
                    </a:lnTo>
                    <a:lnTo>
                      <a:pt x="815" y="6167"/>
                    </a:lnTo>
                    <a:lnTo>
                      <a:pt x="699" y="6225"/>
                    </a:lnTo>
                    <a:lnTo>
                      <a:pt x="583" y="6225"/>
                    </a:lnTo>
                    <a:lnTo>
                      <a:pt x="524" y="6167"/>
                    </a:lnTo>
                    <a:lnTo>
                      <a:pt x="408" y="6051"/>
                    </a:lnTo>
                    <a:lnTo>
                      <a:pt x="350" y="5876"/>
                    </a:lnTo>
                    <a:lnTo>
                      <a:pt x="234" y="5469"/>
                    </a:lnTo>
                    <a:lnTo>
                      <a:pt x="175" y="4887"/>
                    </a:lnTo>
                    <a:lnTo>
                      <a:pt x="234" y="4189"/>
                    </a:lnTo>
                    <a:lnTo>
                      <a:pt x="350" y="3375"/>
                    </a:lnTo>
                    <a:lnTo>
                      <a:pt x="583" y="2560"/>
                    </a:lnTo>
                    <a:lnTo>
                      <a:pt x="873" y="1746"/>
                    </a:lnTo>
                    <a:lnTo>
                      <a:pt x="1223" y="1048"/>
                    </a:lnTo>
                    <a:lnTo>
                      <a:pt x="1572" y="524"/>
                    </a:lnTo>
                    <a:lnTo>
                      <a:pt x="1921" y="233"/>
                    </a:lnTo>
                    <a:lnTo>
                      <a:pt x="2037" y="175"/>
                    </a:lnTo>
                    <a:close/>
                    <a:moveTo>
                      <a:pt x="1979" y="1"/>
                    </a:moveTo>
                    <a:lnTo>
                      <a:pt x="1804" y="117"/>
                    </a:lnTo>
                    <a:lnTo>
                      <a:pt x="1630" y="233"/>
                    </a:lnTo>
                    <a:lnTo>
                      <a:pt x="1455" y="466"/>
                    </a:lnTo>
                    <a:lnTo>
                      <a:pt x="1106" y="990"/>
                    </a:lnTo>
                    <a:lnTo>
                      <a:pt x="757" y="1688"/>
                    </a:lnTo>
                    <a:lnTo>
                      <a:pt x="408" y="2502"/>
                    </a:lnTo>
                    <a:lnTo>
                      <a:pt x="175" y="3317"/>
                    </a:lnTo>
                    <a:lnTo>
                      <a:pt x="59" y="4131"/>
                    </a:lnTo>
                    <a:lnTo>
                      <a:pt x="1" y="4887"/>
                    </a:lnTo>
                    <a:lnTo>
                      <a:pt x="59" y="5469"/>
                    </a:lnTo>
                    <a:lnTo>
                      <a:pt x="175" y="5935"/>
                    </a:lnTo>
                    <a:lnTo>
                      <a:pt x="292" y="6167"/>
                    </a:lnTo>
                    <a:lnTo>
                      <a:pt x="408" y="6284"/>
                    </a:lnTo>
                    <a:lnTo>
                      <a:pt x="524" y="6342"/>
                    </a:lnTo>
                    <a:lnTo>
                      <a:pt x="699" y="6400"/>
                    </a:lnTo>
                    <a:lnTo>
                      <a:pt x="873" y="6342"/>
                    </a:lnTo>
                    <a:lnTo>
                      <a:pt x="1048" y="6284"/>
                    </a:lnTo>
                    <a:lnTo>
                      <a:pt x="1281" y="6109"/>
                    </a:lnTo>
                    <a:lnTo>
                      <a:pt x="1455" y="5935"/>
                    </a:lnTo>
                    <a:lnTo>
                      <a:pt x="1804" y="5411"/>
                    </a:lnTo>
                    <a:lnTo>
                      <a:pt x="2153" y="4713"/>
                    </a:lnTo>
                    <a:lnTo>
                      <a:pt x="2502" y="3898"/>
                    </a:lnTo>
                    <a:lnTo>
                      <a:pt x="2677" y="3026"/>
                    </a:lnTo>
                    <a:lnTo>
                      <a:pt x="2851" y="2211"/>
                    </a:lnTo>
                    <a:lnTo>
                      <a:pt x="2910" y="1455"/>
                    </a:lnTo>
                    <a:lnTo>
                      <a:pt x="2851" y="873"/>
                    </a:lnTo>
                    <a:lnTo>
                      <a:pt x="2735" y="408"/>
                    </a:lnTo>
                    <a:lnTo>
                      <a:pt x="2619" y="233"/>
                    </a:lnTo>
                    <a:lnTo>
                      <a:pt x="2502" y="117"/>
                    </a:lnTo>
                    <a:lnTo>
                      <a:pt x="232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33"/>
              <p:cNvSpPr/>
              <p:nvPr/>
            </p:nvSpPr>
            <p:spPr>
              <a:xfrm>
                <a:off x="1657504" y="485990"/>
                <a:ext cx="173435" cy="529808"/>
              </a:xfrm>
              <a:custGeom>
                <a:avLst/>
                <a:gdLst/>
                <a:ahLst/>
                <a:cxnLst/>
                <a:rect l="l" t="t" r="r" b="b"/>
                <a:pathLst>
                  <a:path w="2095" h="6400" extrusionOk="0">
                    <a:moveTo>
                      <a:pt x="1862" y="175"/>
                    </a:moveTo>
                    <a:lnTo>
                      <a:pt x="1862" y="233"/>
                    </a:lnTo>
                    <a:lnTo>
                      <a:pt x="1920" y="350"/>
                    </a:lnTo>
                    <a:lnTo>
                      <a:pt x="1920" y="466"/>
                    </a:lnTo>
                    <a:lnTo>
                      <a:pt x="1804" y="1222"/>
                    </a:lnTo>
                    <a:lnTo>
                      <a:pt x="1629" y="2211"/>
                    </a:lnTo>
                    <a:lnTo>
                      <a:pt x="1396" y="3317"/>
                    </a:lnTo>
                    <a:lnTo>
                      <a:pt x="1047" y="4480"/>
                    </a:lnTo>
                    <a:lnTo>
                      <a:pt x="756" y="5236"/>
                    </a:lnTo>
                    <a:lnTo>
                      <a:pt x="524" y="5760"/>
                    </a:lnTo>
                    <a:lnTo>
                      <a:pt x="291" y="6109"/>
                    </a:lnTo>
                    <a:lnTo>
                      <a:pt x="233" y="6167"/>
                    </a:lnTo>
                    <a:lnTo>
                      <a:pt x="175" y="5993"/>
                    </a:lnTo>
                    <a:lnTo>
                      <a:pt x="175" y="5876"/>
                    </a:lnTo>
                    <a:lnTo>
                      <a:pt x="233" y="5178"/>
                    </a:lnTo>
                    <a:lnTo>
                      <a:pt x="407" y="4189"/>
                    </a:lnTo>
                    <a:lnTo>
                      <a:pt x="698" y="3026"/>
                    </a:lnTo>
                    <a:lnTo>
                      <a:pt x="1047" y="1862"/>
                    </a:lnTo>
                    <a:lnTo>
                      <a:pt x="1338" y="1164"/>
                    </a:lnTo>
                    <a:lnTo>
                      <a:pt x="1571" y="582"/>
                    </a:lnTo>
                    <a:lnTo>
                      <a:pt x="1804" y="233"/>
                    </a:lnTo>
                    <a:lnTo>
                      <a:pt x="1862" y="175"/>
                    </a:lnTo>
                    <a:close/>
                    <a:moveTo>
                      <a:pt x="1862" y="1"/>
                    </a:moveTo>
                    <a:lnTo>
                      <a:pt x="1745" y="59"/>
                    </a:lnTo>
                    <a:lnTo>
                      <a:pt x="1571" y="233"/>
                    </a:lnTo>
                    <a:lnTo>
                      <a:pt x="1280" y="873"/>
                    </a:lnTo>
                    <a:lnTo>
                      <a:pt x="873" y="1862"/>
                    </a:lnTo>
                    <a:lnTo>
                      <a:pt x="524" y="2968"/>
                    </a:lnTo>
                    <a:lnTo>
                      <a:pt x="291" y="4131"/>
                    </a:lnTo>
                    <a:lnTo>
                      <a:pt x="58" y="5120"/>
                    </a:lnTo>
                    <a:lnTo>
                      <a:pt x="0" y="5876"/>
                    </a:lnTo>
                    <a:lnTo>
                      <a:pt x="0" y="5993"/>
                    </a:lnTo>
                    <a:lnTo>
                      <a:pt x="58" y="6225"/>
                    </a:lnTo>
                    <a:lnTo>
                      <a:pt x="116" y="6342"/>
                    </a:lnTo>
                    <a:lnTo>
                      <a:pt x="233" y="6400"/>
                    </a:lnTo>
                    <a:lnTo>
                      <a:pt x="349" y="6342"/>
                    </a:lnTo>
                    <a:lnTo>
                      <a:pt x="524" y="6109"/>
                    </a:lnTo>
                    <a:lnTo>
                      <a:pt x="815" y="5469"/>
                    </a:lnTo>
                    <a:lnTo>
                      <a:pt x="1164" y="4538"/>
                    </a:lnTo>
                    <a:lnTo>
                      <a:pt x="1513" y="3375"/>
                    </a:lnTo>
                    <a:lnTo>
                      <a:pt x="1804" y="2211"/>
                    </a:lnTo>
                    <a:lnTo>
                      <a:pt x="1978" y="1222"/>
                    </a:lnTo>
                    <a:lnTo>
                      <a:pt x="2094" y="466"/>
                    </a:lnTo>
                    <a:lnTo>
                      <a:pt x="2036" y="350"/>
                    </a:lnTo>
                    <a:lnTo>
                      <a:pt x="2036" y="117"/>
                    </a:lnTo>
                    <a:lnTo>
                      <a:pt x="1978" y="59"/>
                    </a:lnTo>
                    <a:lnTo>
                      <a:pt x="186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33"/>
              <p:cNvSpPr/>
              <p:nvPr/>
            </p:nvSpPr>
            <p:spPr>
              <a:xfrm>
                <a:off x="1956033" y="722000"/>
                <a:ext cx="53065" cy="187916"/>
              </a:xfrm>
              <a:custGeom>
                <a:avLst/>
                <a:gdLst/>
                <a:ahLst/>
                <a:cxnLst/>
                <a:rect l="l" t="t" r="r" b="b"/>
                <a:pathLst>
                  <a:path w="641" h="2270" extrusionOk="0">
                    <a:moveTo>
                      <a:pt x="59" y="2211"/>
                    </a:moveTo>
                    <a:lnTo>
                      <a:pt x="59" y="2211"/>
                    </a:lnTo>
                    <a:lnTo>
                      <a:pt x="1" y="2269"/>
                    </a:lnTo>
                    <a:lnTo>
                      <a:pt x="1" y="2269"/>
                    </a:lnTo>
                    <a:lnTo>
                      <a:pt x="59" y="2211"/>
                    </a:lnTo>
                    <a:lnTo>
                      <a:pt x="59" y="2211"/>
                    </a:lnTo>
                    <a:close/>
                    <a:moveTo>
                      <a:pt x="641" y="0"/>
                    </a:moveTo>
                    <a:lnTo>
                      <a:pt x="641" y="0"/>
                    </a:lnTo>
                    <a:lnTo>
                      <a:pt x="641" y="640"/>
                    </a:lnTo>
                    <a:lnTo>
                      <a:pt x="641" y="640"/>
                    </a:lnTo>
                    <a:lnTo>
                      <a:pt x="641" y="640"/>
                    </a:lnTo>
                    <a:lnTo>
                      <a:pt x="641" y="0"/>
                    </a:lnTo>
                    <a:close/>
                    <a:moveTo>
                      <a:pt x="641" y="0"/>
                    </a:moveTo>
                    <a:lnTo>
                      <a:pt x="641" y="0"/>
                    </a:lnTo>
                    <a:lnTo>
                      <a:pt x="641" y="0"/>
                    </a:lnTo>
                    <a:lnTo>
                      <a:pt x="641" y="0"/>
                    </a:lnTo>
                    <a:lnTo>
                      <a:pt x="641" y="0"/>
                    </a:lnTo>
                    <a:close/>
                    <a:moveTo>
                      <a:pt x="641" y="0"/>
                    </a:moveTo>
                    <a:lnTo>
                      <a:pt x="641" y="0"/>
                    </a:lnTo>
                    <a:lnTo>
                      <a:pt x="641" y="0"/>
                    </a:lnTo>
                    <a:lnTo>
                      <a:pt x="641" y="0"/>
                    </a:lnTo>
                    <a:lnTo>
                      <a:pt x="641" y="0"/>
                    </a:lnTo>
                    <a:close/>
                    <a:moveTo>
                      <a:pt x="641" y="0"/>
                    </a:moveTo>
                    <a:lnTo>
                      <a:pt x="641" y="0"/>
                    </a:lnTo>
                    <a:lnTo>
                      <a:pt x="641" y="0"/>
                    </a:lnTo>
                    <a:lnTo>
                      <a:pt x="641" y="0"/>
                    </a:lnTo>
                    <a:lnTo>
                      <a:pt x="641" y="0"/>
                    </a:lnTo>
                    <a:close/>
                  </a:path>
                </a:pathLst>
              </a:custGeom>
              <a:solidFill>
                <a:srgbClr val="E7CC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33"/>
              <p:cNvSpPr/>
              <p:nvPr/>
            </p:nvSpPr>
            <p:spPr>
              <a:xfrm>
                <a:off x="1956033" y="904947"/>
                <a:ext cx="4967" cy="4967"/>
              </a:xfrm>
              <a:custGeom>
                <a:avLst/>
                <a:gdLst/>
                <a:ahLst/>
                <a:cxnLst/>
                <a:rect l="l" t="t" r="r" b="b"/>
                <a:pathLst>
                  <a:path w="60" h="60" fill="none" extrusionOk="0">
                    <a:moveTo>
                      <a:pt x="59" y="1"/>
                    </a:moveTo>
                    <a:lnTo>
                      <a:pt x="59" y="1"/>
                    </a:lnTo>
                    <a:lnTo>
                      <a:pt x="1" y="59"/>
                    </a:lnTo>
                    <a:lnTo>
                      <a:pt x="1" y="59"/>
                    </a:lnTo>
                    <a:lnTo>
                      <a:pt x="59" y="1"/>
                    </a:lnTo>
                    <a:lnTo>
                      <a:pt x="59"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33"/>
              <p:cNvSpPr/>
              <p:nvPr/>
            </p:nvSpPr>
            <p:spPr>
              <a:xfrm>
                <a:off x="2009016" y="722000"/>
                <a:ext cx="83" cy="53064"/>
              </a:xfrm>
              <a:custGeom>
                <a:avLst/>
                <a:gdLst/>
                <a:ahLst/>
                <a:cxnLst/>
                <a:rect l="l" t="t" r="r" b="b"/>
                <a:pathLst>
                  <a:path w="1" h="641" fill="none" extrusionOk="0">
                    <a:moveTo>
                      <a:pt x="1" y="0"/>
                    </a:moveTo>
                    <a:lnTo>
                      <a:pt x="1" y="0"/>
                    </a:lnTo>
                    <a:lnTo>
                      <a:pt x="1" y="640"/>
                    </a:lnTo>
                    <a:lnTo>
                      <a:pt x="1" y="640"/>
                    </a:lnTo>
                    <a:lnTo>
                      <a:pt x="1" y="640"/>
                    </a:lnTo>
                    <a:lnTo>
                      <a:pt x="1"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33"/>
              <p:cNvSpPr/>
              <p:nvPr/>
            </p:nvSpPr>
            <p:spPr>
              <a:xfrm>
                <a:off x="2009016" y="722000"/>
                <a:ext cx="83" cy="83"/>
              </a:xfrm>
              <a:custGeom>
                <a:avLst/>
                <a:gdLst/>
                <a:ahLst/>
                <a:cxnLst/>
                <a:rect l="l" t="t" r="r" b="b"/>
                <a:pathLst>
                  <a:path w="1" h="1" fill="none" extrusionOk="0">
                    <a:moveTo>
                      <a:pt x="1" y="0"/>
                    </a:moveTo>
                    <a:lnTo>
                      <a:pt x="1" y="0"/>
                    </a:lnTo>
                    <a:lnTo>
                      <a:pt x="1" y="0"/>
                    </a:lnTo>
                    <a:lnTo>
                      <a:pt x="1" y="0"/>
                    </a:lnTo>
                    <a:lnTo>
                      <a:pt x="1"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33"/>
              <p:cNvSpPr/>
              <p:nvPr/>
            </p:nvSpPr>
            <p:spPr>
              <a:xfrm>
                <a:off x="2009016" y="722000"/>
                <a:ext cx="83" cy="83"/>
              </a:xfrm>
              <a:custGeom>
                <a:avLst/>
                <a:gdLst/>
                <a:ahLst/>
                <a:cxnLst/>
                <a:rect l="l" t="t" r="r" b="b"/>
                <a:pathLst>
                  <a:path w="1" h="1" fill="none" extrusionOk="0">
                    <a:moveTo>
                      <a:pt x="1" y="0"/>
                    </a:moveTo>
                    <a:lnTo>
                      <a:pt x="1" y="0"/>
                    </a:lnTo>
                    <a:lnTo>
                      <a:pt x="1" y="0"/>
                    </a:lnTo>
                    <a:lnTo>
                      <a:pt x="1" y="0"/>
                    </a:lnTo>
                    <a:lnTo>
                      <a:pt x="1"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33"/>
              <p:cNvSpPr/>
              <p:nvPr/>
            </p:nvSpPr>
            <p:spPr>
              <a:xfrm>
                <a:off x="2009016" y="722000"/>
                <a:ext cx="83" cy="83"/>
              </a:xfrm>
              <a:custGeom>
                <a:avLst/>
                <a:gdLst/>
                <a:ahLst/>
                <a:cxnLst/>
                <a:rect l="l" t="t" r="r" b="b"/>
                <a:pathLst>
                  <a:path w="1" h="1" fill="none" extrusionOk="0">
                    <a:moveTo>
                      <a:pt x="1" y="0"/>
                    </a:moveTo>
                    <a:lnTo>
                      <a:pt x="1" y="0"/>
                    </a:lnTo>
                    <a:lnTo>
                      <a:pt x="1" y="0"/>
                    </a:lnTo>
                    <a:lnTo>
                      <a:pt x="1" y="0"/>
                    </a:lnTo>
                    <a:lnTo>
                      <a:pt x="1"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33"/>
              <p:cNvSpPr/>
              <p:nvPr/>
            </p:nvSpPr>
            <p:spPr>
              <a:xfrm>
                <a:off x="1960917" y="774980"/>
                <a:ext cx="48181" cy="130051"/>
              </a:xfrm>
              <a:custGeom>
                <a:avLst/>
                <a:gdLst/>
                <a:ahLst/>
                <a:cxnLst/>
                <a:rect l="l" t="t" r="r" b="b"/>
                <a:pathLst>
                  <a:path w="582" h="1571" extrusionOk="0">
                    <a:moveTo>
                      <a:pt x="0" y="1571"/>
                    </a:moveTo>
                    <a:lnTo>
                      <a:pt x="0" y="1571"/>
                    </a:lnTo>
                    <a:lnTo>
                      <a:pt x="0" y="1571"/>
                    </a:lnTo>
                    <a:lnTo>
                      <a:pt x="0" y="1571"/>
                    </a:lnTo>
                    <a:lnTo>
                      <a:pt x="0" y="1571"/>
                    </a:lnTo>
                    <a:close/>
                    <a:moveTo>
                      <a:pt x="582" y="0"/>
                    </a:moveTo>
                    <a:lnTo>
                      <a:pt x="582" y="0"/>
                    </a:lnTo>
                    <a:lnTo>
                      <a:pt x="582" y="0"/>
                    </a:lnTo>
                    <a:lnTo>
                      <a:pt x="466" y="524"/>
                    </a:lnTo>
                    <a:lnTo>
                      <a:pt x="466" y="524"/>
                    </a:lnTo>
                    <a:lnTo>
                      <a:pt x="349" y="931"/>
                    </a:lnTo>
                    <a:lnTo>
                      <a:pt x="175" y="1280"/>
                    </a:lnTo>
                    <a:lnTo>
                      <a:pt x="175" y="1280"/>
                    </a:lnTo>
                    <a:lnTo>
                      <a:pt x="175" y="1280"/>
                    </a:lnTo>
                    <a:lnTo>
                      <a:pt x="349" y="931"/>
                    </a:lnTo>
                    <a:lnTo>
                      <a:pt x="466" y="524"/>
                    </a:lnTo>
                    <a:lnTo>
                      <a:pt x="466" y="524"/>
                    </a:lnTo>
                    <a:lnTo>
                      <a:pt x="582" y="0"/>
                    </a:lnTo>
                    <a:close/>
                  </a:path>
                </a:pathLst>
              </a:custGeom>
              <a:solidFill>
                <a:srgbClr val="E701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33"/>
              <p:cNvSpPr/>
              <p:nvPr/>
            </p:nvSpPr>
            <p:spPr>
              <a:xfrm>
                <a:off x="1960917" y="904947"/>
                <a:ext cx="83" cy="83"/>
              </a:xfrm>
              <a:custGeom>
                <a:avLst/>
                <a:gdLst/>
                <a:ahLst/>
                <a:cxnLst/>
                <a:rect l="l" t="t" r="r" b="b"/>
                <a:pathLst>
                  <a:path w="1" h="1" fill="none" extrusionOk="0">
                    <a:moveTo>
                      <a:pt x="0" y="1"/>
                    </a:moveTo>
                    <a:lnTo>
                      <a:pt x="0" y="1"/>
                    </a:lnTo>
                    <a:lnTo>
                      <a:pt x="0" y="1"/>
                    </a:lnTo>
                    <a:lnTo>
                      <a:pt x="0" y="1"/>
                    </a:lnTo>
                    <a:lnTo>
                      <a:pt x="0"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33"/>
              <p:cNvSpPr/>
              <p:nvPr/>
            </p:nvSpPr>
            <p:spPr>
              <a:xfrm>
                <a:off x="1975322" y="774980"/>
                <a:ext cx="33776" cy="105962"/>
              </a:xfrm>
              <a:custGeom>
                <a:avLst/>
                <a:gdLst/>
                <a:ahLst/>
                <a:cxnLst/>
                <a:rect l="l" t="t" r="r" b="b"/>
                <a:pathLst>
                  <a:path w="408" h="1280" fill="none" extrusionOk="0">
                    <a:moveTo>
                      <a:pt x="408" y="0"/>
                    </a:moveTo>
                    <a:lnTo>
                      <a:pt x="408" y="0"/>
                    </a:lnTo>
                    <a:lnTo>
                      <a:pt x="408" y="0"/>
                    </a:lnTo>
                    <a:lnTo>
                      <a:pt x="292" y="524"/>
                    </a:lnTo>
                    <a:lnTo>
                      <a:pt x="292" y="524"/>
                    </a:lnTo>
                    <a:lnTo>
                      <a:pt x="175" y="931"/>
                    </a:lnTo>
                    <a:lnTo>
                      <a:pt x="1" y="1280"/>
                    </a:lnTo>
                    <a:lnTo>
                      <a:pt x="1" y="1280"/>
                    </a:lnTo>
                    <a:lnTo>
                      <a:pt x="1" y="1280"/>
                    </a:lnTo>
                    <a:lnTo>
                      <a:pt x="175" y="931"/>
                    </a:lnTo>
                    <a:lnTo>
                      <a:pt x="292" y="524"/>
                    </a:lnTo>
                    <a:lnTo>
                      <a:pt x="292" y="524"/>
                    </a:lnTo>
                    <a:lnTo>
                      <a:pt x="408"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33"/>
              <p:cNvSpPr/>
              <p:nvPr/>
            </p:nvSpPr>
            <p:spPr>
              <a:xfrm>
                <a:off x="1960917" y="880858"/>
                <a:ext cx="14487" cy="24172"/>
              </a:xfrm>
              <a:custGeom>
                <a:avLst/>
                <a:gdLst/>
                <a:ahLst/>
                <a:cxnLst/>
                <a:rect l="l" t="t" r="r" b="b"/>
                <a:pathLst>
                  <a:path w="175" h="292" extrusionOk="0">
                    <a:moveTo>
                      <a:pt x="175" y="1"/>
                    </a:moveTo>
                    <a:lnTo>
                      <a:pt x="175" y="1"/>
                    </a:lnTo>
                    <a:lnTo>
                      <a:pt x="175" y="1"/>
                    </a:lnTo>
                    <a:lnTo>
                      <a:pt x="0" y="292"/>
                    </a:lnTo>
                    <a:lnTo>
                      <a:pt x="0" y="292"/>
                    </a:lnTo>
                    <a:lnTo>
                      <a:pt x="0" y="292"/>
                    </a:lnTo>
                    <a:lnTo>
                      <a:pt x="175" y="1"/>
                    </a:lnTo>
                    <a:close/>
                  </a:path>
                </a:pathLst>
              </a:custGeom>
              <a:solidFill>
                <a:srgbClr val="E600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33"/>
              <p:cNvSpPr/>
              <p:nvPr/>
            </p:nvSpPr>
            <p:spPr>
              <a:xfrm>
                <a:off x="1960917" y="880858"/>
                <a:ext cx="14487" cy="24172"/>
              </a:xfrm>
              <a:custGeom>
                <a:avLst/>
                <a:gdLst/>
                <a:ahLst/>
                <a:cxnLst/>
                <a:rect l="l" t="t" r="r" b="b"/>
                <a:pathLst>
                  <a:path w="175" h="292" fill="none" extrusionOk="0">
                    <a:moveTo>
                      <a:pt x="175" y="1"/>
                    </a:moveTo>
                    <a:lnTo>
                      <a:pt x="175" y="1"/>
                    </a:lnTo>
                    <a:lnTo>
                      <a:pt x="175" y="1"/>
                    </a:lnTo>
                    <a:lnTo>
                      <a:pt x="0" y="292"/>
                    </a:lnTo>
                    <a:lnTo>
                      <a:pt x="0" y="292"/>
                    </a:lnTo>
                    <a:lnTo>
                      <a:pt x="0" y="292"/>
                    </a:lnTo>
                    <a:lnTo>
                      <a:pt x="175"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33"/>
              <p:cNvSpPr/>
              <p:nvPr/>
            </p:nvSpPr>
            <p:spPr>
              <a:xfrm>
                <a:off x="1696000" y="582347"/>
                <a:ext cx="313093" cy="428648"/>
              </a:xfrm>
              <a:custGeom>
                <a:avLst/>
                <a:gdLst/>
                <a:ahLst/>
                <a:cxnLst/>
                <a:rect l="l" t="t" r="r" b="b"/>
                <a:pathLst>
                  <a:path w="3782" h="5178" extrusionOk="0">
                    <a:moveTo>
                      <a:pt x="1048" y="4538"/>
                    </a:moveTo>
                    <a:lnTo>
                      <a:pt x="699" y="4596"/>
                    </a:lnTo>
                    <a:lnTo>
                      <a:pt x="582" y="4771"/>
                    </a:lnTo>
                    <a:lnTo>
                      <a:pt x="291" y="5003"/>
                    </a:lnTo>
                    <a:lnTo>
                      <a:pt x="582" y="4887"/>
                    </a:lnTo>
                    <a:lnTo>
                      <a:pt x="873" y="4712"/>
                    </a:lnTo>
                    <a:lnTo>
                      <a:pt x="1048" y="4538"/>
                    </a:lnTo>
                    <a:close/>
                    <a:moveTo>
                      <a:pt x="1862" y="4189"/>
                    </a:moveTo>
                    <a:lnTo>
                      <a:pt x="1339" y="4421"/>
                    </a:lnTo>
                    <a:lnTo>
                      <a:pt x="989" y="4829"/>
                    </a:lnTo>
                    <a:lnTo>
                      <a:pt x="757" y="5003"/>
                    </a:lnTo>
                    <a:lnTo>
                      <a:pt x="1048" y="4887"/>
                    </a:lnTo>
                    <a:lnTo>
                      <a:pt x="1339" y="4712"/>
                    </a:lnTo>
                    <a:lnTo>
                      <a:pt x="1629" y="4480"/>
                    </a:lnTo>
                    <a:lnTo>
                      <a:pt x="1862" y="4189"/>
                    </a:lnTo>
                    <a:close/>
                    <a:moveTo>
                      <a:pt x="3258" y="2560"/>
                    </a:moveTo>
                    <a:lnTo>
                      <a:pt x="3084" y="2909"/>
                    </a:lnTo>
                    <a:lnTo>
                      <a:pt x="2851" y="3258"/>
                    </a:lnTo>
                    <a:lnTo>
                      <a:pt x="2618" y="3607"/>
                    </a:lnTo>
                    <a:lnTo>
                      <a:pt x="2328" y="3840"/>
                    </a:lnTo>
                    <a:lnTo>
                      <a:pt x="2037" y="4247"/>
                    </a:lnTo>
                    <a:lnTo>
                      <a:pt x="1804" y="4538"/>
                    </a:lnTo>
                    <a:lnTo>
                      <a:pt x="1455" y="4771"/>
                    </a:lnTo>
                    <a:lnTo>
                      <a:pt x="1164" y="5003"/>
                    </a:lnTo>
                    <a:lnTo>
                      <a:pt x="1571" y="4829"/>
                    </a:lnTo>
                    <a:lnTo>
                      <a:pt x="1978" y="4596"/>
                    </a:lnTo>
                    <a:lnTo>
                      <a:pt x="2328" y="4247"/>
                    </a:lnTo>
                    <a:lnTo>
                      <a:pt x="2677" y="3840"/>
                    </a:lnTo>
                    <a:lnTo>
                      <a:pt x="2851" y="3549"/>
                    </a:lnTo>
                    <a:lnTo>
                      <a:pt x="3026" y="3200"/>
                    </a:lnTo>
                    <a:lnTo>
                      <a:pt x="3142" y="2909"/>
                    </a:lnTo>
                    <a:lnTo>
                      <a:pt x="3258" y="2560"/>
                    </a:lnTo>
                    <a:close/>
                    <a:moveTo>
                      <a:pt x="233" y="4654"/>
                    </a:moveTo>
                    <a:lnTo>
                      <a:pt x="59" y="4945"/>
                    </a:lnTo>
                    <a:lnTo>
                      <a:pt x="0" y="5003"/>
                    </a:lnTo>
                    <a:lnTo>
                      <a:pt x="233" y="4887"/>
                    </a:lnTo>
                    <a:lnTo>
                      <a:pt x="466" y="4654"/>
                    </a:lnTo>
                    <a:close/>
                    <a:moveTo>
                      <a:pt x="757" y="5003"/>
                    </a:moveTo>
                    <a:lnTo>
                      <a:pt x="757" y="5003"/>
                    </a:lnTo>
                    <a:lnTo>
                      <a:pt x="757" y="5003"/>
                    </a:lnTo>
                    <a:close/>
                    <a:moveTo>
                      <a:pt x="3084" y="0"/>
                    </a:moveTo>
                    <a:lnTo>
                      <a:pt x="3317" y="524"/>
                    </a:lnTo>
                    <a:lnTo>
                      <a:pt x="3375" y="1047"/>
                    </a:lnTo>
                    <a:lnTo>
                      <a:pt x="3433" y="1396"/>
                    </a:lnTo>
                    <a:lnTo>
                      <a:pt x="3491" y="1804"/>
                    </a:lnTo>
                    <a:lnTo>
                      <a:pt x="3433" y="2327"/>
                    </a:lnTo>
                    <a:lnTo>
                      <a:pt x="3317" y="2909"/>
                    </a:lnTo>
                    <a:lnTo>
                      <a:pt x="3084" y="3432"/>
                    </a:lnTo>
                    <a:lnTo>
                      <a:pt x="2793" y="3956"/>
                    </a:lnTo>
                    <a:lnTo>
                      <a:pt x="2444" y="4421"/>
                    </a:lnTo>
                    <a:lnTo>
                      <a:pt x="1978" y="4771"/>
                    </a:lnTo>
                    <a:lnTo>
                      <a:pt x="1513" y="5003"/>
                    </a:lnTo>
                    <a:lnTo>
                      <a:pt x="1048" y="5178"/>
                    </a:lnTo>
                    <a:lnTo>
                      <a:pt x="1048" y="5178"/>
                    </a:lnTo>
                    <a:lnTo>
                      <a:pt x="1629" y="5061"/>
                    </a:lnTo>
                    <a:lnTo>
                      <a:pt x="2211" y="4771"/>
                    </a:lnTo>
                    <a:lnTo>
                      <a:pt x="2735" y="4421"/>
                    </a:lnTo>
                    <a:lnTo>
                      <a:pt x="3142" y="3956"/>
                    </a:lnTo>
                    <a:lnTo>
                      <a:pt x="3200" y="3898"/>
                    </a:lnTo>
                    <a:lnTo>
                      <a:pt x="3375" y="3607"/>
                    </a:lnTo>
                    <a:lnTo>
                      <a:pt x="3549" y="3258"/>
                    </a:lnTo>
                    <a:lnTo>
                      <a:pt x="3666" y="2851"/>
                    </a:lnTo>
                    <a:lnTo>
                      <a:pt x="3782" y="2327"/>
                    </a:lnTo>
                    <a:lnTo>
                      <a:pt x="3782" y="1687"/>
                    </a:lnTo>
                    <a:lnTo>
                      <a:pt x="3666" y="1222"/>
                    </a:lnTo>
                    <a:lnTo>
                      <a:pt x="3549" y="815"/>
                    </a:lnTo>
                    <a:lnTo>
                      <a:pt x="3375" y="407"/>
                    </a:lnTo>
                    <a:lnTo>
                      <a:pt x="3084" y="0"/>
                    </a:lnTo>
                    <a:close/>
                  </a:path>
                </a:pathLst>
              </a:custGeom>
              <a:solidFill>
                <a:srgbClr val="000000">
                  <a:alpha val="95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33"/>
              <p:cNvSpPr/>
              <p:nvPr/>
            </p:nvSpPr>
            <p:spPr>
              <a:xfrm>
                <a:off x="1696000" y="967613"/>
                <a:ext cx="38578" cy="28974"/>
              </a:xfrm>
              <a:custGeom>
                <a:avLst/>
                <a:gdLst/>
                <a:ahLst/>
                <a:cxnLst/>
                <a:rect l="l" t="t" r="r" b="b"/>
                <a:pathLst>
                  <a:path w="466" h="350" fill="none" extrusionOk="0">
                    <a:moveTo>
                      <a:pt x="466" y="0"/>
                    </a:moveTo>
                    <a:lnTo>
                      <a:pt x="466" y="0"/>
                    </a:lnTo>
                    <a:lnTo>
                      <a:pt x="233" y="0"/>
                    </a:lnTo>
                    <a:lnTo>
                      <a:pt x="233" y="0"/>
                    </a:lnTo>
                    <a:lnTo>
                      <a:pt x="233" y="0"/>
                    </a:lnTo>
                    <a:lnTo>
                      <a:pt x="233" y="0"/>
                    </a:lnTo>
                    <a:lnTo>
                      <a:pt x="59" y="291"/>
                    </a:lnTo>
                    <a:lnTo>
                      <a:pt x="59" y="291"/>
                    </a:lnTo>
                    <a:lnTo>
                      <a:pt x="0" y="349"/>
                    </a:lnTo>
                    <a:lnTo>
                      <a:pt x="0" y="349"/>
                    </a:lnTo>
                    <a:lnTo>
                      <a:pt x="233" y="233"/>
                    </a:lnTo>
                    <a:lnTo>
                      <a:pt x="466" y="0"/>
                    </a:lnTo>
                    <a:lnTo>
                      <a:pt x="466" y="0"/>
                    </a:lnTo>
                    <a:lnTo>
                      <a:pt x="466"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33"/>
              <p:cNvSpPr/>
              <p:nvPr/>
            </p:nvSpPr>
            <p:spPr>
              <a:xfrm>
                <a:off x="1720091" y="957927"/>
                <a:ext cx="62668" cy="38659"/>
              </a:xfrm>
              <a:custGeom>
                <a:avLst/>
                <a:gdLst/>
                <a:ahLst/>
                <a:cxnLst/>
                <a:rect l="l" t="t" r="r" b="b"/>
                <a:pathLst>
                  <a:path w="757" h="467" fill="none" extrusionOk="0">
                    <a:moveTo>
                      <a:pt x="757" y="1"/>
                    </a:moveTo>
                    <a:lnTo>
                      <a:pt x="757" y="1"/>
                    </a:lnTo>
                    <a:lnTo>
                      <a:pt x="408" y="59"/>
                    </a:lnTo>
                    <a:lnTo>
                      <a:pt x="408" y="59"/>
                    </a:lnTo>
                    <a:lnTo>
                      <a:pt x="291" y="234"/>
                    </a:lnTo>
                    <a:lnTo>
                      <a:pt x="291" y="234"/>
                    </a:lnTo>
                    <a:lnTo>
                      <a:pt x="0" y="466"/>
                    </a:lnTo>
                    <a:lnTo>
                      <a:pt x="0" y="466"/>
                    </a:lnTo>
                    <a:lnTo>
                      <a:pt x="291" y="350"/>
                    </a:lnTo>
                    <a:lnTo>
                      <a:pt x="582" y="175"/>
                    </a:lnTo>
                    <a:lnTo>
                      <a:pt x="582" y="175"/>
                    </a:lnTo>
                    <a:lnTo>
                      <a:pt x="757"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33"/>
              <p:cNvSpPr/>
              <p:nvPr/>
            </p:nvSpPr>
            <p:spPr>
              <a:xfrm>
                <a:off x="1758587" y="929037"/>
                <a:ext cx="91643" cy="67551"/>
              </a:xfrm>
              <a:custGeom>
                <a:avLst/>
                <a:gdLst/>
                <a:ahLst/>
                <a:cxnLst/>
                <a:rect l="l" t="t" r="r" b="b"/>
                <a:pathLst>
                  <a:path w="1107" h="816" fill="none" extrusionOk="0">
                    <a:moveTo>
                      <a:pt x="1106" y="1"/>
                    </a:moveTo>
                    <a:lnTo>
                      <a:pt x="1106" y="1"/>
                    </a:lnTo>
                    <a:lnTo>
                      <a:pt x="583" y="233"/>
                    </a:lnTo>
                    <a:lnTo>
                      <a:pt x="583" y="233"/>
                    </a:lnTo>
                    <a:lnTo>
                      <a:pt x="233" y="641"/>
                    </a:lnTo>
                    <a:lnTo>
                      <a:pt x="233" y="641"/>
                    </a:lnTo>
                    <a:lnTo>
                      <a:pt x="1" y="815"/>
                    </a:lnTo>
                    <a:lnTo>
                      <a:pt x="1" y="815"/>
                    </a:lnTo>
                    <a:lnTo>
                      <a:pt x="292" y="699"/>
                    </a:lnTo>
                    <a:lnTo>
                      <a:pt x="583" y="524"/>
                    </a:lnTo>
                    <a:lnTo>
                      <a:pt x="873" y="292"/>
                    </a:lnTo>
                    <a:lnTo>
                      <a:pt x="1106"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33"/>
              <p:cNvSpPr/>
              <p:nvPr/>
            </p:nvSpPr>
            <p:spPr>
              <a:xfrm>
                <a:off x="1792364" y="794185"/>
                <a:ext cx="173435" cy="202403"/>
              </a:xfrm>
              <a:custGeom>
                <a:avLst/>
                <a:gdLst/>
                <a:ahLst/>
                <a:cxnLst/>
                <a:rect l="l" t="t" r="r" b="b"/>
                <a:pathLst>
                  <a:path w="2095" h="2445" fill="none" extrusionOk="0">
                    <a:moveTo>
                      <a:pt x="2094" y="1"/>
                    </a:moveTo>
                    <a:lnTo>
                      <a:pt x="2094" y="1"/>
                    </a:lnTo>
                    <a:lnTo>
                      <a:pt x="1920" y="350"/>
                    </a:lnTo>
                    <a:lnTo>
                      <a:pt x="1687" y="699"/>
                    </a:lnTo>
                    <a:lnTo>
                      <a:pt x="1454" y="1048"/>
                    </a:lnTo>
                    <a:lnTo>
                      <a:pt x="1164" y="1281"/>
                    </a:lnTo>
                    <a:lnTo>
                      <a:pt x="1164" y="1281"/>
                    </a:lnTo>
                    <a:lnTo>
                      <a:pt x="873" y="1688"/>
                    </a:lnTo>
                    <a:lnTo>
                      <a:pt x="640" y="1979"/>
                    </a:lnTo>
                    <a:lnTo>
                      <a:pt x="291" y="2212"/>
                    </a:lnTo>
                    <a:lnTo>
                      <a:pt x="0" y="2444"/>
                    </a:lnTo>
                    <a:lnTo>
                      <a:pt x="0" y="2444"/>
                    </a:lnTo>
                    <a:lnTo>
                      <a:pt x="407" y="2270"/>
                    </a:lnTo>
                    <a:lnTo>
                      <a:pt x="814" y="2037"/>
                    </a:lnTo>
                    <a:lnTo>
                      <a:pt x="1164" y="1688"/>
                    </a:lnTo>
                    <a:lnTo>
                      <a:pt x="1513" y="1281"/>
                    </a:lnTo>
                    <a:lnTo>
                      <a:pt x="1513" y="1281"/>
                    </a:lnTo>
                    <a:lnTo>
                      <a:pt x="1687" y="990"/>
                    </a:lnTo>
                    <a:lnTo>
                      <a:pt x="1862" y="641"/>
                    </a:lnTo>
                    <a:lnTo>
                      <a:pt x="1978" y="350"/>
                    </a:lnTo>
                    <a:lnTo>
                      <a:pt x="2094"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33"/>
              <p:cNvSpPr/>
              <p:nvPr/>
            </p:nvSpPr>
            <p:spPr>
              <a:xfrm>
                <a:off x="1782678" y="582347"/>
                <a:ext cx="226417" cy="428648"/>
              </a:xfrm>
              <a:custGeom>
                <a:avLst/>
                <a:gdLst/>
                <a:ahLst/>
                <a:cxnLst/>
                <a:rect l="l" t="t" r="r" b="b"/>
                <a:pathLst>
                  <a:path w="2735" h="5178" fill="none" extrusionOk="0">
                    <a:moveTo>
                      <a:pt x="2037" y="0"/>
                    </a:moveTo>
                    <a:lnTo>
                      <a:pt x="2037" y="0"/>
                    </a:lnTo>
                    <a:lnTo>
                      <a:pt x="2270" y="524"/>
                    </a:lnTo>
                    <a:lnTo>
                      <a:pt x="2328" y="1047"/>
                    </a:lnTo>
                    <a:lnTo>
                      <a:pt x="2328" y="1047"/>
                    </a:lnTo>
                    <a:lnTo>
                      <a:pt x="2386" y="1396"/>
                    </a:lnTo>
                    <a:lnTo>
                      <a:pt x="2444" y="1804"/>
                    </a:lnTo>
                    <a:lnTo>
                      <a:pt x="2444" y="1804"/>
                    </a:lnTo>
                    <a:lnTo>
                      <a:pt x="2386" y="2327"/>
                    </a:lnTo>
                    <a:lnTo>
                      <a:pt x="2270" y="2909"/>
                    </a:lnTo>
                    <a:lnTo>
                      <a:pt x="2037" y="3432"/>
                    </a:lnTo>
                    <a:lnTo>
                      <a:pt x="1746" y="3956"/>
                    </a:lnTo>
                    <a:lnTo>
                      <a:pt x="1746" y="3956"/>
                    </a:lnTo>
                    <a:lnTo>
                      <a:pt x="1397" y="4421"/>
                    </a:lnTo>
                    <a:lnTo>
                      <a:pt x="931" y="4771"/>
                    </a:lnTo>
                    <a:lnTo>
                      <a:pt x="466" y="5003"/>
                    </a:lnTo>
                    <a:lnTo>
                      <a:pt x="1" y="5178"/>
                    </a:lnTo>
                    <a:lnTo>
                      <a:pt x="1" y="5178"/>
                    </a:lnTo>
                    <a:lnTo>
                      <a:pt x="582" y="5061"/>
                    </a:lnTo>
                    <a:lnTo>
                      <a:pt x="1164" y="4771"/>
                    </a:lnTo>
                    <a:lnTo>
                      <a:pt x="1688" y="4421"/>
                    </a:lnTo>
                    <a:lnTo>
                      <a:pt x="2095" y="3956"/>
                    </a:lnTo>
                    <a:lnTo>
                      <a:pt x="2095" y="3956"/>
                    </a:lnTo>
                    <a:lnTo>
                      <a:pt x="2153" y="3898"/>
                    </a:lnTo>
                    <a:lnTo>
                      <a:pt x="2153" y="3898"/>
                    </a:lnTo>
                    <a:lnTo>
                      <a:pt x="2153" y="3898"/>
                    </a:lnTo>
                    <a:lnTo>
                      <a:pt x="2328" y="3607"/>
                    </a:lnTo>
                    <a:lnTo>
                      <a:pt x="2328" y="3607"/>
                    </a:lnTo>
                    <a:lnTo>
                      <a:pt x="2502" y="3258"/>
                    </a:lnTo>
                    <a:lnTo>
                      <a:pt x="2619" y="2851"/>
                    </a:lnTo>
                    <a:lnTo>
                      <a:pt x="2619" y="2851"/>
                    </a:lnTo>
                    <a:lnTo>
                      <a:pt x="2735" y="2327"/>
                    </a:lnTo>
                    <a:lnTo>
                      <a:pt x="2735" y="2327"/>
                    </a:lnTo>
                    <a:lnTo>
                      <a:pt x="2735" y="1687"/>
                    </a:lnTo>
                    <a:lnTo>
                      <a:pt x="2735" y="1687"/>
                    </a:lnTo>
                    <a:lnTo>
                      <a:pt x="2735" y="1687"/>
                    </a:lnTo>
                    <a:lnTo>
                      <a:pt x="2735" y="1687"/>
                    </a:lnTo>
                    <a:lnTo>
                      <a:pt x="2735" y="1687"/>
                    </a:lnTo>
                    <a:lnTo>
                      <a:pt x="2735" y="1687"/>
                    </a:lnTo>
                    <a:lnTo>
                      <a:pt x="2735" y="1687"/>
                    </a:lnTo>
                    <a:lnTo>
                      <a:pt x="2735" y="1687"/>
                    </a:lnTo>
                    <a:lnTo>
                      <a:pt x="2735" y="1687"/>
                    </a:lnTo>
                    <a:lnTo>
                      <a:pt x="2735" y="1687"/>
                    </a:lnTo>
                    <a:lnTo>
                      <a:pt x="2735" y="1687"/>
                    </a:lnTo>
                    <a:lnTo>
                      <a:pt x="2735" y="1687"/>
                    </a:lnTo>
                    <a:lnTo>
                      <a:pt x="2735" y="1687"/>
                    </a:lnTo>
                    <a:lnTo>
                      <a:pt x="2735" y="1687"/>
                    </a:lnTo>
                    <a:lnTo>
                      <a:pt x="2619" y="1222"/>
                    </a:lnTo>
                    <a:lnTo>
                      <a:pt x="2502" y="815"/>
                    </a:lnTo>
                    <a:lnTo>
                      <a:pt x="2328" y="407"/>
                    </a:lnTo>
                    <a:lnTo>
                      <a:pt x="2037"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33"/>
              <p:cNvSpPr/>
              <p:nvPr/>
            </p:nvSpPr>
            <p:spPr>
              <a:xfrm>
                <a:off x="1734496" y="669020"/>
                <a:ext cx="250590" cy="346776"/>
              </a:xfrm>
              <a:custGeom>
                <a:avLst/>
                <a:gdLst/>
                <a:ahLst/>
                <a:cxnLst/>
                <a:rect l="l" t="t" r="r" b="b"/>
                <a:pathLst>
                  <a:path w="3027" h="4189" extrusionOk="0">
                    <a:moveTo>
                      <a:pt x="2910" y="0"/>
                    </a:moveTo>
                    <a:lnTo>
                      <a:pt x="2968" y="582"/>
                    </a:lnTo>
                    <a:lnTo>
                      <a:pt x="2852" y="1222"/>
                    </a:lnTo>
                    <a:lnTo>
                      <a:pt x="2793" y="1513"/>
                    </a:lnTo>
                    <a:lnTo>
                      <a:pt x="2677" y="1862"/>
                    </a:lnTo>
                    <a:lnTo>
                      <a:pt x="2561" y="2153"/>
                    </a:lnTo>
                    <a:lnTo>
                      <a:pt x="2386" y="2502"/>
                    </a:lnTo>
                    <a:lnTo>
                      <a:pt x="2212" y="2793"/>
                    </a:lnTo>
                    <a:lnTo>
                      <a:pt x="1863" y="3200"/>
                    </a:lnTo>
                    <a:lnTo>
                      <a:pt x="1513" y="3549"/>
                    </a:lnTo>
                    <a:lnTo>
                      <a:pt x="1106" y="3782"/>
                    </a:lnTo>
                    <a:lnTo>
                      <a:pt x="699" y="3956"/>
                    </a:lnTo>
                    <a:lnTo>
                      <a:pt x="350" y="4073"/>
                    </a:lnTo>
                    <a:lnTo>
                      <a:pt x="1" y="4189"/>
                    </a:lnTo>
                    <a:lnTo>
                      <a:pt x="117" y="4189"/>
                    </a:lnTo>
                    <a:lnTo>
                      <a:pt x="583" y="4131"/>
                    </a:lnTo>
                    <a:lnTo>
                      <a:pt x="1048" y="3956"/>
                    </a:lnTo>
                    <a:lnTo>
                      <a:pt x="1513" y="3724"/>
                    </a:lnTo>
                    <a:lnTo>
                      <a:pt x="1979" y="3374"/>
                    </a:lnTo>
                    <a:lnTo>
                      <a:pt x="2328" y="2909"/>
                    </a:lnTo>
                    <a:lnTo>
                      <a:pt x="2619" y="2385"/>
                    </a:lnTo>
                    <a:lnTo>
                      <a:pt x="2852" y="1862"/>
                    </a:lnTo>
                    <a:lnTo>
                      <a:pt x="2968" y="1280"/>
                    </a:lnTo>
                    <a:lnTo>
                      <a:pt x="3026" y="757"/>
                    </a:lnTo>
                    <a:lnTo>
                      <a:pt x="2968" y="349"/>
                    </a:lnTo>
                    <a:lnTo>
                      <a:pt x="2910" y="0"/>
                    </a:lnTo>
                    <a:close/>
                  </a:path>
                </a:pathLst>
              </a:custGeom>
              <a:solidFill>
                <a:srgbClr val="E761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33"/>
              <p:cNvSpPr/>
              <p:nvPr/>
            </p:nvSpPr>
            <p:spPr>
              <a:xfrm>
                <a:off x="1715289" y="900146"/>
                <a:ext cx="173435" cy="115647"/>
              </a:xfrm>
              <a:custGeom>
                <a:avLst/>
                <a:gdLst/>
                <a:ahLst/>
                <a:cxnLst/>
                <a:rect l="l" t="t" r="r" b="b"/>
                <a:pathLst>
                  <a:path w="2095" h="1397" extrusionOk="0">
                    <a:moveTo>
                      <a:pt x="2095" y="1"/>
                    </a:moveTo>
                    <a:lnTo>
                      <a:pt x="1629" y="350"/>
                    </a:lnTo>
                    <a:lnTo>
                      <a:pt x="1396" y="641"/>
                    </a:lnTo>
                    <a:lnTo>
                      <a:pt x="1106" y="873"/>
                    </a:lnTo>
                    <a:lnTo>
                      <a:pt x="815" y="1048"/>
                    </a:lnTo>
                    <a:lnTo>
                      <a:pt x="524" y="1164"/>
                    </a:lnTo>
                    <a:lnTo>
                      <a:pt x="233" y="1281"/>
                    </a:lnTo>
                    <a:lnTo>
                      <a:pt x="0" y="1397"/>
                    </a:lnTo>
                    <a:lnTo>
                      <a:pt x="233" y="1397"/>
                    </a:lnTo>
                    <a:lnTo>
                      <a:pt x="582" y="1281"/>
                    </a:lnTo>
                    <a:lnTo>
                      <a:pt x="931" y="1164"/>
                    </a:lnTo>
                    <a:lnTo>
                      <a:pt x="1222" y="932"/>
                    </a:lnTo>
                    <a:lnTo>
                      <a:pt x="1571" y="699"/>
                    </a:lnTo>
                    <a:lnTo>
                      <a:pt x="1804" y="408"/>
                    </a:lnTo>
                    <a:lnTo>
                      <a:pt x="2095" y="1"/>
                    </a:lnTo>
                    <a:close/>
                  </a:path>
                </a:pathLst>
              </a:custGeom>
              <a:solidFill>
                <a:srgbClr val="E761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33"/>
              <p:cNvSpPr/>
              <p:nvPr/>
            </p:nvSpPr>
            <p:spPr>
              <a:xfrm>
                <a:off x="1715289" y="900146"/>
                <a:ext cx="173435" cy="115647"/>
              </a:xfrm>
              <a:custGeom>
                <a:avLst/>
                <a:gdLst/>
                <a:ahLst/>
                <a:cxnLst/>
                <a:rect l="l" t="t" r="r" b="b"/>
                <a:pathLst>
                  <a:path w="2095" h="1397" fill="none" extrusionOk="0">
                    <a:moveTo>
                      <a:pt x="2095" y="1"/>
                    </a:moveTo>
                    <a:lnTo>
                      <a:pt x="2095" y="1"/>
                    </a:lnTo>
                    <a:lnTo>
                      <a:pt x="1629" y="350"/>
                    </a:lnTo>
                    <a:lnTo>
                      <a:pt x="1629" y="350"/>
                    </a:lnTo>
                    <a:lnTo>
                      <a:pt x="1396" y="641"/>
                    </a:lnTo>
                    <a:lnTo>
                      <a:pt x="1106" y="873"/>
                    </a:lnTo>
                    <a:lnTo>
                      <a:pt x="815" y="1048"/>
                    </a:lnTo>
                    <a:lnTo>
                      <a:pt x="524" y="1164"/>
                    </a:lnTo>
                    <a:lnTo>
                      <a:pt x="524" y="1164"/>
                    </a:lnTo>
                    <a:lnTo>
                      <a:pt x="233" y="1281"/>
                    </a:lnTo>
                    <a:lnTo>
                      <a:pt x="0" y="1397"/>
                    </a:lnTo>
                    <a:lnTo>
                      <a:pt x="0" y="1397"/>
                    </a:lnTo>
                    <a:lnTo>
                      <a:pt x="233" y="1397"/>
                    </a:lnTo>
                    <a:lnTo>
                      <a:pt x="233" y="1397"/>
                    </a:lnTo>
                    <a:lnTo>
                      <a:pt x="582" y="1281"/>
                    </a:lnTo>
                    <a:lnTo>
                      <a:pt x="931" y="1164"/>
                    </a:lnTo>
                    <a:lnTo>
                      <a:pt x="931" y="1164"/>
                    </a:lnTo>
                    <a:lnTo>
                      <a:pt x="1222" y="932"/>
                    </a:lnTo>
                    <a:lnTo>
                      <a:pt x="1571" y="699"/>
                    </a:lnTo>
                    <a:lnTo>
                      <a:pt x="1804" y="408"/>
                    </a:lnTo>
                    <a:lnTo>
                      <a:pt x="2095"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33"/>
              <p:cNvSpPr/>
              <p:nvPr/>
            </p:nvSpPr>
            <p:spPr>
              <a:xfrm>
                <a:off x="1696000" y="948325"/>
                <a:ext cx="110849" cy="67468"/>
              </a:xfrm>
              <a:custGeom>
                <a:avLst/>
                <a:gdLst/>
                <a:ahLst/>
                <a:cxnLst/>
                <a:rect l="l" t="t" r="r" b="b"/>
                <a:pathLst>
                  <a:path w="1339" h="815" extrusionOk="0">
                    <a:moveTo>
                      <a:pt x="1339" y="0"/>
                    </a:moveTo>
                    <a:lnTo>
                      <a:pt x="1048" y="117"/>
                    </a:lnTo>
                    <a:lnTo>
                      <a:pt x="873" y="291"/>
                    </a:lnTo>
                    <a:lnTo>
                      <a:pt x="582" y="466"/>
                    </a:lnTo>
                    <a:lnTo>
                      <a:pt x="291" y="582"/>
                    </a:lnTo>
                    <a:lnTo>
                      <a:pt x="0" y="757"/>
                    </a:lnTo>
                    <a:lnTo>
                      <a:pt x="233" y="815"/>
                    </a:lnTo>
                    <a:lnTo>
                      <a:pt x="466" y="699"/>
                    </a:lnTo>
                    <a:lnTo>
                      <a:pt x="757" y="582"/>
                    </a:lnTo>
                    <a:lnTo>
                      <a:pt x="989" y="408"/>
                    </a:lnTo>
                    <a:lnTo>
                      <a:pt x="1339" y="0"/>
                    </a:lnTo>
                    <a:close/>
                  </a:path>
                </a:pathLst>
              </a:custGeom>
              <a:solidFill>
                <a:srgbClr val="E761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33"/>
              <p:cNvSpPr/>
              <p:nvPr/>
            </p:nvSpPr>
            <p:spPr>
              <a:xfrm>
                <a:off x="1696000" y="948325"/>
                <a:ext cx="110849" cy="67468"/>
              </a:xfrm>
              <a:custGeom>
                <a:avLst/>
                <a:gdLst/>
                <a:ahLst/>
                <a:cxnLst/>
                <a:rect l="l" t="t" r="r" b="b"/>
                <a:pathLst>
                  <a:path w="1339" h="815" fill="none" extrusionOk="0">
                    <a:moveTo>
                      <a:pt x="1339" y="0"/>
                    </a:moveTo>
                    <a:lnTo>
                      <a:pt x="1339" y="0"/>
                    </a:lnTo>
                    <a:lnTo>
                      <a:pt x="1048" y="117"/>
                    </a:lnTo>
                    <a:lnTo>
                      <a:pt x="1048" y="117"/>
                    </a:lnTo>
                    <a:lnTo>
                      <a:pt x="873" y="291"/>
                    </a:lnTo>
                    <a:lnTo>
                      <a:pt x="873" y="291"/>
                    </a:lnTo>
                    <a:lnTo>
                      <a:pt x="582" y="466"/>
                    </a:lnTo>
                    <a:lnTo>
                      <a:pt x="291" y="582"/>
                    </a:lnTo>
                    <a:lnTo>
                      <a:pt x="291" y="582"/>
                    </a:lnTo>
                    <a:lnTo>
                      <a:pt x="0" y="757"/>
                    </a:lnTo>
                    <a:lnTo>
                      <a:pt x="0" y="757"/>
                    </a:lnTo>
                    <a:lnTo>
                      <a:pt x="233" y="815"/>
                    </a:lnTo>
                    <a:lnTo>
                      <a:pt x="233" y="815"/>
                    </a:lnTo>
                    <a:lnTo>
                      <a:pt x="466" y="699"/>
                    </a:lnTo>
                    <a:lnTo>
                      <a:pt x="757" y="582"/>
                    </a:lnTo>
                    <a:lnTo>
                      <a:pt x="757" y="582"/>
                    </a:lnTo>
                    <a:lnTo>
                      <a:pt x="989" y="408"/>
                    </a:lnTo>
                    <a:lnTo>
                      <a:pt x="989" y="408"/>
                    </a:lnTo>
                    <a:lnTo>
                      <a:pt x="1339"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33"/>
              <p:cNvSpPr/>
              <p:nvPr/>
            </p:nvSpPr>
            <p:spPr>
              <a:xfrm>
                <a:off x="1686397" y="962729"/>
                <a:ext cx="67470" cy="48262"/>
              </a:xfrm>
              <a:custGeom>
                <a:avLst/>
                <a:gdLst/>
                <a:ahLst/>
                <a:cxnLst/>
                <a:rect l="l" t="t" r="r" b="b"/>
                <a:pathLst>
                  <a:path w="815" h="583" extrusionOk="0">
                    <a:moveTo>
                      <a:pt x="815" y="1"/>
                    </a:moveTo>
                    <a:lnTo>
                      <a:pt x="582" y="59"/>
                    </a:lnTo>
                    <a:lnTo>
                      <a:pt x="349" y="292"/>
                    </a:lnTo>
                    <a:lnTo>
                      <a:pt x="116" y="408"/>
                    </a:lnTo>
                    <a:lnTo>
                      <a:pt x="0" y="583"/>
                    </a:lnTo>
                    <a:lnTo>
                      <a:pt x="116" y="583"/>
                    </a:lnTo>
                    <a:lnTo>
                      <a:pt x="407" y="408"/>
                    </a:lnTo>
                    <a:lnTo>
                      <a:pt x="698" y="176"/>
                    </a:lnTo>
                    <a:lnTo>
                      <a:pt x="815" y="1"/>
                    </a:lnTo>
                    <a:close/>
                  </a:path>
                </a:pathLst>
              </a:custGeom>
              <a:solidFill>
                <a:srgbClr val="E761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33"/>
              <p:cNvSpPr/>
              <p:nvPr/>
            </p:nvSpPr>
            <p:spPr>
              <a:xfrm>
                <a:off x="1686397" y="962729"/>
                <a:ext cx="67470" cy="48262"/>
              </a:xfrm>
              <a:custGeom>
                <a:avLst/>
                <a:gdLst/>
                <a:ahLst/>
                <a:cxnLst/>
                <a:rect l="l" t="t" r="r" b="b"/>
                <a:pathLst>
                  <a:path w="815" h="583" fill="none" extrusionOk="0">
                    <a:moveTo>
                      <a:pt x="815" y="1"/>
                    </a:moveTo>
                    <a:lnTo>
                      <a:pt x="815" y="1"/>
                    </a:lnTo>
                    <a:lnTo>
                      <a:pt x="582" y="59"/>
                    </a:lnTo>
                    <a:lnTo>
                      <a:pt x="582" y="59"/>
                    </a:lnTo>
                    <a:lnTo>
                      <a:pt x="582" y="59"/>
                    </a:lnTo>
                    <a:lnTo>
                      <a:pt x="582" y="59"/>
                    </a:lnTo>
                    <a:lnTo>
                      <a:pt x="349" y="292"/>
                    </a:lnTo>
                    <a:lnTo>
                      <a:pt x="116" y="408"/>
                    </a:lnTo>
                    <a:lnTo>
                      <a:pt x="116" y="408"/>
                    </a:lnTo>
                    <a:lnTo>
                      <a:pt x="0" y="583"/>
                    </a:lnTo>
                    <a:lnTo>
                      <a:pt x="0" y="583"/>
                    </a:lnTo>
                    <a:lnTo>
                      <a:pt x="116" y="583"/>
                    </a:lnTo>
                    <a:lnTo>
                      <a:pt x="116" y="583"/>
                    </a:lnTo>
                    <a:lnTo>
                      <a:pt x="407" y="408"/>
                    </a:lnTo>
                    <a:lnTo>
                      <a:pt x="407" y="408"/>
                    </a:lnTo>
                    <a:lnTo>
                      <a:pt x="698" y="176"/>
                    </a:lnTo>
                    <a:lnTo>
                      <a:pt x="698" y="176"/>
                    </a:lnTo>
                    <a:lnTo>
                      <a:pt x="815"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33"/>
              <p:cNvSpPr/>
              <p:nvPr/>
            </p:nvSpPr>
            <p:spPr>
              <a:xfrm>
                <a:off x="1503356" y="866454"/>
                <a:ext cx="154228" cy="120449"/>
              </a:xfrm>
              <a:custGeom>
                <a:avLst/>
                <a:gdLst/>
                <a:ahLst/>
                <a:cxnLst/>
                <a:rect l="l" t="t" r="r" b="b"/>
                <a:pathLst>
                  <a:path w="1863" h="1455" extrusionOk="0">
                    <a:moveTo>
                      <a:pt x="757" y="699"/>
                    </a:moveTo>
                    <a:lnTo>
                      <a:pt x="873" y="873"/>
                    </a:lnTo>
                    <a:lnTo>
                      <a:pt x="815" y="699"/>
                    </a:lnTo>
                    <a:close/>
                    <a:moveTo>
                      <a:pt x="1131" y="898"/>
                    </a:moveTo>
                    <a:lnTo>
                      <a:pt x="1280" y="1048"/>
                    </a:lnTo>
                    <a:lnTo>
                      <a:pt x="1164" y="931"/>
                    </a:lnTo>
                    <a:lnTo>
                      <a:pt x="1131" y="898"/>
                    </a:lnTo>
                    <a:close/>
                    <a:moveTo>
                      <a:pt x="0" y="0"/>
                    </a:moveTo>
                    <a:lnTo>
                      <a:pt x="175" y="291"/>
                    </a:lnTo>
                    <a:lnTo>
                      <a:pt x="408" y="582"/>
                    </a:lnTo>
                    <a:lnTo>
                      <a:pt x="640" y="873"/>
                    </a:lnTo>
                    <a:lnTo>
                      <a:pt x="873" y="1106"/>
                    </a:lnTo>
                    <a:lnTo>
                      <a:pt x="582" y="757"/>
                    </a:lnTo>
                    <a:lnTo>
                      <a:pt x="350" y="408"/>
                    </a:lnTo>
                    <a:lnTo>
                      <a:pt x="0" y="0"/>
                    </a:lnTo>
                    <a:close/>
                    <a:moveTo>
                      <a:pt x="1397" y="1048"/>
                    </a:moveTo>
                    <a:lnTo>
                      <a:pt x="1513" y="1222"/>
                    </a:lnTo>
                    <a:lnTo>
                      <a:pt x="1629" y="1280"/>
                    </a:lnTo>
                    <a:lnTo>
                      <a:pt x="1571" y="1048"/>
                    </a:lnTo>
                    <a:close/>
                    <a:moveTo>
                      <a:pt x="1746" y="1106"/>
                    </a:moveTo>
                    <a:lnTo>
                      <a:pt x="1804" y="1280"/>
                    </a:lnTo>
                    <a:lnTo>
                      <a:pt x="1862" y="1455"/>
                    </a:lnTo>
                    <a:lnTo>
                      <a:pt x="1862" y="1397"/>
                    </a:lnTo>
                    <a:lnTo>
                      <a:pt x="1862" y="1280"/>
                    </a:lnTo>
                    <a:lnTo>
                      <a:pt x="1862" y="1164"/>
                    </a:lnTo>
                    <a:lnTo>
                      <a:pt x="1746" y="1106"/>
                    </a:lnTo>
                    <a:close/>
                  </a:path>
                </a:pathLst>
              </a:custGeom>
              <a:solidFill>
                <a:srgbClr val="E701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33"/>
              <p:cNvSpPr/>
              <p:nvPr/>
            </p:nvSpPr>
            <p:spPr>
              <a:xfrm>
                <a:off x="1647818" y="957927"/>
                <a:ext cx="9769" cy="28974"/>
              </a:xfrm>
              <a:custGeom>
                <a:avLst/>
                <a:gdLst/>
                <a:ahLst/>
                <a:cxnLst/>
                <a:rect l="l" t="t" r="r" b="b"/>
                <a:pathLst>
                  <a:path w="118" h="350" fill="none" extrusionOk="0">
                    <a:moveTo>
                      <a:pt x="1" y="1"/>
                    </a:moveTo>
                    <a:lnTo>
                      <a:pt x="1" y="1"/>
                    </a:lnTo>
                    <a:lnTo>
                      <a:pt x="59" y="175"/>
                    </a:lnTo>
                    <a:lnTo>
                      <a:pt x="59" y="175"/>
                    </a:lnTo>
                    <a:lnTo>
                      <a:pt x="117" y="350"/>
                    </a:lnTo>
                    <a:lnTo>
                      <a:pt x="117" y="350"/>
                    </a:lnTo>
                    <a:lnTo>
                      <a:pt x="117" y="292"/>
                    </a:lnTo>
                    <a:lnTo>
                      <a:pt x="117" y="292"/>
                    </a:lnTo>
                    <a:lnTo>
                      <a:pt x="117" y="175"/>
                    </a:lnTo>
                    <a:lnTo>
                      <a:pt x="117" y="175"/>
                    </a:lnTo>
                    <a:lnTo>
                      <a:pt x="117" y="59"/>
                    </a:lnTo>
                    <a:lnTo>
                      <a:pt x="117" y="59"/>
                    </a:lnTo>
                    <a:lnTo>
                      <a:pt x="1" y="1"/>
                    </a:lnTo>
                    <a:lnTo>
                      <a:pt x="1" y="1"/>
                    </a:lnTo>
                    <a:lnTo>
                      <a:pt x="1"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33"/>
              <p:cNvSpPr/>
              <p:nvPr/>
            </p:nvSpPr>
            <p:spPr>
              <a:xfrm>
                <a:off x="1618926" y="953126"/>
                <a:ext cx="19372" cy="19371"/>
              </a:xfrm>
              <a:custGeom>
                <a:avLst/>
                <a:gdLst/>
                <a:ahLst/>
                <a:cxnLst/>
                <a:rect l="l" t="t" r="r" b="b"/>
                <a:pathLst>
                  <a:path w="234" h="234" fill="none" extrusionOk="0">
                    <a:moveTo>
                      <a:pt x="1" y="1"/>
                    </a:moveTo>
                    <a:lnTo>
                      <a:pt x="1" y="1"/>
                    </a:lnTo>
                    <a:lnTo>
                      <a:pt x="117" y="175"/>
                    </a:lnTo>
                    <a:lnTo>
                      <a:pt x="117" y="175"/>
                    </a:lnTo>
                    <a:lnTo>
                      <a:pt x="233" y="233"/>
                    </a:lnTo>
                    <a:lnTo>
                      <a:pt x="233" y="233"/>
                    </a:lnTo>
                    <a:lnTo>
                      <a:pt x="175" y="1"/>
                    </a:lnTo>
                    <a:lnTo>
                      <a:pt x="175" y="1"/>
                    </a:lnTo>
                    <a:lnTo>
                      <a:pt x="1"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33"/>
              <p:cNvSpPr/>
              <p:nvPr/>
            </p:nvSpPr>
            <p:spPr>
              <a:xfrm>
                <a:off x="1594835" y="938722"/>
                <a:ext cx="14570" cy="14487"/>
              </a:xfrm>
              <a:custGeom>
                <a:avLst/>
                <a:gdLst/>
                <a:ahLst/>
                <a:cxnLst/>
                <a:rect l="l" t="t" r="r" b="b"/>
                <a:pathLst>
                  <a:path w="176" h="175" fill="none" extrusionOk="0">
                    <a:moveTo>
                      <a:pt x="1" y="0"/>
                    </a:moveTo>
                    <a:lnTo>
                      <a:pt x="1" y="0"/>
                    </a:lnTo>
                    <a:lnTo>
                      <a:pt x="175" y="175"/>
                    </a:lnTo>
                    <a:lnTo>
                      <a:pt x="175" y="175"/>
                    </a:lnTo>
                    <a:lnTo>
                      <a:pt x="59" y="58"/>
                    </a:lnTo>
                    <a:lnTo>
                      <a:pt x="59" y="58"/>
                    </a:lnTo>
                    <a:lnTo>
                      <a:pt x="1"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33"/>
              <p:cNvSpPr/>
              <p:nvPr/>
            </p:nvSpPr>
            <p:spPr>
              <a:xfrm>
                <a:off x="1565942" y="924235"/>
                <a:ext cx="9769" cy="14570"/>
              </a:xfrm>
              <a:custGeom>
                <a:avLst/>
                <a:gdLst/>
                <a:ahLst/>
                <a:cxnLst/>
                <a:rect l="l" t="t" r="r" b="b"/>
                <a:pathLst>
                  <a:path w="118" h="176" fill="none" extrusionOk="0">
                    <a:moveTo>
                      <a:pt x="1" y="1"/>
                    </a:moveTo>
                    <a:lnTo>
                      <a:pt x="1" y="1"/>
                    </a:lnTo>
                    <a:lnTo>
                      <a:pt x="117" y="175"/>
                    </a:lnTo>
                    <a:lnTo>
                      <a:pt x="117" y="175"/>
                    </a:lnTo>
                    <a:lnTo>
                      <a:pt x="59" y="1"/>
                    </a:lnTo>
                    <a:lnTo>
                      <a:pt x="59" y="1"/>
                    </a:lnTo>
                    <a:lnTo>
                      <a:pt x="1"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33"/>
              <p:cNvSpPr/>
              <p:nvPr/>
            </p:nvSpPr>
            <p:spPr>
              <a:xfrm>
                <a:off x="1503356" y="866454"/>
                <a:ext cx="72354" cy="91557"/>
              </a:xfrm>
              <a:custGeom>
                <a:avLst/>
                <a:gdLst/>
                <a:ahLst/>
                <a:cxnLst/>
                <a:rect l="l" t="t" r="r" b="b"/>
                <a:pathLst>
                  <a:path w="874" h="1106" fill="none" extrusionOk="0">
                    <a:moveTo>
                      <a:pt x="0" y="0"/>
                    </a:moveTo>
                    <a:lnTo>
                      <a:pt x="0" y="0"/>
                    </a:lnTo>
                    <a:lnTo>
                      <a:pt x="175" y="291"/>
                    </a:lnTo>
                    <a:lnTo>
                      <a:pt x="408" y="582"/>
                    </a:lnTo>
                    <a:lnTo>
                      <a:pt x="640" y="873"/>
                    </a:lnTo>
                    <a:lnTo>
                      <a:pt x="873" y="1106"/>
                    </a:lnTo>
                    <a:lnTo>
                      <a:pt x="873" y="1106"/>
                    </a:lnTo>
                    <a:lnTo>
                      <a:pt x="582" y="757"/>
                    </a:lnTo>
                    <a:lnTo>
                      <a:pt x="350" y="408"/>
                    </a:lnTo>
                    <a:lnTo>
                      <a:pt x="350" y="408"/>
                    </a:lnTo>
                    <a:lnTo>
                      <a:pt x="0"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33"/>
              <p:cNvSpPr/>
              <p:nvPr/>
            </p:nvSpPr>
            <p:spPr>
              <a:xfrm>
                <a:off x="1532248" y="900146"/>
                <a:ext cx="81957" cy="81955"/>
              </a:xfrm>
              <a:custGeom>
                <a:avLst/>
                <a:gdLst/>
                <a:ahLst/>
                <a:cxnLst/>
                <a:rect l="l" t="t" r="r" b="b"/>
                <a:pathLst>
                  <a:path w="990" h="990" extrusionOk="0">
                    <a:moveTo>
                      <a:pt x="1" y="1"/>
                    </a:moveTo>
                    <a:lnTo>
                      <a:pt x="233" y="350"/>
                    </a:lnTo>
                    <a:lnTo>
                      <a:pt x="524" y="699"/>
                    </a:lnTo>
                    <a:lnTo>
                      <a:pt x="989" y="990"/>
                    </a:lnTo>
                    <a:lnTo>
                      <a:pt x="873" y="873"/>
                    </a:lnTo>
                    <a:lnTo>
                      <a:pt x="524" y="466"/>
                    </a:lnTo>
                    <a:lnTo>
                      <a:pt x="408" y="292"/>
                    </a:lnTo>
                    <a:lnTo>
                      <a:pt x="1" y="1"/>
                    </a:lnTo>
                    <a:close/>
                  </a:path>
                </a:pathLst>
              </a:custGeom>
              <a:solidFill>
                <a:srgbClr val="E761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33"/>
              <p:cNvSpPr/>
              <p:nvPr/>
            </p:nvSpPr>
            <p:spPr>
              <a:xfrm>
                <a:off x="1532248" y="900146"/>
                <a:ext cx="81957" cy="81955"/>
              </a:xfrm>
              <a:custGeom>
                <a:avLst/>
                <a:gdLst/>
                <a:ahLst/>
                <a:cxnLst/>
                <a:rect l="l" t="t" r="r" b="b"/>
                <a:pathLst>
                  <a:path w="990" h="990" fill="none" extrusionOk="0">
                    <a:moveTo>
                      <a:pt x="1" y="1"/>
                    </a:moveTo>
                    <a:lnTo>
                      <a:pt x="1" y="1"/>
                    </a:lnTo>
                    <a:lnTo>
                      <a:pt x="233" y="350"/>
                    </a:lnTo>
                    <a:lnTo>
                      <a:pt x="524" y="699"/>
                    </a:lnTo>
                    <a:lnTo>
                      <a:pt x="524" y="699"/>
                    </a:lnTo>
                    <a:lnTo>
                      <a:pt x="989" y="990"/>
                    </a:lnTo>
                    <a:lnTo>
                      <a:pt x="989" y="990"/>
                    </a:lnTo>
                    <a:lnTo>
                      <a:pt x="873" y="873"/>
                    </a:lnTo>
                    <a:lnTo>
                      <a:pt x="873" y="873"/>
                    </a:lnTo>
                    <a:lnTo>
                      <a:pt x="524" y="466"/>
                    </a:lnTo>
                    <a:lnTo>
                      <a:pt x="524" y="466"/>
                    </a:lnTo>
                    <a:lnTo>
                      <a:pt x="408" y="292"/>
                    </a:lnTo>
                    <a:lnTo>
                      <a:pt x="408" y="292"/>
                    </a:lnTo>
                    <a:lnTo>
                      <a:pt x="1"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33"/>
              <p:cNvSpPr/>
              <p:nvPr/>
            </p:nvSpPr>
            <p:spPr>
              <a:xfrm>
                <a:off x="1570744" y="924235"/>
                <a:ext cx="62751" cy="67551"/>
              </a:xfrm>
              <a:custGeom>
                <a:avLst/>
                <a:gdLst/>
                <a:ahLst/>
                <a:cxnLst/>
                <a:rect l="l" t="t" r="r" b="b"/>
                <a:pathLst>
                  <a:path w="758" h="816" extrusionOk="0">
                    <a:moveTo>
                      <a:pt x="1" y="1"/>
                    </a:moveTo>
                    <a:lnTo>
                      <a:pt x="59" y="175"/>
                    </a:lnTo>
                    <a:lnTo>
                      <a:pt x="408" y="582"/>
                    </a:lnTo>
                    <a:lnTo>
                      <a:pt x="524" y="699"/>
                    </a:lnTo>
                    <a:lnTo>
                      <a:pt x="757" y="815"/>
                    </a:lnTo>
                    <a:lnTo>
                      <a:pt x="583" y="641"/>
                    </a:lnTo>
                    <a:lnTo>
                      <a:pt x="466" y="350"/>
                    </a:lnTo>
                    <a:lnTo>
                      <a:pt x="292" y="175"/>
                    </a:lnTo>
                    <a:lnTo>
                      <a:pt x="1" y="1"/>
                    </a:lnTo>
                    <a:close/>
                  </a:path>
                </a:pathLst>
              </a:custGeom>
              <a:solidFill>
                <a:srgbClr val="E761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33"/>
              <p:cNvSpPr/>
              <p:nvPr/>
            </p:nvSpPr>
            <p:spPr>
              <a:xfrm>
                <a:off x="1570744" y="924235"/>
                <a:ext cx="62751" cy="67551"/>
              </a:xfrm>
              <a:custGeom>
                <a:avLst/>
                <a:gdLst/>
                <a:ahLst/>
                <a:cxnLst/>
                <a:rect l="l" t="t" r="r" b="b"/>
                <a:pathLst>
                  <a:path w="758" h="816" fill="none" extrusionOk="0">
                    <a:moveTo>
                      <a:pt x="1" y="1"/>
                    </a:moveTo>
                    <a:lnTo>
                      <a:pt x="1" y="1"/>
                    </a:lnTo>
                    <a:lnTo>
                      <a:pt x="59" y="175"/>
                    </a:lnTo>
                    <a:lnTo>
                      <a:pt x="59" y="175"/>
                    </a:lnTo>
                    <a:lnTo>
                      <a:pt x="408" y="582"/>
                    </a:lnTo>
                    <a:lnTo>
                      <a:pt x="408" y="582"/>
                    </a:lnTo>
                    <a:lnTo>
                      <a:pt x="524" y="699"/>
                    </a:lnTo>
                    <a:lnTo>
                      <a:pt x="524" y="699"/>
                    </a:lnTo>
                    <a:lnTo>
                      <a:pt x="757" y="815"/>
                    </a:lnTo>
                    <a:lnTo>
                      <a:pt x="757" y="815"/>
                    </a:lnTo>
                    <a:lnTo>
                      <a:pt x="583" y="641"/>
                    </a:lnTo>
                    <a:lnTo>
                      <a:pt x="583" y="641"/>
                    </a:lnTo>
                    <a:lnTo>
                      <a:pt x="466" y="350"/>
                    </a:lnTo>
                    <a:lnTo>
                      <a:pt x="466" y="350"/>
                    </a:lnTo>
                    <a:lnTo>
                      <a:pt x="292" y="175"/>
                    </a:lnTo>
                    <a:lnTo>
                      <a:pt x="292" y="175"/>
                    </a:lnTo>
                    <a:lnTo>
                      <a:pt x="1"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33"/>
              <p:cNvSpPr/>
              <p:nvPr/>
            </p:nvSpPr>
            <p:spPr>
              <a:xfrm>
                <a:off x="1599637" y="943523"/>
                <a:ext cx="53065" cy="57865"/>
              </a:xfrm>
              <a:custGeom>
                <a:avLst/>
                <a:gdLst/>
                <a:ahLst/>
                <a:cxnLst/>
                <a:rect l="l" t="t" r="r" b="b"/>
                <a:pathLst>
                  <a:path w="641" h="699" extrusionOk="0">
                    <a:moveTo>
                      <a:pt x="1" y="0"/>
                    </a:moveTo>
                    <a:lnTo>
                      <a:pt x="117" y="117"/>
                    </a:lnTo>
                    <a:lnTo>
                      <a:pt x="234" y="408"/>
                    </a:lnTo>
                    <a:lnTo>
                      <a:pt x="408" y="582"/>
                    </a:lnTo>
                    <a:lnTo>
                      <a:pt x="641" y="698"/>
                    </a:lnTo>
                    <a:lnTo>
                      <a:pt x="466" y="408"/>
                    </a:lnTo>
                    <a:lnTo>
                      <a:pt x="466" y="349"/>
                    </a:lnTo>
                    <a:lnTo>
                      <a:pt x="350" y="291"/>
                    </a:lnTo>
                    <a:lnTo>
                      <a:pt x="234" y="117"/>
                    </a:lnTo>
                    <a:lnTo>
                      <a:pt x="1" y="0"/>
                    </a:lnTo>
                    <a:close/>
                  </a:path>
                </a:pathLst>
              </a:custGeom>
              <a:solidFill>
                <a:srgbClr val="E761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33"/>
              <p:cNvSpPr/>
              <p:nvPr/>
            </p:nvSpPr>
            <p:spPr>
              <a:xfrm>
                <a:off x="1599637" y="943523"/>
                <a:ext cx="53065" cy="57865"/>
              </a:xfrm>
              <a:custGeom>
                <a:avLst/>
                <a:gdLst/>
                <a:ahLst/>
                <a:cxnLst/>
                <a:rect l="l" t="t" r="r" b="b"/>
                <a:pathLst>
                  <a:path w="641" h="699" fill="none" extrusionOk="0">
                    <a:moveTo>
                      <a:pt x="1" y="0"/>
                    </a:moveTo>
                    <a:lnTo>
                      <a:pt x="1" y="0"/>
                    </a:lnTo>
                    <a:lnTo>
                      <a:pt x="117" y="117"/>
                    </a:lnTo>
                    <a:lnTo>
                      <a:pt x="117" y="117"/>
                    </a:lnTo>
                    <a:lnTo>
                      <a:pt x="234" y="408"/>
                    </a:lnTo>
                    <a:lnTo>
                      <a:pt x="234" y="408"/>
                    </a:lnTo>
                    <a:lnTo>
                      <a:pt x="408" y="582"/>
                    </a:lnTo>
                    <a:lnTo>
                      <a:pt x="408" y="582"/>
                    </a:lnTo>
                    <a:lnTo>
                      <a:pt x="641" y="698"/>
                    </a:lnTo>
                    <a:lnTo>
                      <a:pt x="641" y="698"/>
                    </a:lnTo>
                    <a:lnTo>
                      <a:pt x="466" y="408"/>
                    </a:lnTo>
                    <a:lnTo>
                      <a:pt x="466" y="408"/>
                    </a:lnTo>
                    <a:lnTo>
                      <a:pt x="466" y="349"/>
                    </a:lnTo>
                    <a:lnTo>
                      <a:pt x="466" y="349"/>
                    </a:lnTo>
                    <a:lnTo>
                      <a:pt x="350" y="291"/>
                    </a:lnTo>
                    <a:lnTo>
                      <a:pt x="350" y="291"/>
                    </a:lnTo>
                    <a:lnTo>
                      <a:pt x="234" y="117"/>
                    </a:lnTo>
                    <a:lnTo>
                      <a:pt x="234" y="117"/>
                    </a:lnTo>
                    <a:lnTo>
                      <a:pt x="1"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33"/>
              <p:cNvSpPr/>
              <p:nvPr/>
            </p:nvSpPr>
            <p:spPr>
              <a:xfrm>
                <a:off x="1633414" y="953126"/>
                <a:ext cx="28975" cy="48262"/>
              </a:xfrm>
              <a:custGeom>
                <a:avLst/>
                <a:gdLst/>
                <a:ahLst/>
                <a:cxnLst/>
                <a:rect l="l" t="t" r="r" b="b"/>
                <a:pathLst>
                  <a:path w="350" h="583" extrusionOk="0">
                    <a:moveTo>
                      <a:pt x="0" y="1"/>
                    </a:moveTo>
                    <a:lnTo>
                      <a:pt x="58" y="233"/>
                    </a:lnTo>
                    <a:lnTo>
                      <a:pt x="58" y="292"/>
                    </a:lnTo>
                    <a:lnTo>
                      <a:pt x="233" y="582"/>
                    </a:lnTo>
                    <a:lnTo>
                      <a:pt x="349" y="582"/>
                    </a:lnTo>
                    <a:lnTo>
                      <a:pt x="291" y="408"/>
                    </a:lnTo>
                    <a:lnTo>
                      <a:pt x="233" y="233"/>
                    </a:lnTo>
                    <a:lnTo>
                      <a:pt x="175" y="59"/>
                    </a:lnTo>
                    <a:lnTo>
                      <a:pt x="0" y="1"/>
                    </a:lnTo>
                    <a:close/>
                  </a:path>
                </a:pathLst>
              </a:custGeom>
              <a:solidFill>
                <a:srgbClr val="E761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33"/>
              <p:cNvSpPr/>
              <p:nvPr/>
            </p:nvSpPr>
            <p:spPr>
              <a:xfrm>
                <a:off x="1633414" y="953126"/>
                <a:ext cx="28975" cy="48262"/>
              </a:xfrm>
              <a:custGeom>
                <a:avLst/>
                <a:gdLst/>
                <a:ahLst/>
                <a:cxnLst/>
                <a:rect l="l" t="t" r="r" b="b"/>
                <a:pathLst>
                  <a:path w="350" h="583" fill="none" extrusionOk="0">
                    <a:moveTo>
                      <a:pt x="0" y="1"/>
                    </a:moveTo>
                    <a:lnTo>
                      <a:pt x="0" y="1"/>
                    </a:lnTo>
                    <a:lnTo>
                      <a:pt x="58" y="233"/>
                    </a:lnTo>
                    <a:lnTo>
                      <a:pt x="58" y="233"/>
                    </a:lnTo>
                    <a:lnTo>
                      <a:pt x="58" y="292"/>
                    </a:lnTo>
                    <a:lnTo>
                      <a:pt x="58" y="292"/>
                    </a:lnTo>
                    <a:lnTo>
                      <a:pt x="233" y="582"/>
                    </a:lnTo>
                    <a:lnTo>
                      <a:pt x="233" y="582"/>
                    </a:lnTo>
                    <a:lnTo>
                      <a:pt x="349" y="582"/>
                    </a:lnTo>
                    <a:lnTo>
                      <a:pt x="349" y="582"/>
                    </a:lnTo>
                    <a:lnTo>
                      <a:pt x="291" y="408"/>
                    </a:lnTo>
                    <a:lnTo>
                      <a:pt x="291" y="408"/>
                    </a:lnTo>
                    <a:lnTo>
                      <a:pt x="233" y="233"/>
                    </a:lnTo>
                    <a:lnTo>
                      <a:pt x="233" y="233"/>
                    </a:lnTo>
                    <a:lnTo>
                      <a:pt x="175" y="59"/>
                    </a:lnTo>
                    <a:lnTo>
                      <a:pt x="175" y="59"/>
                    </a:lnTo>
                    <a:lnTo>
                      <a:pt x="0"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33"/>
              <p:cNvSpPr/>
              <p:nvPr/>
            </p:nvSpPr>
            <p:spPr>
              <a:xfrm>
                <a:off x="1671909" y="962729"/>
                <a:ext cx="24173" cy="33858"/>
              </a:xfrm>
              <a:custGeom>
                <a:avLst/>
                <a:gdLst/>
                <a:ahLst/>
                <a:cxnLst/>
                <a:rect l="l" t="t" r="r" b="b"/>
                <a:pathLst>
                  <a:path w="292" h="409" extrusionOk="0">
                    <a:moveTo>
                      <a:pt x="1" y="1"/>
                    </a:moveTo>
                    <a:lnTo>
                      <a:pt x="1" y="117"/>
                    </a:lnTo>
                    <a:lnTo>
                      <a:pt x="1" y="234"/>
                    </a:lnTo>
                    <a:lnTo>
                      <a:pt x="59" y="408"/>
                    </a:lnTo>
                    <a:lnTo>
                      <a:pt x="117" y="350"/>
                    </a:lnTo>
                    <a:lnTo>
                      <a:pt x="291" y="59"/>
                    </a:lnTo>
                    <a:lnTo>
                      <a:pt x="1" y="1"/>
                    </a:lnTo>
                    <a:close/>
                  </a:path>
                </a:pathLst>
              </a:custGeom>
              <a:solidFill>
                <a:srgbClr val="E701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33"/>
              <p:cNvSpPr/>
              <p:nvPr/>
            </p:nvSpPr>
            <p:spPr>
              <a:xfrm>
                <a:off x="1671909" y="962729"/>
                <a:ext cx="24173" cy="38659"/>
              </a:xfrm>
              <a:custGeom>
                <a:avLst/>
                <a:gdLst/>
                <a:ahLst/>
                <a:cxnLst/>
                <a:rect l="l" t="t" r="r" b="b"/>
                <a:pathLst>
                  <a:path w="292" h="467" fill="none" extrusionOk="0">
                    <a:moveTo>
                      <a:pt x="1" y="1"/>
                    </a:moveTo>
                    <a:lnTo>
                      <a:pt x="1" y="1"/>
                    </a:lnTo>
                    <a:lnTo>
                      <a:pt x="1" y="117"/>
                    </a:lnTo>
                    <a:lnTo>
                      <a:pt x="1" y="117"/>
                    </a:lnTo>
                    <a:lnTo>
                      <a:pt x="1" y="234"/>
                    </a:lnTo>
                    <a:lnTo>
                      <a:pt x="1" y="234"/>
                    </a:lnTo>
                    <a:lnTo>
                      <a:pt x="59" y="408"/>
                    </a:lnTo>
                    <a:lnTo>
                      <a:pt x="59" y="408"/>
                    </a:lnTo>
                    <a:lnTo>
                      <a:pt x="59" y="466"/>
                    </a:lnTo>
                    <a:lnTo>
                      <a:pt x="59" y="408"/>
                    </a:lnTo>
                    <a:lnTo>
                      <a:pt x="59" y="408"/>
                    </a:lnTo>
                    <a:lnTo>
                      <a:pt x="117" y="350"/>
                    </a:lnTo>
                    <a:lnTo>
                      <a:pt x="117" y="350"/>
                    </a:lnTo>
                    <a:lnTo>
                      <a:pt x="291" y="59"/>
                    </a:lnTo>
                    <a:lnTo>
                      <a:pt x="291" y="59"/>
                    </a:lnTo>
                    <a:lnTo>
                      <a:pt x="1"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33"/>
              <p:cNvSpPr/>
              <p:nvPr/>
            </p:nvSpPr>
            <p:spPr>
              <a:xfrm>
                <a:off x="1657504" y="962729"/>
                <a:ext cx="57867" cy="48262"/>
              </a:xfrm>
              <a:custGeom>
                <a:avLst/>
                <a:gdLst/>
                <a:ahLst/>
                <a:cxnLst/>
                <a:rect l="l" t="t" r="r" b="b"/>
                <a:pathLst>
                  <a:path w="699" h="583" extrusionOk="0">
                    <a:moveTo>
                      <a:pt x="0" y="1"/>
                    </a:moveTo>
                    <a:lnTo>
                      <a:pt x="0" y="117"/>
                    </a:lnTo>
                    <a:lnTo>
                      <a:pt x="0" y="234"/>
                    </a:lnTo>
                    <a:lnTo>
                      <a:pt x="0" y="292"/>
                    </a:lnTo>
                    <a:lnTo>
                      <a:pt x="58" y="466"/>
                    </a:lnTo>
                    <a:lnTo>
                      <a:pt x="233" y="525"/>
                    </a:lnTo>
                    <a:lnTo>
                      <a:pt x="349" y="583"/>
                    </a:lnTo>
                    <a:lnTo>
                      <a:pt x="465" y="408"/>
                    </a:lnTo>
                    <a:lnTo>
                      <a:pt x="524" y="350"/>
                    </a:lnTo>
                    <a:lnTo>
                      <a:pt x="698" y="59"/>
                    </a:lnTo>
                    <a:lnTo>
                      <a:pt x="465" y="59"/>
                    </a:lnTo>
                    <a:lnTo>
                      <a:pt x="291" y="350"/>
                    </a:lnTo>
                    <a:lnTo>
                      <a:pt x="233" y="408"/>
                    </a:lnTo>
                    <a:lnTo>
                      <a:pt x="175" y="234"/>
                    </a:lnTo>
                    <a:lnTo>
                      <a:pt x="175" y="117"/>
                    </a:lnTo>
                    <a:lnTo>
                      <a:pt x="175" y="1"/>
                    </a:lnTo>
                    <a:close/>
                  </a:path>
                </a:pathLst>
              </a:custGeom>
              <a:solidFill>
                <a:srgbClr val="E761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33"/>
              <p:cNvSpPr/>
              <p:nvPr/>
            </p:nvSpPr>
            <p:spPr>
              <a:xfrm>
                <a:off x="1657504" y="962729"/>
                <a:ext cx="57867" cy="48262"/>
              </a:xfrm>
              <a:custGeom>
                <a:avLst/>
                <a:gdLst/>
                <a:ahLst/>
                <a:cxnLst/>
                <a:rect l="l" t="t" r="r" b="b"/>
                <a:pathLst>
                  <a:path w="699" h="583" fill="none" extrusionOk="0">
                    <a:moveTo>
                      <a:pt x="0" y="1"/>
                    </a:moveTo>
                    <a:lnTo>
                      <a:pt x="0" y="1"/>
                    </a:lnTo>
                    <a:lnTo>
                      <a:pt x="0" y="117"/>
                    </a:lnTo>
                    <a:lnTo>
                      <a:pt x="0" y="117"/>
                    </a:lnTo>
                    <a:lnTo>
                      <a:pt x="0" y="234"/>
                    </a:lnTo>
                    <a:lnTo>
                      <a:pt x="0" y="234"/>
                    </a:lnTo>
                    <a:lnTo>
                      <a:pt x="0" y="292"/>
                    </a:lnTo>
                    <a:lnTo>
                      <a:pt x="0" y="292"/>
                    </a:lnTo>
                    <a:lnTo>
                      <a:pt x="58" y="466"/>
                    </a:lnTo>
                    <a:lnTo>
                      <a:pt x="58" y="466"/>
                    </a:lnTo>
                    <a:lnTo>
                      <a:pt x="233" y="525"/>
                    </a:lnTo>
                    <a:lnTo>
                      <a:pt x="233" y="525"/>
                    </a:lnTo>
                    <a:lnTo>
                      <a:pt x="349" y="583"/>
                    </a:lnTo>
                    <a:lnTo>
                      <a:pt x="349" y="583"/>
                    </a:lnTo>
                    <a:lnTo>
                      <a:pt x="465" y="408"/>
                    </a:lnTo>
                    <a:lnTo>
                      <a:pt x="465" y="408"/>
                    </a:lnTo>
                    <a:lnTo>
                      <a:pt x="524" y="350"/>
                    </a:lnTo>
                    <a:lnTo>
                      <a:pt x="524" y="350"/>
                    </a:lnTo>
                    <a:lnTo>
                      <a:pt x="698" y="59"/>
                    </a:lnTo>
                    <a:lnTo>
                      <a:pt x="698" y="59"/>
                    </a:lnTo>
                    <a:lnTo>
                      <a:pt x="465" y="59"/>
                    </a:lnTo>
                    <a:lnTo>
                      <a:pt x="465" y="59"/>
                    </a:lnTo>
                    <a:lnTo>
                      <a:pt x="291" y="350"/>
                    </a:lnTo>
                    <a:lnTo>
                      <a:pt x="291" y="350"/>
                    </a:lnTo>
                    <a:lnTo>
                      <a:pt x="233" y="408"/>
                    </a:lnTo>
                    <a:lnTo>
                      <a:pt x="233" y="466"/>
                    </a:lnTo>
                    <a:lnTo>
                      <a:pt x="233" y="466"/>
                    </a:lnTo>
                    <a:lnTo>
                      <a:pt x="233" y="408"/>
                    </a:lnTo>
                    <a:lnTo>
                      <a:pt x="233" y="408"/>
                    </a:lnTo>
                    <a:lnTo>
                      <a:pt x="175" y="234"/>
                    </a:lnTo>
                    <a:lnTo>
                      <a:pt x="175" y="234"/>
                    </a:lnTo>
                    <a:lnTo>
                      <a:pt x="175" y="117"/>
                    </a:lnTo>
                    <a:lnTo>
                      <a:pt x="175" y="117"/>
                    </a:lnTo>
                    <a:lnTo>
                      <a:pt x="175" y="1"/>
                    </a:lnTo>
                    <a:lnTo>
                      <a:pt x="175" y="1"/>
                    </a:lnTo>
                    <a:lnTo>
                      <a:pt x="0"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33"/>
              <p:cNvSpPr/>
              <p:nvPr/>
            </p:nvSpPr>
            <p:spPr>
              <a:xfrm>
                <a:off x="1537050" y="972414"/>
                <a:ext cx="260193" cy="101243"/>
              </a:xfrm>
              <a:custGeom>
                <a:avLst/>
                <a:gdLst/>
                <a:ahLst/>
                <a:cxnLst/>
                <a:rect l="l" t="t" r="r" b="b"/>
                <a:pathLst>
                  <a:path w="3143" h="1223" extrusionOk="0">
                    <a:moveTo>
                      <a:pt x="2677" y="524"/>
                    </a:moveTo>
                    <a:lnTo>
                      <a:pt x="757" y="0"/>
                    </a:lnTo>
                    <a:lnTo>
                      <a:pt x="757" y="0"/>
                    </a:lnTo>
                    <a:lnTo>
                      <a:pt x="582" y="0"/>
                    </a:lnTo>
                    <a:lnTo>
                      <a:pt x="408" y="0"/>
                    </a:lnTo>
                    <a:lnTo>
                      <a:pt x="117" y="175"/>
                    </a:lnTo>
                    <a:lnTo>
                      <a:pt x="59" y="233"/>
                    </a:lnTo>
                    <a:lnTo>
                      <a:pt x="1" y="349"/>
                    </a:lnTo>
                    <a:lnTo>
                      <a:pt x="1" y="408"/>
                    </a:lnTo>
                    <a:lnTo>
                      <a:pt x="117" y="466"/>
                    </a:lnTo>
                    <a:lnTo>
                      <a:pt x="3026" y="1222"/>
                    </a:lnTo>
                    <a:lnTo>
                      <a:pt x="3026" y="1222"/>
                    </a:lnTo>
                    <a:lnTo>
                      <a:pt x="3142" y="1222"/>
                    </a:lnTo>
                    <a:lnTo>
                      <a:pt x="3142" y="1164"/>
                    </a:lnTo>
                    <a:lnTo>
                      <a:pt x="3142" y="1047"/>
                    </a:lnTo>
                    <a:lnTo>
                      <a:pt x="3142" y="931"/>
                    </a:lnTo>
                    <a:lnTo>
                      <a:pt x="2909" y="698"/>
                    </a:lnTo>
                    <a:lnTo>
                      <a:pt x="2793" y="582"/>
                    </a:lnTo>
                    <a:lnTo>
                      <a:pt x="2677" y="524"/>
                    </a:lnTo>
                    <a:lnTo>
                      <a:pt x="2677" y="524"/>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33"/>
              <p:cNvSpPr/>
              <p:nvPr/>
            </p:nvSpPr>
            <p:spPr>
              <a:xfrm>
                <a:off x="1768273" y="418605"/>
                <a:ext cx="115651" cy="86756"/>
              </a:xfrm>
              <a:custGeom>
                <a:avLst/>
                <a:gdLst/>
                <a:ahLst/>
                <a:cxnLst/>
                <a:rect l="l" t="t" r="r" b="b"/>
                <a:pathLst>
                  <a:path w="1397" h="1048" extrusionOk="0">
                    <a:moveTo>
                      <a:pt x="1280" y="291"/>
                    </a:moveTo>
                    <a:lnTo>
                      <a:pt x="291" y="0"/>
                    </a:lnTo>
                    <a:lnTo>
                      <a:pt x="175" y="0"/>
                    </a:lnTo>
                    <a:lnTo>
                      <a:pt x="175" y="0"/>
                    </a:lnTo>
                    <a:lnTo>
                      <a:pt x="116" y="0"/>
                    </a:lnTo>
                    <a:lnTo>
                      <a:pt x="58" y="116"/>
                    </a:lnTo>
                    <a:lnTo>
                      <a:pt x="0" y="233"/>
                    </a:lnTo>
                    <a:lnTo>
                      <a:pt x="0" y="407"/>
                    </a:lnTo>
                    <a:lnTo>
                      <a:pt x="0" y="582"/>
                    </a:lnTo>
                    <a:lnTo>
                      <a:pt x="58" y="698"/>
                    </a:lnTo>
                    <a:lnTo>
                      <a:pt x="175" y="815"/>
                    </a:lnTo>
                    <a:lnTo>
                      <a:pt x="349" y="931"/>
                    </a:lnTo>
                    <a:lnTo>
                      <a:pt x="349" y="931"/>
                    </a:lnTo>
                    <a:lnTo>
                      <a:pt x="698" y="989"/>
                    </a:lnTo>
                    <a:lnTo>
                      <a:pt x="698" y="989"/>
                    </a:lnTo>
                    <a:lnTo>
                      <a:pt x="873" y="1047"/>
                    </a:lnTo>
                    <a:lnTo>
                      <a:pt x="1047" y="989"/>
                    </a:lnTo>
                    <a:lnTo>
                      <a:pt x="1164" y="873"/>
                    </a:lnTo>
                    <a:lnTo>
                      <a:pt x="1280" y="698"/>
                    </a:lnTo>
                    <a:lnTo>
                      <a:pt x="1396" y="582"/>
                    </a:lnTo>
                    <a:lnTo>
                      <a:pt x="1396" y="465"/>
                    </a:lnTo>
                    <a:lnTo>
                      <a:pt x="1396" y="349"/>
                    </a:lnTo>
                    <a:lnTo>
                      <a:pt x="1280" y="291"/>
                    </a:lnTo>
                    <a:lnTo>
                      <a:pt x="1280" y="29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33"/>
              <p:cNvSpPr/>
              <p:nvPr/>
            </p:nvSpPr>
            <p:spPr>
              <a:xfrm>
                <a:off x="1734496" y="524483"/>
                <a:ext cx="24173" cy="29057"/>
              </a:xfrm>
              <a:custGeom>
                <a:avLst/>
                <a:gdLst/>
                <a:ahLst/>
                <a:cxnLst/>
                <a:rect l="l" t="t" r="r" b="b"/>
                <a:pathLst>
                  <a:path w="292" h="351" fill="none" extrusionOk="0">
                    <a:moveTo>
                      <a:pt x="292" y="1"/>
                    </a:moveTo>
                    <a:lnTo>
                      <a:pt x="292" y="1"/>
                    </a:lnTo>
                    <a:lnTo>
                      <a:pt x="234" y="59"/>
                    </a:lnTo>
                    <a:lnTo>
                      <a:pt x="234" y="59"/>
                    </a:lnTo>
                    <a:lnTo>
                      <a:pt x="1" y="350"/>
                    </a:lnTo>
                    <a:lnTo>
                      <a:pt x="1" y="350"/>
                    </a:lnTo>
                    <a:lnTo>
                      <a:pt x="234" y="175"/>
                    </a:lnTo>
                    <a:lnTo>
                      <a:pt x="292"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33"/>
              <p:cNvSpPr/>
              <p:nvPr/>
            </p:nvSpPr>
            <p:spPr>
              <a:xfrm>
                <a:off x="1773075" y="452298"/>
                <a:ext cx="110849" cy="53064"/>
              </a:xfrm>
              <a:custGeom>
                <a:avLst/>
                <a:gdLst/>
                <a:ahLst/>
                <a:cxnLst/>
                <a:rect l="l" t="t" r="r" b="b"/>
                <a:pathLst>
                  <a:path w="1339" h="641" extrusionOk="0">
                    <a:moveTo>
                      <a:pt x="0" y="233"/>
                    </a:moveTo>
                    <a:lnTo>
                      <a:pt x="0" y="233"/>
                    </a:lnTo>
                    <a:lnTo>
                      <a:pt x="117" y="408"/>
                    </a:lnTo>
                    <a:lnTo>
                      <a:pt x="291" y="524"/>
                    </a:lnTo>
                    <a:lnTo>
                      <a:pt x="640" y="582"/>
                    </a:lnTo>
                    <a:lnTo>
                      <a:pt x="640" y="582"/>
                    </a:lnTo>
                    <a:lnTo>
                      <a:pt x="815" y="640"/>
                    </a:lnTo>
                    <a:lnTo>
                      <a:pt x="931" y="582"/>
                    </a:lnTo>
                    <a:lnTo>
                      <a:pt x="1164" y="408"/>
                    </a:lnTo>
                    <a:lnTo>
                      <a:pt x="1280" y="233"/>
                    </a:lnTo>
                    <a:lnTo>
                      <a:pt x="1338" y="0"/>
                    </a:lnTo>
                    <a:lnTo>
                      <a:pt x="1338" y="0"/>
                    </a:lnTo>
                    <a:lnTo>
                      <a:pt x="1222" y="175"/>
                    </a:lnTo>
                    <a:lnTo>
                      <a:pt x="1047" y="291"/>
                    </a:lnTo>
                    <a:lnTo>
                      <a:pt x="873" y="349"/>
                    </a:lnTo>
                    <a:lnTo>
                      <a:pt x="698" y="408"/>
                    </a:lnTo>
                    <a:lnTo>
                      <a:pt x="466" y="408"/>
                    </a:lnTo>
                    <a:lnTo>
                      <a:pt x="291" y="408"/>
                    </a:lnTo>
                    <a:lnTo>
                      <a:pt x="117" y="349"/>
                    </a:lnTo>
                    <a:lnTo>
                      <a:pt x="0" y="233"/>
                    </a:lnTo>
                    <a:lnTo>
                      <a:pt x="0" y="233"/>
                    </a:lnTo>
                    <a:close/>
                  </a:path>
                </a:pathLst>
              </a:custGeom>
              <a:solidFill>
                <a:srgbClr val="000000">
                  <a:alpha val="95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33"/>
              <p:cNvSpPr/>
              <p:nvPr/>
            </p:nvSpPr>
            <p:spPr>
              <a:xfrm>
                <a:off x="2018702" y="616039"/>
                <a:ext cx="173435" cy="173429"/>
              </a:xfrm>
              <a:custGeom>
                <a:avLst/>
                <a:gdLst/>
                <a:ahLst/>
                <a:cxnLst/>
                <a:rect l="l" t="t" r="r" b="b"/>
                <a:pathLst>
                  <a:path w="2095" h="2095" extrusionOk="0">
                    <a:moveTo>
                      <a:pt x="1978" y="0"/>
                    </a:moveTo>
                    <a:lnTo>
                      <a:pt x="1978" y="0"/>
                    </a:lnTo>
                    <a:lnTo>
                      <a:pt x="2036" y="0"/>
                    </a:lnTo>
                    <a:lnTo>
                      <a:pt x="2095" y="0"/>
                    </a:lnTo>
                    <a:lnTo>
                      <a:pt x="2036" y="58"/>
                    </a:lnTo>
                    <a:lnTo>
                      <a:pt x="1978" y="117"/>
                    </a:lnTo>
                    <a:lnTo>
                      <a:pt x="1978" y="117"/>
                    </a:lnTo>
                    <a:lnTo>
                      <a:pt x="1746" y="175"/>
                    </a:lnTo>
                    <a:lnTo>
                      <a:pt x="1513" y="408"/>
                    </a:lnTo>
                    <a:lnTo>
                      <a:pt x="1280" y="640"/>
                    </a:lnTo>
                    <a:lnTo>
                      <a:pt x="1106" y="989"/>
                    </a:lnTo>
                    <a:lnTo>
                      <a:pt x="640" y="1629"/>
                    </a:lnTo>
                    <a:lnTo>
                      <a:pt x="407" y="1920"/>
                    </a:lnTo>
                    <a:lnTo>
                      <a:pt x="117" y="2095"/>
                    </a:lnTo>
                    <a:lnTo>
                      <a:pt x="117" y="2095"/>
                    </a:lnTo>
                    <a:lnTo>
                      <a:pt x="0" y="2095"/>
                    </a:lnTo>
                    <a:lnTo>
                      <a:pt x="0" y="2036"/>
                    </a:lnTo>
                    <a:lnTo>
                      <a:pt x="0" y="1978"/>
                    </a:lnTo>
                    <a:lnTo>
                      <a:pt x="58" y="1920"/>
                    </a:lnTo>
                    <a:lnTo>
                      <a:pt x="58" y="1920"/>
                    </a:lnTo>
                    <a:lnTo>
                      <a:pt x="291" y="1746"/>
                    </a:lnTo>
                    <a:lnTo>
                      <a:pt x="524" y="1513"/>
                    </a:lnTo>
                    <a:lnTo>
                      <a:pt x="931" y="873"/>
                    </a:lnTo>
                    <a:lnTo>
                      <a:pt x="1164" y="582"/>
                    </a:lnTo>
                    <a:lnTo>
                      <a:pt x="1396" y="291"/>
                    </a:lnTo>
                    <a:lnTo>
                      <a:pt x="1687" y="117"/>
                    </a:lnTo>
                    <a:lnTo>
                      <a:pt x="1978" y="0"/>
                    </a:lnTo>
                    <a:lnTo>
                      <a:pt x="1978" y="0"/>
                    </a:lnTo>
                    <a:close/>
                  </a:path>
                </a:pathLst>
              </a:custGeom>
              <a:solidFill>
                <a:srgbClr val="000000">
                  <a:alpha val="95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33"/>
              <p:cNvSpPr/>
              <p:nvPr/>
            </p:nvSpPr>
            <p:spPr>
              <a:xfrm>
                <a:off x="1416678" y="495592"/>
                <a:ext cx="86759" cy="144621"/>
              </a:xfrm>
              <a:custGeom>
                <a:avLst/>
                <a:gdLst/>
                <a:ahLst/>
                <a:cxnLst/>
                <a:rect l="l" t="t" r="r" b="b"/>
                <a:pathLst>
                  <a:path w="1048" h="1747" extrusionOk="0">
                    <a:moveTo>
                      <a:pt x="931" y="1"/>
                    </a:moveTo>
                    <a:lnTo>
                      <a:pt x="931" y="1"/>
                    </a:lnTo>
                    <a:lnTo>
                      <a:pt x="1047" y="1"/>
                    </a:lnTo>
                    <a:lnTo>
                      <a:pt x="1047" y="59"/>
                    </a:lnTo>
                    <a:lnTo>
                      <a:pt x="1047" y="59"/>
                    </a:lnTo>
                    <a:lnTo>
                      <a:pt x="989" y="59"/>
                    </a:lnTo>
                    <a:lnTo>
                      <a:pt x="989" y="59"/>
                    </a:lnTo>
                    <a:lnTo>
                      <a:pt x="757" y="175"/>
                    </a:lnTo>
                    <a:lnTo>
                      <a:pt x="524" y="350"/>
                    </a:lnTo>
                    <a:lnTo>
                      <a:pt x="408" y="524"/>
                    </a:lnTo>
                    <a:lnTo>
                      <a:pt x="291" y="699"/>
                    </a:lnTo>
                    <a:lnTo>
                      <a:pt x="233" y="874"/>
                    </a:lnTo>
                    <a:lnTo>
                      <a:pt x="175" y="1106"/>
                    </a:lnTo>
                    <a:lnTo>
                      <a:pt x="175" y="1630"/>
                    </a:lnTo>
                    <a:lnTo>
                      <a:pt x="175" y="1630"/>
                    </a:lnTo>
                    <a:lnTo>
                      <a:pt x="175" y="1746"/>
                    </a:lnTo>
                    <a:lnTo>
                      <a:pt x="117" y="1746"/>
                    </a:lnTo>
                    <a:lnTo>
                      <a:pt x="117" y="1746"/>
                    </a:lnTo>
                    <a:lnTo>
                      <a:pt x="58" y="1630"/>
                    </a:lnTo>
                    <a:lnTo>
                      <a:pt x="58" y="1630"/>
                    </a:lnTo>
                    <a:lnTo>
                      <a:pt x="0" y="1397"/>
                    </a:lnTo>
                    <a:lnTo>
                      <a:pt x="0" y="1164"/>
                    </a:lnTo>
                    <a:lnTo>
                      <a:pt x="58" y="874"/>
                    </a:lnTo>
                    <a:lnTo>
                      <a:pt x="117" y="641"/>
                    </a:lnTo>
                    <a:lnTo>
                      <a:pt x="233" y="466"/>
                    </a:lnTo>
                    <a:lnTo>
                      <a:pt x="408" y="234"/>
                    </a:lnTo>
                    <a:lnTo>
                      <a:pt x="640" y="117"/>
                    </a:lnTo>
                    <a:lnTo>
                      <a:pt x="931" y="1"/>
                    </a:lnTo>
                    <a:lnTo>
                      <a:pt x="931" y="1"/>
                    </a:lnTo>
                    <a:close/>
                  </a:path>
                </a:pathLst>
              </a:custGeom>
              <a:solidFill>
                <a:srgbClr val="FFFFFF">
                  <a:alpha val="10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33"/>
              <p:cNvSpPr/>
              <p:nvPr/>
            </p:nvSpPr>
            <p:spPr>
              <a:xfrm>
                <a:off x="1440769" y="741205"/>
                <a:ext cx="9686" cy="19371"/>
              </a:xfrm>
              <a:custGeom>
                <a:avLst/>
                <a:gdLst/>
                <a:ahLst/>
                <a:cxnLst/>
                <a:rect l="l" t="t" r="r" b="b"/>
                <a:pathLst>
                  <a:path w="117" h="234" extrusionOk="0">
                    <a:moveTo>
                      <a:pt x="58" y="1"/>
                    </a:moveTo>
                    <a:lnTo>
                      <a:pt x="58" y="1"/>
                    </a:lnTo>
                    <a:lnTo>
                      <a:pt x="117" y="59"/>
                    </a:lnTo>
                    <a:lnTo>
                      <a:pt x="117" y="117"/>
                    </a:lnTo>
                    <a:lnTo>
                      <a:pt x="117" y="117"/>
                    </a:lnTo>
                    <a:lnTo>
                      <a:pt x="117" y="234"/>
                    </a:lnTo>
                    <a:lnTo>
                      <a:pt x="58" y="234"/>
                    </a:lnTo>
                    <a:lnTo>
                      <a:pt x="58" y="234"/>
                    </a:lnTo>
                    <a:lnTo>
                      <a:pt x="0" y="175"/>
                    </a:lnTo>
                    <a:lnTo>
                      <a:pt x="0" y="117"/>
                    </a:lnTo>
                    <a:lnTo>
                      <a:pt x="0" y="117"/>
                    </a:lnTo>
                    <a:lnTo>
                      <a:pt x="58" y="59"/>
                    </a:lnTo>
                    <a:lnTo>
                      <a:pt x="58" y="1"/>
                    </a:lnTo>
                    <a:lnTo>
                      <a:pt x="58" y="1"/>
                    </a:lnTo>
                    <a:close/>
                  </a:path>
                </a:pathLst>
              </a:custGeom>
              <a:solidFill>
                <a:srgbClr val="FFFFFF">
                  <a:alpha val="10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33"/>
              <p:cNvSpPr/>
              <p:nvPr/>
            </p:nvSpPr>
            <p:spPr>
              <a:xfrm>
                <a:off x="1773075" y="423407"/>
                <a:ext cx="24173" cy="19288"/>
              </a:xfrm>
              <a:custGeom>
                <a:avLst/>
                <a:gdLst/>
                <a:ahLst/>
                <a:cxnLst/>
                <a:rect l="l" t="t" r="r" b="b"/>
                <a:pathLst>
                  <a:path w="292" h="233" extrusionOk="0">
                    <a:moveTo>
                      <a:pt x="291" y="175"/>
                    </a:moveTo>
                    <a:lnTo>
                      <a:pt x="291" y="175"/>
                    </a:lnTo>
                    <a:lnTo>
                      <a:pt x="175" y="233"/>
                    </a:lnTo>
                    <a:lnTo>
                      <a:pt x="58" y="233"/>
                    </a:lnTo>
                    <a:lnTo>
                      <a:pt x="58" y="233"/>
                    </a:lnTo>
                    <a:lnTo>
                      <a:pt x="0" y="175"/>
                    </a:lnTo>
                    <a:lnTo>
                      <a:pt x="0" y="117"/>
                    </a:lnTo>
                    <a:lnTo>
                      <a:pt x="58" y="58"/>
                    </a:lnTo>
                    <a:lnTo>
                      <a:pt x="117" y="0"/>
                    </a:lnTo>
                    <a:lnTo>
                      <a:pt x="117" y="0"/>
                    </a:lnTo>
                    <a:lnTo>
                      <a:pt x="175" y="0"/>
                    </a:lnTo>
                    <a:lnTo>
                      <a:pt x="291" y="58"/>
                    </a:lnTo>
                    <a:lnTo>
                      <a:pt x="291" y="117"/>
                    </a:lnTo>
                    <a:lnTo>
                      <a:pt x="291" y="175"/>
                    </a:lnTo>
                    <a:lnTo>
                      <a:pt x="291" y="175"/>
                    </a:lnTo>
                    <a:close/>
                  </a:path>
                </a:pathLst>
              </a:custGeom>
              <a:solidFill>
                <a:srgbClr val="FFFFFF">
                  <a:alpha val="10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33"/>
              <p:cNvSpPr/>
              <p:nvPr/>
            </p:nvSpPr>
            <p:spPr>
              <a:xfrm>
                <a:off x="1537050" y="1001305"/>
                <a:ext cx="260193" cy="72352"/>
              </a:xfrm>
              <a:custGeom>
                <a:avLst/>
                <a:gdLst/>
                <a:ahLst/>
                <a:cxnLst/>
                <a:rect l="l" t="t" r="r" b="b"/>
                <a:pathLst>
                  <a:path w="3143" h="874" extrusionOk="0">
                    <a:moveTo>
                      <a:pt x="1" y="0"/>
                    </a:moveTo>
                    <a:lnTo>
                      <a:pt x="1" y="0"/>
                    </a:lnTo>
                    <a:lnTo>
                      <a:pt x="1" y="59"/>
                    </a:lnTo>
                    <a:lnTo>
                      <a:pt x="117" y="117"/>
                    </a:lnTo>
                    <a:lnTo>
                      <a:pt x="3026" y="873"/>
                    </a:lnTo>
                    <a:lnTo>
                      <a:pt x="3026" y="873"/>
                    </a:lnTo>
                    <a:lnTo>
                      <a:pt x="3142" y="873"/>
                    </a:lnTo>
                    <a:lnTo>
                      <a:pt x="3142" y="757"/>
                    </a:lnTo>
                    <a:lnTo>
                      <a:pt x="3142" y="582"/>
                    </a:lnTo>
                    <a:lnTo>
                      <a:pt x="3026" y="408"/>
                    </a:lnTo>
                    <a:lnTo>
                      <a:pt x="3026" y="408"/>
                    </a:lnTo>
                    <a:lnTo>
                      <a:pt x="2735" y="466"/>
                    </a:lnTo>
                    <a:lnTo>
                      <a:pt x="2386" y="466"/>
                    </a:lnTo>
                    <a:lnTo>
                      <a:pt x="1630" y="349"/>
                    </a:lnTo>
                    <a:lnTo>
                      <a:pt x="757" y="175"/>
                    </a:lnTo>
                    <a:lnTo>
                      <a:pt x="1" y="0"/>
                    </a:lnTo>
                    <a:lnTo>
                      <a:pt x="1" y="0"/>
                    </a:lnTo>
                    <a:close/>
                  </a:path>
                </a:pathLst>
              </a:custGeom>
              <a:solidFill>
                <a:srgbClr val="000000">
                  <a:alpha val="95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33"/>
              <p:cNvSpPr/>
              <p:nvPr/>
            </p:nvSpPr>
            <p:spPr>
              <a:xfrm>
                <a:off x="1570744" y="972414"/>
                <a:ext cx="28975" cy="19371"/>
              </a:xfrm>
              <a:custGeom>
                <a:avLst/>
                <a:gdLst/>
                <a:ahLst/>
                <a:cxnLst/>
                <a:rect l="l" t="t" r="r" b="b"/>
                <a:pathLst>
                  <a:path w="350" h="234" extrusionOk="0">
                    <a:moveTo>
                      <a:pt x="292" y="175"/>
                    </a:moveTo>
                    <a:lnTo>
                      <a:pt x="292" y="175"/>
                    </a:lnTo>
                    <a:lnTo>
                      <a:pt x="175" y="233"/>
                    </a:lnTo>
                    <a:lnTo>
                      <a:pt x="59" y="175"/>
                    </a:lnTo>
                    <a:lnTo>
                      <a:pt x="59" y="175"/>
                    </a:lnTo>
                    <a:lnTo>
                      <a:pt x="1" y="175"/>
                    </a:lnTo>
                    <a:lnTo>
                      <a:pt x="1" y="117"/>
                    </a:lnTo>
                    <a:lnTo>
                      <a:pt x="117" y="0"/>
                    </a:lnTo>
                    <a:lnTo>
                      <a:pt x="117" y="0"/>
                    </a:lnTo>
                    <a:lnTo>
                      <a:pt x="292" y="59"/>
                    </a:lnTo>
                    <a:lnTo>
                      <a:pt x="350" y="117"/>
                    </a:lnTo>
                    <a:lnTo>
                      <a:pt x="292" y="175"/>
                    </a:lnTo>
                    <a:lnTo>
                      <a:pt x="292" y="175"/>
                    </a:lnTo>
                    <a:close/>
                  </a:path>
                </a:pathLst>
              </a:custGeom>
              <a:solidFill>
                <a:srgbClr val="FFFFFF">
                  <a:alpha val="10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20" name="Google Shape;520;p33"/>
          <p:cNvGrpSpPr/>
          <p:nvPr/>
        </p:nvGrpSpPr>
        <p:grpSpPr>
          <a:xfrm rot="-2154161">
            <a:off x="677381" y="3762422"/>
            <a:ext cx="966124" cy="871812"/>
            <a:chOff x="1843196" y="3950738"/>
            <a:chExt cx="966141" cy="871827"/>
          </a:xfrm>
        </p:grpSpPr>
        <p:sp>
          <p:nvSpPr>
            <p:cNvPr id="521" name="Google Shape;521;p33"/>
            <p:cNvSpPr/>
            <p:nvPr/>
          </p:nvSpPr>
          <p:spPr>
            <a:xfrm>
              <a:off x="1843384" y="3952509"/>
              <a:ext cx="965953" cy="868351"/>
            </a:xfrm>
            <a:custGeom>
              <a:avLst/>
              <a:gdLst/>
              <a:ahLst/>
              <a:cxnLst/>
              <a:rect l="l" t="t" r="r" b="b"/>
              <a:pathLst>
                <a:path w="16116" h="14487" extrusionOk="0">
                  <a:moveTo>
                    <a:pt x="9309" y="3433"/>
                  </a:moveTo>
                  <a:lnTo>
                    <a:pt x="9309" y="3433"/>
                  </a:lnTo>
                  <a:lnTo>
                    <a:pt x="9134" y="3375"/>
                  </a:lnTo>
                  <a:lnTo>
                    <a:pt x="9309" y="3433"/>
                  </a:lnTo>
                  <a:lnTo>
                    <a:pt x="7622" y="1"/>
                  </a:lnTo>
                  <a:lnTo>
                    <a:pt x="7331" y="874"/>
                  </a:lnTo>
                  <a:lnTo>
                    <a:pt x="6691" y="1"/>
                  </a:lnTo>
                  <a:lnTo>
                    <a:pt x="6342" y="1048"/>
                  </a:lnTo>
                  <a:lnTo>
                    <a:pt x="5469" y="350"/>
                  </a:lnTo>
                  <a:lnTo>
                    <a:pt x="5469" y="350"/>
                  </a:lnTo>
                  <a:lnTo>
                    <a:pt x="4596" y="466"/>
                  </a:lnTo>
                  <a:lnTo>
                    <a:pt x="3724" y="699"/>
                  </a:lnTo>
                  <a:lnTo>
                    <a:pt x="3666" y="990"/>
                  </a:lnTo>
                  <a:lnTo>
                    <a:pt x="3084" y="699"/>
                  </a:lnTo>
                  <a:lnTo>
                    <a:pt x="1" y="10414"/>
                  </a:lnTo>
                  <a:lnTo>
                    <a:pt x="5236" y="13032"/>
                  </a:lnTo>
                  <a:lnTo>
                    <a:pt x="5236" y="13032"/>
                  </a:lnTo>
                  <a:lnTo>
                    <a:pt x="5236" y="13032"/>
                  </a:lnTo>
                  <a:lnTo>
                    <a:pt x="5236" y="13032"/>
                  </a:lnTo>
                  <a:lnTo>
                    <a:pt x="5411" y="13207"/>
                  </a:lnTo>
                  <a:lnTo>
                    <a:pt x="5585" y="13381"/>
                  </a:lnTo>
                  <a:lnTo>
                    <a:pt x="5876" y="13556"/>
                  </a:lnTo>
                  <a:lnTo>
                    <a:pt x="6167" y="13672"/>
                  </a:lnTo>
                  <a:lnTo>
                    <a:pt x="6167" y="13672"/>
                  </a:lnTo>
                  <a:lnTo>
                    <a:pt x="6516" y="13789"/>
                  </a:lnTo>
                  <a:lnTo>
                    <a:pt x="6807" y="13789"/>
                  </a:lnTo>
                  <a:lnTo>
                    <a:pt x="7040" y="13789"/>
                  </a:lnTo>
                  <a:lnTo>
                    <a:pt x="7273" y="13672"/>
                  </a:lnTo>
                  <a:lnTo>
                    <a:pt x="13090" y="14487"/>
                  </a:lnTo>
                  <a:lnTo>
                    <a:pt x="16115" y="4771"/>
                  </a:lnTo>
                  <a:lnTo>
                    <a:pt x="15359" y="4655"/>
                  </a:lnTo>
                  <a:lnTo>
                    <a:pt x="15475" y="4364"/>
                  </a:lnTo>
                  <a:lnTo>
                    <a:pt x="15475" y="4364"/>
                  </a:lnTo>
                  <a:lnTo>
                    <a:pt x="14894" y="3666"/>
                  </a:lnTo>
                  <a:lnTo>
                    <a:pt x="14254" y="3084"/>
                  </a:lnTo>
                  <a:lnTo>
                    <a:pt x="13090" y="3142"/>
                  </a:lnTo>
                  <a:lnTo>
                    <a:pt x="13439" y="2153"/>
                  </a:lnTo>
                  <a:lnTo>
                    <a:pt x="12392" y="2444"/>
                  </a:lnTo>
                  <a:lnTo>
                    <a:pt x="12683" y="1572"/>
                  </a:lnTo>
                  <a:lnTo>
                    <a:pt x="9309" y="3433"/>
                  </a:lnTo>
                  <a:close/>
                  <a:moveTo>
                    <a:pt x="10239" y="3957"/>
                  </a:moveTo>
                  <a:lnTo>
                    <a:pt x="10239" y="3957"/>
                  </a:lnTo>
                  <a:lnTo>
                    <a:pt x="10239" y="3957"/>
                  </a:lnTo>
                  <a:lnTo>
                    <a:pt x="10239" y="3957"/>
                  </a:lnTo>
                  <a:close/>
                </a:path>
              </a:pathLst>
            </a:custGeom>
            <a:solidFill>
              <a:schemeClr val="accent4"/>
            </a:solidFill>
            <a:ln w="76200" cap="flat" cmpd="sng">
              <a:solidFill>
                <a:schemeClr val="accent4"/>
              </a:solidFill>
              <a:prstDash val="solid"/>
              <a:round/>
              <a:headEnd type="none" w="sm" len="sm"/>
              <a:tailEnd type="none" w="sm" len="sm"/>
            </a:ln>
            <a:effectLst>
              <a:outerShdw blurRad="57150" dist="19050" dir="6000000" algn="bl" rotWithShape="0">
                <a:schemeClr val="accent3">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22" name="Google Shape;522;p33"/>
            <p:cNvGrpSpPr/>
            <p:nvPr/>
          </p:nvGrpSpPr>
          <p:grpSpPr>
            <a:xfrm>
              <a:off x="1843196" y="3950738"/>
              <a:ext cx="965953" cy="871827"/>
              <a:chOff x="5080400" y="1880125"/>
              <a:chExt cx="402900" cy="363625"/>
            </a:xfrm>
          </p:grpSpPr>
          <p:sp>
            <p:nvSpPr>
              <p:cNvPr id="523" name="Google Shape;523;p33"/>
              <p:cNvSpPr/>
              <p:nvPr/>
            </p:nvSpPr>
            <p:spPr>
              <a:xfrm>
                <a:off x="5311650" y="1920850"/>
                <a:ext cx="85825" cy="149825"/>
              </a:xfrm>
              <a:custGeom>
                <a:avLst/>
                <a:gdLst/>
                <a:ahLst/>
                <a:cxnLst/>
                <a:rect l="l" t="t" r="r" b="b"/>
                <a:pathLst>
                  <a:path w="3433" h="5993" extrusionOk="0">
                    <a:moveTo>
                      <a:pt x="3433" y="1"/>
                    </a:moveTo>
                    <a:lnTo>
                      <a:pt x="59" y="1862"/>
                    </a:lnTo>
                    <a:lnTo>
                      <a:pt x="59" y="1862"/>
                    </a:lnTo>
                    <a:lnTo>
                      <a:pt x="582" y="2095"/>
                    </a:lnTo>
                    <a:lnTo>
                      <a:pt x="815" y="2211"/>
                    </a:lnTo>
                    <a:lnTo>
                      <a:pt x="989" y="2328"/>
                    </a:lnTo>
                    <a:lnTo>
                      <a:pt x="0" y="5469"/>
                    </a:lnTo>
                    <a:lnTo>
                      <a:pt x="1571" y="5993"/>
                    </a:lnTo>
                    <a:lnTo>
                      <a:pt x="343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33"/>
              <p:cNvSpPr/>
              <p:nvPr/>
            </p:nvSpPr>
            <p:spPr>
              <a:xfrm>
                <a:off x="5311650" y="1933950"/>
                <a:ext cx="104750" cy="142550"/>
              </a:xfrm>
              <a:custGeom>
                <a:avLst/>
                <a:gdLst/>
                <a:ahLst/>
                <a:cxnLst/>
                <a:rect l="l" t="t" r="r" b="b"/>
                <a:pathLst>
                  <a:path w="4190" h="5702" extrusionOk="0">
                    <a:moveTo>
                      <a:pt x="4189" y="0"/>
                    </a:moveTo>
                    <a:lnTo>
                      <a:pt x="59" y="1338"/>
                    </a:lnTo>
                    <a:lnTo>
                      <a:pt x="59" y="1338"/>
                    </a:lnTo>
                    <a:lnTo>
                      <a:pt x="582" y="1571"/>
                    </a:lnTo>
                    <a:lnTo>
                      <a:pt x="815" y="1687"/>
                    </a:lnTo>
                    <a:lnTo>
                      <a:pt x="989" y="1804"/>
                    </a:lnTo>
                    <a:lnTo>
                      <a:pt x="0" y="4945"/>
                    </a:lnTo>
                    <a:lnTo>
                      <a:pt x="2386" y="5701"/>
                    </a:lnTo>
                    <a:lnTo>
                      <a:pt x="4189" y="0"/>
                    </a:lnTo>
                    <a:close/>
                  </a:path>
                </a:pathLst>
              </a:custGeom>
              <a:solidFill>
                <a:srgbClr val="524371">
                  <a:alpha val="369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33"/>
              <p:cNvSpPr/>
              <p:nvPr/>
            </p:nvSpPr>
            <p:spPr>
              <a:xfrm>
                <a:off x="5313100" y="1958675"/>
                <a:ext cx="154200" cy="30550"/>
              </a:xfrm>
              <a:custGeom>
                <a:avLst/>
                <a:gdLst/>
                <a:ahLst/>
                <a:cxnLst/>
                <a:rect l="l" t="t" r="r" b="b"/>
                <a:pathLst>
                  <a:path w="6168" h="1222" extrusionOk="0">
                    <a:moveTo>
                      <a:pt x="931" y="815"/>
                    </a:moveTo>
                    <a:lnTo>
                      <a:pt x="6167" y="1222"/>
                    </a:lnTo>
                    <a:lnTo>
                      <a:pt x="6167" y="1222"/>
                    </a:lnTo>
                    <a:lnTo>
                      <a:pt x="5586" y="582"/>
                    </a:lnTo>
                    <a:lnTo>
                      <a:pt x="4946" y="0"/>
                    </a:lnTo>
                    <a:lnTo>
                      <a:pt x="1" y="349"/>
                    </a:lnTo>
                    <a:lnTo>
                      <a:pt x="1" y="349"/>
                    </a:lnTo>
                    <a:lnTo>
                      <a:pt x="524" y="582"/>
                    </a:lnTo>
                    <a:lnTo>
                      <a:pt x="757" y="698"/>
                    </a:lnTo>
                    <a:lnTo>
                      <a:pt x="931" y="815"/>
                    </a:lnTo>
                    <a:lnTo>
                      <a:pt x="931" y="815"/>
                    </a:lnTo>
                    <a:lnTo>
                      <a:pt x="931" y="815"/>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33"/>
              <p:cNvSpPr/>
              <p:nvPr/>
            </p:nvSpPr>
            <p:spPr>
              <a:xfrm>
                <a:off x="5311650" y="1979025"/>
                <a:ext cx="155650" cy="117825"/>
              </a:xfrm>
              <a:custGeom>
                <a:avLst/>
                <a:gdLst/>
                <a:ahLst/>
                <a:cxnLst/>
                <a:rect l="l" t="t" r="r" b="b"/>
                <a:pathLst>
                  <a:path w="6226" h="4713" extrusionOk="0">
                    <a:moveTo>
                      <a:pt x="6225" y="408"/>
                    </a:moveTo>
                    <a:lnTo>
                      <a:pt x="4887" y="4713"/>
                    </a:lnTo>
                    <a:lnTo>
                      <a:pt x="0" y="3142"/>
                    </a:lnTo>
                    <a:lnTo>
                      <a:pt x="989" y="1"/>
                    </a:lnTo>
                    <a:lnTo>
                      <a:pt x="931" y="1"/>
                    </a:lnTo>
                    <a:lnTo>
                      <a:pt x="6225" y="408"/>
                    </a:lnTo>
                    <a:close/>
                  </a:path>
                </a:pathLst>
              </a:custGeom>
              <a:solidFill>
                <a:srgbClr val="524371">
                  <a:alpha val="369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33"/>
              <p:cNvSpPr/>
              <p:nvPr/>
            </p:nvSpPr>
            <p:spPr>
              <a:xfrm>
                <a:off x="5286925" y="1967400"/>
                <a:ext cx="49475" cy="90200"/>
              </a:xfrm>
              <a:custGeom>
                <a:avLst/>
                <a:gdLst/>
                <a:ahLst/>
                <a:cxnLst/>
                <a:rect l="l" t="t" r="r" b="b"/>
                <a:pathLst>
                  <a:path w="1979" h="3608" extrusionOk="0">
                    <a:moveTo>
                      <a:pt x="1048" y="0"/>
                    </a:moveTo>
                    <a:lnTo>
                      <a:pt x="1048" y="0"/>
                    </a:lnTo>
                    <a:lnTo>
                      <a:pt x="1571" y="233"/>
                    </a:lnTo>
                    <a:lnTo>
                      <a:pt x="1978" y="466"/>
                    </a:lnTo>
                    <a:lnTo>
                      <a:pt x="989" y="3607"/>
                    </a:lnTo>
                    <a:lnTo>
                      <a:pt x="1" y="3316"/>
                    </a:lnTo>
                    <a:lnTo>
                      <a:pt x="1048" y="0"/>
                    </a:lnTo>
                    <a:close/>
                  </a:path>
                </a:pathLst>
              </a:custGeom>
              <a:solidFill>
                <a:srgbClr val="524371">
                  <a:alpha val="369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33"/>
              <p:cNvSpPr/>
              <p:nvPr/>
            </p:nvSpPr>
            <p:spPr>
              <a:xfrm>
                <a:off x="5224375" y="1880125"/>
                <a:ext cx="88750" cy="162925"/>
              </a:xfrm>
              <a:custGeom>
                <a:avLst/>
                <a:gdLst/>
                <a:ahLst/>
                <a:cxnLst/>
                <a:rect l="l" t="t" r="r" b="b"/>
                <a:pathLst>
                  <a:path w="3550" h="6517" extrusionOk="0">
                    <a:moveTo>
                      <a:pt x="1863" y="1"/>
                    </a:moveTo>
                    <a:lnTo>
                      <a:pt x="3550" y="3491"/>
                    </a:lnTo>
                    <a:lnTo>
                      <a:pt x="3550" y="3491"/>
                    </a:lnTo>
                    <a:lnTo>
                      <a:pt x="3026" y="3375"/>
                    </a:lnTo>
                    <a:lnTo>
                      <a:pt x="2735" y="3317"/>
                    </a:lnTo>
                    <a:lnTo>
                      <a:pt x="2561" y="3375"/>
                    </a:lnTo>
                    <a:lnTo>
                      <a:pt x="1572" y="6516"/>
                    </a:lnTo>
                    <a:lnTo>
                      <a:pt x="1" y="5993"/>
                    </a:lnTo>
                    <a:lnTo>
                      <a:pt x="186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33"/>
              <p:cNvSpPr/>
              <p:nvPr/>
            </p:nvSpPr>
            <p:spPr>
              <a:xfrm>
                <a:off x="5202575" y="1881575"/>
                <a:ext cx="110550" cy="161475"/>
              </a:xfrm>
              <a:custGeom>
                <a:avLst/>
                <a:gdLst/>
                <a:ahLst/>
                <a:cxnLst/>
                <a:rect l="l" t="t" r="r" b="b"/>
                <a:pathLst>
                  <a:path w="4422" h="6459" extrusionOk="0">
                    <a:moveTo>
                      <a:pt x="1804" y="1"/>
                    </a:moveTo>
                    <a:lnTo>
                      <a:pt x="4422" y="3433"/>
                    </a:lnTo>
                    <a:lnTo>
                      <a:pt x="4422" y="3433"/>
                    </a:lnTo>
                    <a:lnTo>
                      <a:pt x="3898" y="3317"/>
                    </a:lnTo>
                    <a:lnTo>
                      <a:pt x="3607" y="3259"/>
                    </a:lnTo>
                    <a:lnTo>
                      <a:pt x="3433" y="3317"/>
                    </a:lnTo>
                    <a:lnTo>
                      <a:pt x="2444" y="6458"/>
                    </a:lnTo>
                    <a:lnTo>
                      <a:pt x="0" y="5702"/>
                    </a:lnTo>
                    <a:lnTo>
                      <a:pt x="1804" y="1"/>
                    </a:lnTo>
                    <a:close/>
                  </a:path>
                </a:pathLst>
              </a:custGeom>
              <a:solidFill>
                <a:srgbClr val="524371">
                  <a:alpha val="369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33"/>
              <p:cNvSpPr/>
              <p:nvPr/>
            </p:nvSpPr>
            <p:spPr>
              <a:xfrm>
                <a:off x="5173475" y="1888850"/>
                <a:ext cx="139650" cy="78575"/>
              </a:xfrm>
              <a:custGeom>
                <a:avLst/>
                <a:gdLst/>
                <a:ahLst/>
                <a:cxnLst/>
                <a:rect l="l" t="t" r="r" b="b"/>
                <a:pathLst>
                  <a:path w="5586" h="3143" extrusionOk="0">
                    <a:moveTo>
                      <a:pt x="4597" y="3026"/>
                    </a:moveTo>
                    <a:lnTo>
                      <a:pt x="1" y="350"/>
                    </a:lnTo>
                    <a:lnTo>
                      <a:pt x="1" y="350"/>
                    </a:lnTo>
                    <a:lnTo>
                      <a:pt x="873" y="175"/>
                    </a:lnTo>
                    <a:lnTo>
                      <a:pt x="1746" y="1"/>
                    </a:lnTo>
                    <a:lnTo>
                      <a:pt x="5586" y="3142"/>
                    </a:lnTo>
                    <a:lnTo>
                      <a:pt x="5586" y="3142"/>
                    </a:lnTo>
                    <a:lnTo>
                      <a:pt x="5062" y="3026"/>
                    </a:lnTo>
                    <a:lnTo>
                      <a:pt x="4771" y="2968"/>
                    </a:lnTo>
                    <a:lnTo>
                      <a:pt x="4597" y="3026"/>
                    </a:lnTo>
                    <a:lnTo>
                      <a:pt x="4597" y="3026"/>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33"/>
              <p:cNvSpPr/>
              <p:nvPr/>
            </p:nvSpPr>
            <p:spPr>
              <a:xfrm>
                <a:off x="5140025" y="1897575"/>
                <a:ext cx="149825" cy="145475"/>
              </a:xfrm>
              <a:custGeom>
                <a:avLst/>
                <a:gdLst/>
                <a:ahLst/>
                <a:cxnLst/>
                <a:rect l="l" t="t" r="r" b="b"/>
                <a:pathLst>
                  <a:path w="5993" h="5819" extrusionOk="0">
                    <a:moveTo>
                      <a:pt x="1339" y="1"/>
                    </a:moveTo>
                    <a:lnTo>
                      <a:pt x="1" y="4248"/>
                    </a:lnTo>
                    <a:lnTo>
                      <a:pt x="4946" y="5818"/>
                    </a:lnTo>
                    <a:lnTo>
                      <a:pt x="5935" y="2677"/>
                    </a:lnTo>
                    <a:lnTo>
                      <a:pt x="5993" y="2677"/>
                    </a:lnTo>
                    <a:lnTo>
                      <a:pt x="1339" y="1"/>
                    </a:lnTo>
                    <a:close/>
                  </a:path>
                </a:pathLst>
              </a:custGeom>
              <a:solidFill>
                <a:srgbClr val="524371">
                  <a:alpha val="369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33"/>
              <p:cNvSpPr/>
              <p:nvPr/>
            </p:nvSpPr>
            <p:spPr>
              <a:xfrm>
                <a:off x="5263650" y="1964475"/>
                <a:ext cx="49475" cy="85850"/>
              </a:xfrm>
              <a:custGeom>
                <a:avLst/>
                <a:gdLst/>
                <a:ahLst/>
                <a:cxnLst/>
                <a:rect l="l" t="t" r="r" b="b"/>
                <a:pathLst>
                  <a:path w="1979" h="3434" extrusionOk="0">
                    <a:moveTo>
                      <a:pt x="1979" y="117"/>
                    </a:moveTo>
                    <a:lnTo>
                      <a:pt x="1979" y="117"/>
                    </a:lnTo>
                    <a:lnTo>
                      <a:pt x="1455" y="1"/>
                    </a:lnTo>
                    <a:lnTo>
                      <a:pt x="990" y="1"/>
                    </a:lnTo>
                    <a:lnTo>
                      <a:pt x="1" y="3142"/>
                    </a:lnTo>
                    <a:lnTo>
                      <a:pt x="932" y="3433"/>
                    </a:lnTo>
                    <a:lnTo>
                      <a:pt x="1979" y="117"/>
                    </a:lnTo>
                    <a:close/>
                  </a:path>
                </a:pathLst>
              </a:custGeom>
              <a:solidFill>
                <a:srgbClr val="524371">
                  <a:alpha val="369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33"/>
              <p:cNvSpPr/>
              <p:nvPr/>
            </p:nvSpPr>
            <p:spPr>
              <a:xfrm>
                <a:off x="5080400" y="1897575"/>
                <a:ext cx="208000" cy="309825"/>
              </a:xfrm>
              <a:custGeom>
                <a:avLst/>
                <a:gdLst/>
                <a:ahLst/>
                <a:cxnLst/>
                <a:rect l="l" t="t" r="r" b="b"/>
                <a:pathLst>
                  <a:path w="8320" h="12393" extrusionOk="0">
                    <a:moveTo>
                      <a:pt x="3084" y="1"/>
                    </a:moveTo>
                    <a:lnTo>
                      <a:pt x="8320" y="2677"/>
                    </a:lnTo>
                    <a:lnTo>
                      <a:pt x="5236" y="12392"/>
                    </a:lnTo>
                    <a:lnTo>
                      <a:pt x="1" y="9716"/>
                    </a:lnTo>
                    <a:lnTo>
                      <a:pt x="308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33"/>
              <p:cNvSpPr/>
              <p:nvPr/>
            </p:nvSpPr>
            <p:spPr>
              <a:xfrm>
                <a:off x="5262200" y="1980475"/>
                <a:ext cx="221100" cy="263275"/>
              </a:xfrm>
              <a:custGeom>
                <a:avLst/>
                <a:gdLst/>
                <a:ahLst/>
                <a:cxnLst/>
                <a:rect l="l" t="t" r="r" b="b"/>
                <a:pathLst>
                  <a:path w="8844" h="10531" extrusionOk="0">
                    <a:moveTo>
                      <a:pt x="8843" y="815"/>
                    </a:moveTo>
                    <a:lnTo>
                      <a:pt x="3084" y="1"/>
                    </a:lnTo>
                    <a:lnTo>
                      <a:pt x="1" y="9716"/>
                    </a:lnTo>
                    <a:lnTo>
                      <a:pt x="5818" y="10531"/>
                    </a:lnTo>
                    <a:lnTo>
                      <a:pt x="8843" y="815"/>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33"/>
              <p:cNvSpPr/>
              <p:nvPr/>
            </p:nvSpPr>
            <p:spPr>
              <a:xfrm>
                <a:off x="5211300" y="1964475"/>
                <a:ext cx="128000" cy="261825"/>
              </a:xfrm>
              <a:custGeom>
                <a:avLst/>
                <a:gdLst/>
                <a:ahLst/>
                <a:cxnLst/>
                <a:rect l="l" t="t" r="r" b="b"/>
                <a:pathLst>
                  <a:path w="5120" h="10473" extrusionOk="0">
                    <a:moveTo>
                      <a:pt x="3084" y="1"/>
                    </a:moveTo>
                    <a:lnTo>
                      <a:pt x="0" y="9716"/>
                    </a:lnTo>
                    <a:lnTo>
                      <a:pt x="0" y="9716"/>
                    </a:lnTo>
                    <a:lnTo>
                      <a:pt x="0" y="9716"/>
                    </a:lnTo>
                    <a:lnTo>
                      <a:pt x="175" y="9891"/>
                    </a:lnTo>
                    <a:lnTo>
                      <a:pt x="349" y="10065"/>
                    </a:lnTo>
                    <a:lnTo>
                      <a:pt x="640" y="10240"/>
                    </a:lnTo>
                    <a:lnTo>
                      <a:pt x="931" y="10356"/>
                    </a:lnTo>
                    <a:lnTo>
                      <a:pt x="931" y="10356"/>
                    </a:lnTo>
                    <a:lnTo>
                      <a:pt x="1280" y="10414"/>
                    </a:lnTo>
                    <a:lnTo>
                      <a:pt x="1571" y="10473"/>
                    </a:lnTo>
                    <a:lnTo>
                      <a:pt x="1804" y="10414"/>
                    </a:lnTo>
                    <a:lnTo>
                      <a:pt x="2037" y="10356"/>
                    </a:lnTo>
                    <a:lnTo>
                      <a:pt x="5120" y="641"/>
                    </a:lnTo>
                    <a:lnTo>
                      <a:pt x="5120" y="641"/>
                    </a:lnTo>
                    <a:lnTo>
                      <a:pt x="4887" y="699"/>
                    </a:lnTo>
                    <a:lnTo>
                      <a:pt x="4596" y="757"/>
                    </a:lnTo>
                    <a:lnTo>
                      <a:pt x="4305" y="699"/>
                    </a:lnTo>
                    <a:lnTo>
                      <a:pt x="3956" y="641"/>
                    </a:lnTo>
                    <a:lnTo>
                      <a:pt x="3956" y="641"/>
                    </a:lnTo>
                    <a:lnTo>
                      <a:pt x="3665" y="525"/>
                    </a:lnTo>
                    <a:lnTo>
                      <a:pt x="3375" y="350"/>
                    </a:lnTo>
                    <a:lnTo>
                      <a:pt x="3200" y="175"/>
                    </a:lnTo>
                    <a:lnTo>
                      <a:pt x="3084" y="1"/>
                    </a:lnTo>
                    <a:lnTo>
                      <a:pt x="308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33"/>
              <p:cNvSpPr/>
              <p:nvPr/>
            </p:nvSpPr>
            <p:spPr>
              <a:xfrm>
                <a:off x="5334925" y="2028475"/>
                <a:ext cx="21825" cy="27675"/>
              </a:xfrm>
              <a:custGeom>
                <a:avLst/>
                <a:gdLst/>
                <a:ahLst/>
                <a:cxnLst/>
                <a:rect l="l" t="t" r="r" b="b"/>
                <a:pathLst>
                  <a:path w="873" h="1107" extrusionOk="0">
                    <a:moveTo>
                      <a:pt x="291" y="1"/>
                    </a:moveTo>
                    <a:lnTo>
                      <a:pt x="233" y="59"/>
                    </a:lnTo>
                    <a:lnTo>
                      <a:pt x="175" y="408"/>
                    </a:lnTo>
                    <a:lnTo>
                      <a:pt x="117" y="466"/>
                    </a:lnTo>
                    <a:lnTo>
                      <a:pt x="117" y="524"/>
                    </a:lnTo>
                    <a:lnTo>
                      <a:pt x="58" y="699"/>
                    </a:lnTo>
                    <a:lnTo>
                      <a:pt x="0" y="815"/>
                    </a:lnTo>
                    <a:lnTo>
                      <a:pt x="0" y="990"/>
                    </a:lnTo>
                    <a:lnTo>
                      <a:pt x="0" y="1048"/>
                    </a:lnTo>
                    <a:lnTo>
                      <a:pt x="466" y="1106"/>
                    </a:lnTo>
                    <a:lnTo>
                      <a:pt x="524" y="1048"/>
                    </a:lnTo>
                    <a:lnTo>
                      <a:pt x="524" y="990"/>
                    </a:lnTo>
                    <a:lnTo>
                      <a:pt x="117" y="931"/>
                    </a:lnTo>
                    <a:lnTo>
                      <a:pt x="175" y="815"/>
                    </a:lnTo>
                    <a:lnTo>
                      <a:pt x="233" y="524"/>
                    </a:lnTo>
                    <a:lnTo>
                      <a:pt x="291" y="524"/>
                    </a:lnTo>
                    <a:lnTo>
                      <a:pt x="582" y="582"/>
                    </a:lnTo>
                    <a:lnTo>
                      <a:pt x="640" y="524"/>
                    </a:lnTo>
                    <a:lnTo>
                      <a:pt x="640" y="466"/>
                    </a:lnTo>
                    <a:lnTo>
                      <a:pt x="291" y="408"/>
                    </a:lnTo>
                    <a:lnTo>
                      <a:pt x="349" y="117"/>
                    </a:lnTo>
                    <a:lnTo>
                      <a:pt x="524" y="175"/>
                    </a:lnTo>
                    <a:lnTo>
                      <a:pt x="640" y="175"/>
                    </a:lnTo>
                    <a:lnTo>
                      <a:pt x="698" y="233"/>
                    </a:lnTo>
                    <a:lnTo>
                      <a:pt x="815" y="175"/>
                    </a:lnTo>
                    <a:lnTo>
                      <a:pt x="873" y="175"/>
                    </a:lnTo>
                    <a:lnTo>
                      <a:pt x="815" y="117"/>
                    </a:lnTo>
                    <a:lnTo>
                      <a:pt x="34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33"/>
              <p:cNvSpPr/>
              <p:nvPr/>
            </p:nvSpPr>
            <p:spPr>
              <a:xfrm>
                <a:off x="5352375" y="2032850"/>
                <a:ext cx="24750" cy="26200"/>
              </a:xfrm>
              <a:custGeom>
                <a:avLst/>
                <a:gdLst/>
                <a:ahLst/>
                <a:cxnLst/>
                <a:rect l="l" t="t" r="r" b="b"/>
                <a:pathLst>
                  <a:path w="990" h="1048" extrusionOk="0">
                    <a:moveTo>
                      <a:pt x="349" y="0"/>
                    </a:moveTo>
                    <a:lnTo>
                      <a:pt x="291" y="58"/>
                    </a:lnTo>
                    <a:lnTo>
                      <a:pt x="233" y="175"/>
                    </a:lnTo>
                    <a:lnTo>
                      <a:pt x="233" y="233"/>
                    </a:lnTo>
                    <a:lnTo>
                      <a:pt x="117" y="582"/>
                    </a:lnTo>
                    <a:lnTo>
                      <a:pt x="0" y="873"/>
                    </a:lnTo>
                    <a:lnTo>
                      <a:pt x="0" y="931"/>
                    </a:lnTo>
                    <a:lnTo>
                      <a:pt x="117" y="931"/>
                    </a:lnTo>
                    <a:lnTo>
                      <a:pt x="349" y="233"/>
                    </a:lnTo>
                    <a:lnTo>
                      <a:pt x="466" y="640"/>
                    </a:lnTo>
                    <a:lnTo>
                      <a:pt x="524" y="756"/>
                    </a:lnTo>
                    <a:lnTo>
                      <a:pt x="524" y="873"/>
                    </a:lnTo>
                    <a:lnTo>
                      <a:pt x="524" y="931"/>
                    </a:lnTo>
                    <a:lnTo>
                      <a:pt x="582" y="989"/>
                    </a:lnTo>
                    <a:lnTo>
                      <a:pt x="582" y="1047"/>
                    </a:lnTo>
                    <a:lnTo>
                      <a:pt x="699" y="1047"/>
                    </a:lnTo>
                    <a:lnTo>
                      <a:pt x="757" y="989"/>
                    </a:lnTo>
                    <a:lnTo>
                      <a:pt x="757" y="815"/>
                    </a:lnTo>
                    <a:lnTo>
                      <a:pt x="989" y="117"/>
                    </a:lnTo>
                    <a:lnTo>
                      <a:pt x="989" y="58"/>
                    </a:lnTo>
                    <a:lnTo>
                      <a:pt x="931" y="0"/>
                    </a:lnTo>
                    <a:lnTo>
                      <a:pt x="815" y="175"/>
                    </a:lnTo>
                    <a:lnTo>
                      <a:pt x="640" y="815"/>
                    </a:lnTo>
                    <a:lnTo>
                      <a:pt x="582" y="582"/>
                    </a:lnTo>
                    <a:lnTo>
                      <a:pt x="524" y="349"/>
                    </a:lnTo>
                    <a:lnTo>
                      <a:pt x="408" y="117"/>
                    </a:lnTo>
                    <a:lnTo>
                      <a:pt x="34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33"/>
              <p:cNvSpPr/>
              <p:nvPr/>
            </p:nvSpPr>
            <p:spPr>
              <a:xfrm>
                <a:off x="5377100" y="2035750"/>
                <a:ext cx="21850" cy="26200"/>
              </a:xfrm>
              <a:custGeom>
                <a:avLst/>
                <a:gdLst/>
                <a:ahLst/>
                <a:cxnLst/>
                <a:rect l="l" t="t" r="r" b="b"/>
                <a:pathLst>
                  <a:path w="874" h="1048" extrusionOk="0">
                    <a:moveTo>
                      <a:pt x="466" y="1"/>
                    </a:moveTo>
                    <a:lnTo>
                      <a:pt x="291" y="117"/>
                    </a:lnTo>
                    <a:lnTo>
                      <a:pt x="117" y="233"/>
                    </a:lnTo>
                    <a:lnTo>
                      <a:pt x="0" y="466"/>
                    </a:lnTo>
                    <a:lnTo>
                      <a:pt x="0" y="640"/>
                    </a:lnTo>
                    <a:lnTo>
                      <a:pt x="0" y="815"/>
                    </a:lnTo>
                    <a:lnTo>
                      <a:pt x="59" y="931"/>
                    </a:lnTo>
                    <a:lnTo>
                      <a:pt x="175" y="990"/>
                    </a:lnTo>
                    <a:lnTo>
                      <a:pt x="291" y="990"/>
                    </a:lnTo>
                    <a:lnTo>
                      <a:pt x="408" y="931"/>
                    </a:lnTo>
                    <a:lnTo>
                      <a:pt x="408" y="1048"/>
                    </a:lnTo>
                    <a:lnTo>
                      <a:pt x="524" y="1048"/>
                    </a:lnTo>
                    <a:lnTo>
                      <a:pt x="582" y="873"/>
                    </a:lnTo>
                    <a:lnTo>
                      <a:pt x="640" y="699"/>
                    </a:lnTo>
                    <a:lnTo>
                      <a:pt x="640" y="640"/>
                    </a:lnTo>
                    <a:lnTo>
                      <a:pt x="640" y="582"/>
                    </a:lnTo>
                    <a:lnTo>
                      <a:pt x="640" y="524"/>
                    </a:lnTo>
                    <a:lnTo>
                      <a:pt x="582" y="466"/>
                    </a:lnTo>
                    <a:lnTo>
                      <a:pt x="408" y="466"/>
                    </a:lnTo>
                    <a:lnTo>
                      <a:pt x="349" y="524"/>
                    </a:lnTo>
                    <a:lnTo>
                      <a:pt x="349" y="582"/>
                    </a:lnTo>
                    <a:lnTo>
                      <a:pt x="466" y="582"/>
                    </a:lnTo>
                    <a:lnTo>
                      <a:pt x="466" y="640"/>
                    </a:lnTo>
                    <a:lnTo>
                      <a:pt x="524" y="640"/>
                    </a:lnTo>
                    <a:lnTo>
                      <a:pt x="466" y="757"/>
                    </a:lnTo>
                    <a:lnTo>
                      <a:pt x="408" y="873"/>
                    </a:lnTo>
                    <a:lnTo>
                      <a:pt x="175" y="873"/>
                    </a:lnTo>
                    <a:lnTo>
                      <a:pt x="117" y="757"/>
                    </a:lnTo>
                    <a:lnTo>
                      <a:pt x="117" y="640"/>
                    </a:lnTo>
                    <a:lnTo>
                      <a:pt x="117" y="524"/>
                    </a:lnTo>
                    <a:lnTo>
                      <a:pt x="233" y="350"/>
                    </a:lnTo>
                    <a:lnTo>
                      <a:pt x="349" y="233"/>
                    </a:lnTo>
                    <a:lnTo>
                      <a:pt x="466" y="117"/>
                    </a:lnTo>
                    <a:lnTo>
                      <a:pt x="582" y="117"/>
                    </a:lnTo>
                    <a:lnTo>
                      <a:pt x="699" y="175"/>
                    </a:lnTo>
                    <a:lnTo>
                      <a:pt x="757" y="233"/>
                    </a:lnTo>
                    <a:lnTo>
                      <a:pt x="815" y="175"/>
                    </a:lnTo>
                    <a:lnTo>
                      <a:pt x="873" y="117"/>
                    </a:lnTo>
                    <a:lnTo>
                      <a:pt x="815" y="117"/>
                    </a:lnTo>
                    <a:lnTo>
                      <a:pt x="815" y="59"/>
                    </a:lnTo>
                    <a:lnTo>
                      <a:pt x="64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33"/>
              <p:cNvSpPr/>
              <p:nvPr/>
            </p:nvSpPr>
            <p:spPr>
              <a:xfrm>
                <a:off x="5393100" y="2037200"/>
                <a:ext cx="13100" cy="26200"/>
              </a:xfrm>
              <a:custGeom>
                <a:avLst/>
                <a:gdLst/>
                <a:ahLst/>
                <a:cxnLst/>
                <a:rect l="l" t="t" r="r" b="b"/>
                <a:pathLst>
                  <a:path w="524" h="1048" extrusionOk="0">
                    <a:moveTo>
                      <a:pt x="291" y="1"/>
                    </a:moveTo>
                    <a:lnTo>
                      <a:pt x="59" y="641"/>
                    </a:lnTo>
                    <a:lnTo>
                      <a:pt x="59" y="815"/>
                    </a:lnTo>
                    <a:lnTo>
                      <a:pt x="0" y="932"/>
                    </a:lnTo>
                    <a:lnTo>
                      <a:pt x="0" y="990"/>
                    </a:lnTo>
                    <a:lnTo>
                      <a:pt x="291" y="1048"/>
                    </a:lnTo>
                    <a:lnTo>
                      <a:pt x="466" y="1048"/>
                    </a:lnTo>
                    <a:lnTo>
                      <a:pt x="524" y="990"/>
                    </a:lnTo>
                    <a:lnTo>
                      <a:pt x="524" y="932"/>
                    </a:lnTo>
                    <a:lnTo>
                      <a:pt x="233" y="932"/>
                    </a:lnTo>
                    <a:lnTo>
                      <a:pt x="175" y="873"/>
                    </a:lnTo>
                    <a:lnTo>
                      <a:pt x="175" y="757"/>
                    </a:lnTo>
                    <a:lnTo>
                      <a:pt x="233" y="582"/>
                    </a:lnTo>
                    <a:lnTo>
                      <a:pt x="349" y="292"/>
                    </a:lnTo>
                    <a:lnTo>
                      <a:pt x="466" y="59"/>
                    </a:lnTo>
                    <a:lnTo>
                      <a:pt x="46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33"/>
              <p:cNvSpPr/>
              <p:nvPr/>
            </p:nvSpPr>
            <p:spPr>
              <a:xfrm>
                <a:off x="5410550" y="2040125"/>
                <a:ext cx="10200" cy="24750"/>
              </a:xfrm>
              <a:custGeom>
                <a:avLst/>
                <a:gdLst/>
                <a:ahLst/>
                <a:cxnLst/>
                <a:rect l="l" t="t" r="r" b="b"/>
                <a:pathLst>
                  <a:path w="408" h="990" extrusionOk="0">
                    <a:moveTo>
                      <a:pt x="291" y="0"/>
                    </a:moveTo>
                    <a:lnTo>
                      <a:pt x="291" y="58"/>
                    </a:lnTo>
                    <a:lnTo>
                      <a:pt x="117" y="582"/>
                    </a:lnTo>
                    <a:lnTo>
                      <a:pt x="0" y="931"/>
                    </a:lnTo>
                    <a:lnTo>
                      <a:pt x="0" y="989"/>
                    </a:lnTo>
                    <a:lnTo>
                      <a:pt x="59" y="989"/>
                    </a:lnTo>
                    <a:lnTo>
                      <a:pt x="117" y="931"/>
                    </a:lnTo>
                    <a:lnTo>
                      <a:pt x="233" y="582"/>
                    </a:lnTo>
                    <a:lnTo>
                      <a:pt x="408" y="58"/>
                    </a:lnTo>
                    <a:lnTo>
                      <a:pt x="40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33"/>
              <p:cNvSpPr/>
              <p:nvPr/>
            </p:nvSpPr>
            <p:spPr>
              <a:xfrm>
                <a:off x="5419275" y="2041575"/>
                <a:ext cx="21850" cy="24750"/>
              </a:xfrm>
              <a:custGeom>
                <a:avLst/>
                <a:gdLst/>
                <a:ahLst/>
                <a:cxnLst/>
                <a:rect l="l" t="t" r="r" b="b"/>
                <a:pathLst>
                  <a:path w="874" h="990" extrusionOk="0">
                    <a:moveTo>
                      <a:pt x="350" y="0"/>
                    </a:moveTo>
                    <a:lnTo>
                      <a:pt x="233" y="117"/>
                    </a:lnTo>
                    <a:lnTo>
                      <a:pt x="175" y="175"/>
                    </a:lnTo>
                    <a:lnTo>
                      <a:pt x="175" y="291"/>
                    </a:lnTo>
                    <a:lnTo>
                      <a:pt x="175" y="407"/>
                    </a:lnTo>
                    <a:lnTo>
                      <a:pt x="408" y="466"/>
                    </a:lnTo>
                    <a:lnTo>
                      <a:pt x="524" y="524"/>
                    </a:lnTo>
                    <a:lnTo>
                      <a:pt x="582" y="640"/>
                    </a:lnTo>
                    <a:lnTo>
                      <a:pt x="582" y="698"/>
                    </a:lnTo>
                    <a:lnTo>
                      <a:pt x="466" y="873"/>
                    </a:lnTo>
                    <a:lnTo>
                      <a:pt x="350" y="873"/>
                    </a:lnTo>
                    <a:lnTo>
                      <a:pt x="233" y="815"/>
                    </a:lnTo>
                    <a:lnTo>
                      <a:pt x="175" y="815"/>
                    </a:lnTo>
                    <a:lnTo>
                      <a:pt x="117" y="757"/>
                    </a:lnTo>
                    <a:lnTo>
                      <a:pt x="59" y="757"/>
                    </a:lnTo>
                    <a:lnTo>
                      <a:pt x="1" y="815"/>
                    </a:lnTo>
                    <a:lnTo>
                      <a:pt x="59" y="931"/>
                    </a:lnTo>
                    <a:lnTo>
                      <a:pt x="175" y="989"/>
                    </a:lnTo>
                    <a:lnTo>
                      <a:pt x="524" y="989"/>
                    </a:lnTo>
                    <a:lnTo>
                      <a:pt x="640" y="873"/>
                    </a:lnTo>
                    <a:lnTo>
                      <a:pt x="699" y="698"/>
                    </a:lnTo>
                    <a:lnTo>
                      <a:pt x="757" y="582"/>
                    </a:lnTo>
                    <a:lnTo>
                      <a:pt x="699" y="524"/>
                    </a:lnTo>
                    <a:lnTo>
                      <a:pt x="524" y="407"/>
                    </a:lnTo>
                    <a:lnTo>
                      <a:pt x="350" y="349"/>
                    </a:lnTo>
                    <a:lnTo>
                      <a:pt x="350" y="291"/>
                    </a:lnTo>
                    <a:lnTo>
                      <a:pt x="350" y="175"/>
                    </a:lnTo>
                    <a:lnTo>
                      <a:pt x="408" y="117"/>
                    </a:lnTo>
                    <a:lnTo>
                      <a:pt x="582" y="117"/>
                    </a:lnTo>
                    <a:lnTo>
                      <a:pt x="699" y="175"/>
                    </a:lnTo>
                    <a:lnTo>
                      <a:pt x="873" y="175"/>
                    </a:lnTo>
                    <a:lnTo>
                      <a:pt x="873" y="117"/>
                    </a:lnTo>
                    <a:lnTo>
                      <a:pt x="815" y="58"/>
                    </a:lnTo>
                    <a:lnTo>
                      <a:pt x="64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33"/>
              <p:cNvSpPr/>
              <p:nvPr/>
            </p:nvSpPr>
            <p:spPr>
              <a:xfrm>
                <a:off x="5438175" y="2043025"/>
                <a:ext cx="21850" cy="27650"/>
              </a:xfrm>
              <a:custGeom>
                <a:avLst/>
                <a:gdLst/>
                <a:ahLst/>
                <a:cxnLst/>
                <a:rect l="l" t="t" r="r" b="b"/>
                <a:pathLst>
                  <a:path w="874" h="1106" extrusionOk="0">
                    <a:moveTo>
                      <a:pt x="350" y="0"/>
                    </a:moveTo>
                    <a:lnTo>
                      <a:pt x="292" y="59"/>
                    </a:lnTo>
                    <a:lnTo>
                      <a:pt x="117" y="582"/>
                    </a:lnTo>
                    <a:lnTo>
                      <a:pt x="1" y="989"/>
                    </a:lnTo>
                    <a:lnTo>
                      <a:pt x="59" y="1048"/>
                    </a:lnTo>
                    <a:lnTo>
                      <a:pt x="117" y="1048"/>
                    </a:lnTo>
                    <a:lnTo>
                      <a:pt x="117" y="989"/>
                    </a:lnTo>
                    <a:lnTo>
                      <a:pt x="233" y="582"/>
                    </a:lnTo>
                    <a:lnTo>
                      <a:pt x="466" y="640"/>
                    </a:lnTo>
                    <a:lnTo>
                      <a:pt x="641" y="640"/>
                    </a:lnTo>
                    <a:lnTo>
                      <a:pt x="466" y="1048"/>
                    </a:lnTo>
                    <a:lnTo>
                      <a:pt x="524" y="1106"/>
                    </a:lnTo>
                    <a:lnTo>
                      <a:pt x="583" y="1106"/>
                    </a:lnTo>
                    <a:lnTo>
                      <a:pt x="583" y="1048"/>
                    </a:lnTo>
                    <a:lnTo>
                      <a:pt x="699" y="699"/>
                    </a:lnTo>
                    <a:lnTo>
                      <a:pt x="873" y="117"/>
                    </a:lnTo>
                    <a:lnTo>
                      <a:pt x="873" y="59"/>
                    </a:lnTo>
                    <a:lnTo>
                      <a:pt x="815" y="59"/>
                    </a:lnTo>
                    <a:lnTo>
                      <a:pt x="757" y="117"/>
                    </a:lnTo>
                    <a:lnTo>
                      <a:pt x="699" y="291"/>
                    </a:lnTo>
                    <a:lnTo>
                      <a:pt x="641" y="524"/>
                    </a:lnTo>
                    <a:lnTo>
                      <a:pt x="524" y="524"/>
                    </a:lnTo>
                    <a:lnTo>
                      <a:pt x="292" y="466"/>
                    </a:lnTo>
                    <a:lnTo>
                      <a:pt x="408" y="59"/>
                    </a:lnTo>
                    <a:lnTo>
                      <a:pt x="35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33"/>
              <p:cNvSpPr/>
              <p:nvPr/>
            </p:nvSpPr>
            <p:spPr>
              <a:xfrm>
                <a:off x="5323275" y="2070650"/>
                <a:ext cx="23300" cy="24750"/>
              </a:xfrm>
              <a:custGeom>
                <a:avLst/>
                <a:gdLst/>
                <a:ahLst/>
                <a:cxnLst/>
                <a:rect l="l" t="t" r="r" b="b"/>
                <a:pathLst>
                  <a:path w="932" h="990" extrusionOk="0">
                    <a:moveTo>
                      <a:pt x="466" y="1"/>
                    </a:moveTo>
                    <a:lnTo>
                      <a:pt x="292" y="59"/>
                    </a:lnTo>
                    <a:lnTo>
                      <a:pt x="117" y="233"/>
                    </a:lnTo>
                    <a:lnTo>
                      <a:pt x="1" y="466"/>
                    </a:lnTo>
                    <a:lnTo>
                      <a:pt x="1" y="699"/>
                    </a:lnTo>
                    <a:lnTo>
                      <a:pt x="59" y="873"/>
                    </a:lnTo>
                    <a:lnTo>
                      <a:pt x="117" y="932"/>
                    </a:lnTo>
                    <a:lnTo>
                      <a:pt x="234" y="990"/>
                    </a:lnTo>
                    <a:lnTo>
                      <a:pt x="350" y="990"/>
                    </a:lnTo>
                    <a:lnTo>
                      <a:pt x="641" y="932"/>
                    </a:lnTo>
                    <a:lnTo>
                      <a:pt x="699" y="873"/>
                    </a:lnTo>
                    <a:lnTo>
                      <a:pt x="641" y="815"/>
                    </a:lnTo>
                    <a:lnTo>
                      <a:pt x="583" y="815"/>
                    </a:lnTo>
                    <a:lnTo>
                      <a:pt x="292" y="873"/>
                    </a:lnTo>
                    <a:lnTo>
                      <a:pt x="175" y="815"/>
                    </a:lnTo>
                    <a:lnTo>
                      <a:pt x="117" y="641"/>
                    </a:lnTo>
                    <a:lnTo>
                      <a:pt x="175" y="466"/>
                    </a:lnTo>
                    <a:lnTo>
                      <a:pt x="234" y="292"/>
                    </a:lnTo>
                    <a:lnTo>
                      <a:pt x="350" y="175"/>
                    </a:lnTo>
                    <a:lnTo>
                      <a:pt x="466" y="117"/>
                    </a:lnTo>
                    <a:lnTo>
                      <a:pt x="641" y="117"/>
                    </a:lnTo>
                    <a:lnTo>
                      <a:pt x="815" y="175"/>
                    </a:lnTo>
                    <a:lnTo>
                      <a:pt x="874" y="175"/>
                    </a:lnTo>
                    <a:lnTo>
                      <a:pt x="932" y="117"/>
                    </a:lnTo>
                    <a:lnTo>
                      <a:pt x="874" y="59"/>
                    </a:lnTo>
                    <a:lnTo>
                      <a:pt x="64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33"/>
              <p:cNvSpPr/>
              <p:nvPr/>
            </p:nvSpPr>
            <p:spPr>
              <a:xfrm>
                <a:off x="5346550" y="2073575"/>
                <a:ext cx="20400" cy="24750"/>
              </a:xfrm>
              <a:custGeom>
                <a:avLst/>
                <a:gdLst/>
                <a:ahLst/>
                <a:cxnLst/>
                <a:rect l="l" t="t" r="r" b="b"/>
                <a:pathLst>
                  <a:path w="816" h="990" extrusionOk="0">
                    <a:moveTo>
                      <a:pt x="641" y="116"/>
                    </a:moveTo>
                    <a:lnTo>
                      <a:pt x="699" y="233"/>
                    </a:lnTo>
                    <a:lnTo>
                      <a:pt x="641" y="466"/>
                    </a:lnTo>
                    <a:lnTo>
                      <a:pt x="582" y="698"/>
                    </a:lnTo>
                    <a:lnTo>
                      <a:pt x="466" y="815"/>
                    </a:lnTo>
                    <a:lnTo>
                      <a:pt x="292" y="873"/>
                    </a:lnTo>
                    <a:lnTo>
                      <a:pt x="175" y="815"/>
                    </a:lnTo>
                    <a:lnTo>
                      <a:pt x="117" y="698"/>
                    </a:lnTo>
                    <a:lnTo>
                      <a:pt x="117" y="582"/>
                    </a:lnTo>
                    <a:lnTo>
                      <a:pt x="175" y="407"/>
                    </a:lnTo>
                    <a:lnTo>
                      <a:pt x="233" y="233"/>
                    </a:lnTo>
                    <a:lnTo>
                      <a:pt x="350" y="116"/>
                    </a:lnTo>
                    <a:close/>
                    <a:moveTo>
                      <a:pt x="408" y="0"/>
                    </a:moveTo>
                    <a:lnTo>
                      <a:pt x="233" y="58"/>
                    </a:lnTo>
                    <a:lnTo>
                      <a:pt x="117" y="175"/>
                    </a:lnTo>
                    <a:lnTo>
                      <a:pt x="1" y="407"/>
                    </a:lnTo>
                    <a:lnTo>
                      <a:pt x="1" y="640"/>
                    </a:lnTo>
                    <a:lnTo>
                      <a:pt x="1" y="873"/>
                    </a:lnTo>
                    <a:lnTo>
                      <a:pt x="117" y="931"/>
                    </a:lnTo>
                    <a:lnTo>
                      <a:pt x="233" y="989"/>
                    </a:lnTo>
                    <a:lnTo>
                      <a:pt x="350" y="989"/>
                    </a:lnTo>
                    <a:lnTo>
                      <a:pt x="466" y="931"/>
                    </a:lnTo>
                    <a:lnTo>
                      <a:pt x="641" y="756"/>
                    </a:lnTo>
                    <a:lnTo>
                      <a:pt x="815" y="524"/>
                    </a:lnTo>
                    <a:lnTo>
                      <a:pt x="815" y="233"/>
                    </a:lnTo>
                    <a:lnTo>
                      <a:pt x="757" y="58"/>
                    </a:lnTo>
                    <a:lnTo>
                      <a:pt x="69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33"/>
              <p:cNvSpPr/>
              <p:nvPr/>
            </p:nvSpPr>
            <p:spPr>
              <a:xfrm>
                <a:off x="5368375" y="2075025"/>
                <a:ext cx="23300" cy="26200"/>
              </a:xfrm>
              <a:custGeom>
                <a:avLst/>
                <a:gdLst/>
                <a:ahLst/>
                <a:cxnLst/>
                <a:rect l="l" t="t" r="r" b="b"/>
                <a:pathLst>
                  <a:path w="932" h="1048" extrusionOk="0">
                    <a:moveTo>
                      <a:pt x="233" y="0"/>
                    </a:moveTo>
                    <a:lnTo>
                      <a:pt x="175" y="58"/>
                    </a:lnTo>
                    <a:lnTo>
                      <a:pt x="59" y="408"/>
                    </a:lnTo>
                    <a:lnTo>
                      <a:pt x="0" y="582"/>
                    </a:lnTo>
                    <a:lnTo>
                      <a:pt x="0" y="757"/>
                    </a:lnTo>
                    <a:lnTo>
                      <a:pt x="117" y="989"/>
                    </a:lnTo>
                    <a:lnTo>
                      <a:pt x="291" y="1047"/>
                    </a:lnTo>
                    <a:lnTo>
                      <a:pt x="466" y="1047"/>
                    </a:lnTo>
                    <a:lnTo>
                      <a:pt x="640" y="931"/>
                    </a:lnTo>
                    <a:lnTo>
                      <a:pt x="698" y="815"/>
                    </a:lnTo>
                    <a:lnTo>
                      <a:pt x="757" y="757"/>
                    </a:lnTo>
                    <a:lnTo>
                      <a:pt x="757" y="698"/>
                    </a:lnTo>
                    <a:lnTo>
                      <a:pt x="815" y="524"/>
                    </a:lnTo>
                    <a:lnTo>
                      <a:pt x="873" y="408"/>
                    </a:lnTo>
                    <a:lnTo>
                      <a:pt x="931" y="117"/>
                    </a:lnTo>
                    <a:lnTo>
                      <a:pt x="873" y="58"/>
                    </a:lnTo>
                    <a:lnTo>
                      <a:pt x="815" y="117"/>
                    </a:lnTo>
                    <a:lnTo>
                      <a:pt x="815" y="175"/>
                    </a:lnTo>
                    <a:lnTo>
                      <a:pt x="757" y="408"/>
                    </a:lnTo>
                    <a:lnTo>
                      <a:pt x="698" y="640"/>
                    </a:lnTo>
                    <a:lnTo>
                      <a:pt x="640" y="640"/>
                    </a:lnTo>
                    <a:lnTo>
                      <a:pt x="582" y="815"/>
                    </a:lnTo>
                    <a:lnTo>
                      <a:pt x="466" y="931"/>
                    </a:lnTo>
                    <a:lnTo>
                      <a:pt x="349" y="931"/>
                    </a:lnTo>
                    <a:lnTo>
                      <a:pt x="233" y="873"/>
                    </a:lnTo>
                    <a:lnTo>
                      <a:pt x="175" y="698"/>
                    </a:lnTo>
                    <a:lnTo>
                      <a:pt x="175" y="582"/>
                    </a:lnTo>
                    <a:lnTo>
                      <a:pt x="175" y="408"/>
                    </a:lnTo>
                    <a:lnTo>
                      <a:pt x="349" y="58"/>
                    </a:lnTo>
                    <a:lnTo>
                      <a:pt x="29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33"/>
              <p:cNvSpPr/>
              <p:nvPr/>
            </p:nvSpPr>
            <p:spPr>
              <a:xfrm>
                <a:off x="5388725" y="2079375"/>
                <a:ext cx="21850" cy="26200"/>
              </a:xfrm>
              <a:custGeom>
                <a:avLst/>
                <a:gdLst/>
                <a:ahLst/>
                <a:cxnLst/>
                <a:rect l="l" t="t" r="r" b="b"/>
                <a:pathLst>
                  <a:path w="874" h="1048" extrusionOk="0">
                    <a:moveTo>
                      <a:pt x="524" y="117"/>
                    </a:moveTo>
                    <a:lnTo>
                      <a:pt x="699" y="175"/>
                    </a:lnTo>
                    <a:lnTo>
                      <a:pt x="699" y="234"/>
                    </a:lnTo>
                    <a:lnTo>
                      <a:pt x="699" y="292"/>
                    </a:lnTo>
                    <a:lnTo>
                      <a:pt x="641" y="350"/>
                    </a:lnTo>
                    <a:lnTo>
                      <a:pt x="524" y="408"/>
                    </a:lnTo>
                    <a:lnTo>
                      <a:pt x="234" y="466"/>
                    </a:lnTo>
                    <a:lnTo>
                      <a:pt x="350" y="117"/>
                    </a:lnTo>
                    <a:close/>
                    <a:moveTo>
                      <a:pt x="408" y="1"/>
                    </a:moveTo>
                    <a:lnTo>
                      <a:pt x="292" y="59"/>
                    </a:lnTo>
                    <a:lnTo>
                      <a:pt x="234" y="117"/>
                    </a:lnTo>
                    <a:lnTo>
                      <a:pt x="117" y="524"/>
                    </a:lnTo>
                    <a:lnTo>
                      <a:pt x="1" y="932"/>
                    </a:lnTo>
                    <a:lnTo>
                      <a:pt x="1" y="990"/>
                    </a:lnTo>
                    <a:lnTo>
                      <a:pt x="59" y="990"/>
                    </a:lnTo>
                    <a:lnTo>
                      <a:pt x="117" y="932"/>
                    </a:lnTo>
                    <a:lnTo>
                      <a:pt x="175" y="641"/>
                    </a:lnTo>
                    <a:lnTo>
                      <a:pt x="408" y="815"/>
                    </a:lnTo>
                    <a:lnTo>
                      <a:pt x="466" y="990"/>
                    </a:lnTo>
                    <a:lnTo>
                      <a:pt x="524" y="1048"/>
                    </a:lnTo>
                    <a:lnTo>
                      <a:pt x="583" y="1048"/>
                    </a:lnTo>
                    <a:lnTo>
                      <a:pt x="583" y="990"/>
                    </a:lnTo>
                    <a:lnTo>
                      <a:pt x="583" y="932"/>
                    </a:lnTo>
                    <a:lnTo>
                      <a:pt x="524" y="815"/>
                    </a:lnTo>
                    <a:lnTo>
                      <a:pt x="350" y="524"/>
                    </a:lnTo>
                    <a:lnTo>
                      <a:pt x="524" y="466"/>
                    </a:lnTo>
                    <a:lnTo>
                      <a:pt x="757" y="408"/>
                    </a:lnTo>
                    <a:lnTo>
                      <a:pt x="873" y="234"/>
                    </a:lnTo>
                    <a:lnTo>
                      <a:pt x="815" y="117"/>
                    </a:lnTo>
                    <a:lnTo>
                      <a:pt x="75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33"/>
              <p:cNvSpPr/>
              <p:nvPr/>
            </p:nvSpPr>
            <p:spPr>
              <a:xfrm>
                <a:off x="5407650" y="2080850"/>
                <a:ext cx="21825" cy="26200"/>
              </a:xfrm>
              <a:custGeom>
                <a:avLst/>
                <a:gdLst/>
                <a:ahLst/>
                <a:cxnLst/>
                <a:rect l="l" t="t" r="r" b="b"/>
                <a:pathLst>
                  <a:path w="873" h="1048" extrusionOk="0">
                    <a:moveTo>
                      <a:pt x="466" y="0"/>
                    </a:moveTo>
                    <a:lnTo>
                      <a:pt x="349" y="58"/>
                    </a:lnTo>
                    <a:lnTo>
                      <a:pt x="233" y="116"/>
                    </a:lnTo>
                    <a:lnTo>
                      <a:pt x="175" y="233"/>
                    </a:lnTo>
                    <a:lnTo>
                      <a:pt x="175" y="349"/>
                    </a:lnTo>
                    <a:lnTo>
                      <a:pt x="233" y="407"/>
                    </a:lnTo>
                    <a:lnTo>
                      <a:pt x="407" y="524"/>
                    </a:lnTo>
                    <a:lnTo>
                      <a:pt x="524" y="582"/>
                    </a:lnTo>
                    <a:lnTo>
                      <a:pt x="582" y="640"/>
                    </a:lnTo>
                    <a:lnTo>
                      <a:pt x="582" y="756"/>
                    </a:lnTo>
                    <a:lnTo>
                      <a:pt x="466" y="873"/>
                    </a:lnTo>
                    <a:lnTo>
                      <a:pt x="349" y="931"/>
                    </a:lnTo>
                    <a:lnTo>
                      <a:pt x="233" y="873"/>
                    </a:lnTo>
                    <a:lnTo>
                      <a:pt x="175" y="814"/>
                    </a:lnTo>
                    <a:lnTo>
                      <a:pt x="0" y="814"/>
                    </a:lnTo>
                    <a:lnTo>
                      <a:pt x="0" y="873"/>
                    </a:lnTo>
                    <a:lnTo>
                      <a:pt x="58" y="931"/>
                    </a:lnTo>
                    <a:lnTo>
                      <a:pt x="175" y="1047"/>
                    </a:lnTo>
                    <a:lnTo>
                      <a:pt x="524" y="1047"/>
                    </a:lnTo>
                    <a:lnTo>
                      <a:pt x="640" y="931"/>
                    </a:lnTo>
                    <a:lnTo>
                      <a:pt x="698" y="756"/>
                    </a:lnTo>
                    <a:lnTo>
                      <a:pt x="756" y="640"/>
                    </a:lnTo>
                    <a:lnTo>
                      <a:pt x="698" y="524"/>
                    </a:lnTo>
                    <a:lnTo>
                      <a:pt x="524" y="465"/>
                    </a:lnTo>
                    <a:lnTo>
                      <a:pt x="407" y="349"/>
                    </a:lnTo>
                    <a:lnTo>
                      <a:pt x="349" y="291"/>
                    </a:lnTo>
                    <a:lnTo>
                      <a:pt x="349" y="233"/>
                    </a:lnTo>
                    <a:lnTo>
                      <a:pt x="407" y="175"/>
                    </a:lnTo>
                    <a:lnTo>
                      <a:pt x="582" y="116"/>
                    </a:lnTo>
                    <a:lnTo>
                      <a:pt x="698" y="175"/>
                    </a:lnTo>
                    <a:lnTo>
                      <a:pt x="815" y="233"/>
                    </a:lnTo>
                    <a:lnTo>
                      <a:pt x="873" y="175"/>
                    </a:lnTo>
                    <a:lnTo>
                      <a:pt x="873" y="116"/>
                    </a:lnTo>
                    <a:lnTo>
                      <a:pt x="815" y="116"/>
                    </a:lnTo>
                    <a:lnTo>
                      <a:pt x="640" y="58"/>
                    </a:lnTo>
                    <a:lnTo>
                      <a:pt x="46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33"/>
              <p:cNvSpPr/>
              <p:nvPr/>
            </p:nvSpPr>
            <p:spPr>
              <a:xfrm>
                <a:off x="5426550" y="2083750"/>
                <a:ext cx="21850" cy="26200"/>
              </a:xfrm>
              <a:custGeom>
                <a:avLst/>
                <a:gdLst/>
                <a:ahLst/>
                <a:cxnLst/>
                <a:rect l="l" t="t" r="r" b="b"/>
                <a:pathLst>
                  <a:path w="874" h="1048" extrusionOk="0">
                    <a:moveTo>
                      <a:pt x="291" y="0"/>
                    </a:moveTo>
                    <a:lnTo>
                      <a:pt x="291" y="59"/>
                    </a:lnTo>
                    <a:lnTo>
                      <a:pt x="175" y="349"/>
                    </a:lnTo>
                    <a:lnTo>
                      <a:pt x="117" y="408"/>
                    </a:lnTo>
                    <a:lnTo>
                      <a:pt x="117" y="466"/>
                    </a:lnTo>
                    <a:lnTo>
                      <a:pt x="59" y="698"/>
                    </a:lnTo>
                    <a:lnTo>
                      <a:pt x="59" y="815"/>
                    </a:lnTo>
                    <a:lnTo>
                      <a:pt x="0" y="931"/>
                    </a:lnTo>
                    <a:lnTo>
                      <a:pt x="0" y="989"/>
                    </a:lnTo>
                    <a:lnTo>
                      <a:pt x="59" y="989"/>
                    </a:lnTo>
                    <a:lnTo>
                      <a:pt x="466" y="1048"/>
                    </a:lnTo>
                    <a:lnTo>
                      <a:pt x="524" y="1048"/>
                    </a:lnTo>
                    <a:lnTo>
                      <a:pt x="582" y="989"/>
                    </a:lnTo>
                    <a:lnTo>
                      <a:pt x="524" y="931"/>
                    </a:lnTo>
                    <a:lnTo>
                      <a:pt x="117" y="873"/>
                    </a:lnTo>
                    <a:lnTo>
                      <a:pt x="175" y="757"/>
                    </a:lnTo>
                    <a:lnTo>
                      <a:pt x="291" y="524"/>
                    </a:lnTo>
                    <a:lnTo>
                      <a:pt x="640" y="524"/>
                    </a:lnTo>
                    <a:lnTo>
                      <a:pt x="698" y="466"/>
                    </a:lnTo>
                    <a:lnTo>
                      <a:pt x="640" y="408"/>
                    </a:lnTo>
                    <a:lnTo>
                      <a:pt x="291" y="408"/>
                    </a:lnTo>
                    <a:lnTo>
                      <a:pt x="349" y="117"/>
                    </a:lnTo>
                    <a:lnTo>
                      <a:pt x="524" y="175"/>
                    </a:lnTo>
                    <a:lnTo>
                      <a:pt x="815" y="175"/>
                    </a:lnTo>
                    <a:lnTo>
                      <a:pt x="873" y="117"/>
                    </a:lnTo>
                    <a:lnTo>
                      <a:pt x="873" y="59"/>
                    </a:lnTo>
                    <a:lnTo>
                      <a:pt x="34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33"/>
              <p:cNvSpPr/>
              <p:nvPr/>
            </p:nvSpPr>
            <p:spPr>
              <a:xfrm>
                <a:off x="5288375" y="2114300"/>
                <a:ext cx="144025" cy="97450"/>
              </a:xfrm>
              <a:custGeom>
                <a:avLst/>
                <a:gdLst/>
                <a:ahLst/>
                <a:cxnLst/>
                <a:rect l="l" t="t" r="r" b="b"/>
                <a:pathLst>
                  <a:path w="5761" h="3898" extrusionOk="0">
                    <a:moveTo>
                      <a:pt x="1048" y="0"/>
                    </a:moveTo>
                    <a:lnTo>
                      <a:pt x="5760" y="640"/>
                    </a:lnTo>
                    <a:lnTo>
                      <a:pt x="4771" y="3898"/>
                    </a:lnTo>
                    <a:lnTo>
                      <a:pt x="1" y="3258"/>
                    </a:lnTo>
                    <a:lnTo>
                      <a:pt x="1048" y="0"/>
                    </a:lnTo>
                    <a:close/>
                  </a:path>
                </a:pathLst>
              </a:custGeom>
              <a:solidFill>
                <a:srgbClr val="0036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33"/>
              <p:cNvSpPr/>
              <p:nvPr/>
            </p:nvSpPr>
            <p:spPr>
              <a:xfrm>
                <a:off x="5288375" y="2114300"/>
                <a:ext cx="144025" cy="97450"/>
              </a:xfrm>
              <a:custGeom>
                <a:avLst/>
                <a:gdLst/>
                <a:ahLst/>
                <a:cxnLst/>
                <a:rect l="l" t="t" r="r" b="b"/>
                <a:pathLst>
                  <a:path w="5761" h="3898" extrusionOk="0">
                    <a:moveTo>
                      <a:pt x="931" y="291"/>
                    </a:moveTo>
                    <a:lnTo>
                      <a:pt x="2386" y="1862"/>
                    </a:lnTo>
                    <a:lnTo>
                      <a:pt x="117" y="2909"/>
                    </a:lnTo>
                    <a:lnTo>
                      <a:pt x="1" y="3258"/>
                    </a:lnTo>
                    <a:lnTo>
                      <a:pt x="466" y="3316"/>
                    </a:lnTo>
                    <a:lnTo>
                      <a:pt x="2793" y="2269"/>
                    </a:lnTo>
                    <a:lnTo>
                      <a:pt x="4248" y="3840"/>
                    </a:lnTo>
                    <a:lnTo>
                      <a:pt x="4771" y="3898"/>
                    </a:lnTo>
                    <a:lnTo>
                      <a:pt x="4829" y="3607"/>
                    </a:lnTo>
                    <a:lnTo>
                      <a:pt x="3375" y="2036"/>
                    </a:lnTo>
                    <a:lnTo>
                      <a:pt x="5644" y="989"/>
                    </a:lnTo>
                    <a:lnTo>
                      <a:pt x="5760" y="640"/>
                    </a:lnTo>
                    <a:lnTo>
                      <a:pt x="5295" y="582"/>
                    </a:lnTo>
                    <a:lnTo>
                      <a:pt x="2968" y="1629"/>
                    </a:lnTo>
                    <a:lnTo>
                      <a:pt x="1513" y="58"/>
                    </a:lnTo>
                    <a:lnTo>
                      <a:pt x="1048" y="0"/>
                    </a:lnTo>
                    <a:lnTo>
                      <a:pt x="931" y="29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33"/>
              <p:cNvSpPr/>
              <p:nvPr/>
            </p:nvSpPr>
            <p:spPr>
              <a:xfrm>
                <a:off x="5288375" y="2163750"/>
                <a:ext cx="72750" cy="33475"/>
              </a:xfrm>
              <a:custGeom>
                <a:avLst/>
                <a:gdLst/>
                <a:ahLst/>
                <a:cxnLst/>
                <a:rect l="l" t="t" r="r" b="b"/>
                <a:pathLst>
                  <a:path w="2910" h="1339" extrusionOk="0">
                    <a:moveTo>
                      <a:pt x="1" y="1280"/>
                    </a:moveTo>
                    <a:lnTo>
                      <a:pt x="2909" y="0"/>
                    </a:lnTo>
                    <a:lnTo>
                      <a:pt x="2851" y="175"/>
                    </a:lnTo>
                    <a:lnTo>
                      <a:pt x="292" y="1338"/>
                    </a:lnTo>
                    <a:lnTo>
                      <a:pt x="1" y="1280"/>
                    </a:lnTo>
                    <a:close/>
                  </a:path>
                </a:pathLst>
              </a:custGeom>
              <a:solidFill>
                <a:srgbClr val="FF01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33"/>
              <p:cNvSpPr/>
              <p:nvPr/>
            </p:nvSpPr>
            <p:spPr>
              <a:xfrm>
                <a:off x="5361100" y="2160825"/>
                <a:ext cx="48025" cy="50925"/>
              </a:xfrm>
              <a:custGeom>
                <a:avLst/>
                <a:gdLst/>
                <a:ahLst/>
                <a:cxnLst/>
                <a:rect l="l" t="t" r="r" b="b"/>
                <a:pathLst>
                  <a:path w="1921" h="2037" extrusionOk="0">
                    <a:moveTo>
                      <a:pt x="1862" y="2037"/>
                    </a:moveTo>
                    <a:lnTo>
                      <a:pt x="0" y="59"/>
                    </a:lnTo>
                    <a:lnTo>
                      <a:pt x="175" y="1"/>
                    </a:lnTo>
                    <a:lnTo>
                      <a:pt x="1920" y="1862"/>
                    </a:lnTo>
                    <a:lnTo>
                      <a:pt x="1862" y="2037"/>
                    </a:lnTo>
                    <a:close/>
                  </a:path>
                </a:pathLst>
              </a:custGeom>
              <a:solidFill>
                <a:srgbClr val="FF01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33"/>
              <p:cNvSpPr/>
              <p:nvPr/>
            </p:nvSpPr>
            <p:spPr>
              <a:xfrm>
                <a:off x="5313100" y="2114300"/>
                <a:ext cx="48025" cy="50925"/>
              </a:xfrm>
              <a:custGeom>
                <a:avLst/>
                <a:gdLst/>
                <a:ahLst/>
                <a:cxnLst/>
                <a:rect l="l" t="t" r="r" b="b"/>
                <a:pathLst>
                  <a:path w="1921" h="2037" extrusionOk="0">
                    <a:moveTo>
                      <a:pt x="59" y="0"/>
                    </a:moveTo>
                    <a:lnTo>
                      <a:pt x="1920" y="1920"/>
                    </a:lnTo>
                    <a:lnTo>
                      <a:pt x="1746" y="2036"/>
                    </a:lnTo>
                    <a:lnTo>
                      <a:pt x="1" y="175"/>
                    </a:lnTo>
                    <a:lnTo>
                      <a:pt x="59" y="0"/>
                    </a:lnTo>
                    <a:close/>
                  </a:path>
                </a:pathLst>
              </a:custGeom>
              <a:solidFill>
                <a:srgbClr val="FF01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33"/>
              <p:cNvSpPr/>
              <p:nvPr/>
            </p:nvSpPr>
            <p:spPr>
              <a:xfrm>
                <a:off x="5361100" y="2128825"/>
                <a:ext cx="71300" cy="33475"/>
              </a:xfrm>
              <a:custGeom>
                <a:avLst/>
                <a:gdLst/>
                <a:ahLst/>
                <a:cxnLst/>
                <a:rect l="l" t="t" r="r" b="b"/>
                <a:pathLst>
                  <a:path w="2852" h="1339" extrusionOk="0">
                    <a:moveTo>
                      <a:pt x="2851" y="59"/>
                    </a:moveTo>
                    <a:lnTo>
                      <a:pt x="0" y="1339"/>
                    </a:lnTo>
                    <a:lnTo>
                      <a:pt x="59" y="1164"/>
                    </a:lnTo>
                    <a:lnTo>
                      <a:pt x="2560" y="1"/>
                    </a:lnTo>
                    <a:lnTo>
                      <a:pt x="2851" y="59"/>
                    </a:lnTo>
                    <a:close/>
                  </a:path>
                </a:pathLst>
              </a:custGeom>
              <a:solidFill>
                <a:srgbClr val="FF01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33"/>
              <p:cNvSpPr/>
              <p:nvPr/>
            </p:nvSpPr>
            <p:spPr>
              <a:xfrm>
                <a:off x="5297100" y="2120100"/>
                <a:ext cx="126575" cy="85850"/>
              </a:xfrm>
              <a:custGeom>
                <a:avLst/>
                <a:gdLst/>
                <a:ahLst/>
                <a:cxnLst/>
                <a:rect l="l" t="t" r="r" b="b"/>
                <a:pathLst>
                  <a:path w="5063" h="3434" extrusionOk="0">
                    <a:moveTo>
                      <a:pt x="2560" y="1"/>
                    </a:moveTo>
                    <a:lnTo>
                      <a:pt x="3549" y="175"/>
                    </a:lnTo>
                    <a:lnTo>
                      <a:pt x="3200" y="1281"/>
                    </a:lnTo>
                    <a:lnTo>
                      <a:pt x="5062" y="1513"/>
                    </a:lnTo>
                    <a:lnTo>
                      <a:pt x="4771" y="2561"/>
                    </a:lnTo>
                    <a:lnTo>
                      <a:pt x="2851" y="2328"/>
                    </a:lnTo>
                    <a:lnTo>
                      <a:pt x="2502" y="3433"/>
                    </a:lnTo>
                    <a:lnTo>
                      <a:pt x="1571" y="3259"/>
                    </a:lnTo>
                    <a:lnTo>
                      <a:pt x="1921" y="2153"/>
                    </a:lnTo>
                    <a:lnTo>
                      <a:pt x="1" y="1921"/>
                    </a:lnTo>
                    <a:lnTo>
                      <a:pt x="350" y="873"/>
                    </a:lnTo>
                    <a:lnTo>
                      <a:pt x="2211" y="1106"/>
                    </a:lnTo>
                    <a:lnTo>
                      <a:pt x="256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33"/>
              <p:cNvSpPr/>
              <p:nvPr/>
            </p:nvSpPr>
            <p:spPr>
              <a:xfrm>
                <a:off x="5298550" y="2121550"/>
                <a:ext cx="123650" cy="82925"/>
              </a:xfrm>
              <a:custGeom>
                <a:avLst/>
                <a:gdLst/>
                <a:ahLst/>
                <a:cxnLst/>
                <a:rect l="l" t="t" r="r" b="b"/>
                <a:pathLst>
                  <a:path w="4946" h="3317" extrusionOk="0">
                    <a:moveTo>
                      <a:pt x="4946" y="1688"/>
                    </a:moveTo>
                    <a:lnTo>
                      <a:pt x="4771" y="2328"/>
                    </a:lnTo>
                    <a:lnTo>
                      <a:pt x="2677" y="2037"/>
                    </a:lnTo>
                    <a:lnTo>
                      <a:pt x="2270" y="3317"/>
                    </a:lnTo>
                    <a:lnTo>
                      <a:pt x="1688" y="3259"/>
                    </a:lnTo>
                    <a:lnTo>
                      <a:pt x="2095" y="1921"/>
                    </a:lnTo>
                    <a:lnTo>
                      <a:pt x="1" y="1630"/>
                    </a:lnTo>
                    <a:lnTo>
                      <a:pt x="234" y="990"/>
                    </a:lnTo>
                    <a:lnTo>
                      <a:pt x="2270" y="1281"/>
                    </a:lnTo>
                    <a:lnTo>
                      <a:pt x="2735" y="1"/>
                    </a:lnTo>
                    <a:lnTo>
                      <a:pt x="3259" y="59"/>
                    </a:lnTo>
                    <a:lnTo>
                      <a:pt x="2852" y="1397"/>
                    </a:lnTo>
                    <a:lnTo>
                      <a:pt x="4946" y="1688"/>
                    </a:lnTo>
                    <a:close/>
                  </a:path>
                </a:pathLst>
              </a:custGeom>
              <a:solidFill>
                <a:srgbClr val="FF01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33"/>
              <p:cNvSpPr/>
              <p:nvPr/>
            </p:nvSpPr>
            <p:spPr>
              <a:xfrm>
                <a:off x="5334925" y="2028475"/>
                <a:ext cx="21825" cy="27675"/>
              </a:xfrm>
              <a:custGeom>
                <a:avLst/>
                <a:gdLst/>
                <a:ahLst/>
                <a:cxnLst/>
                <a:rect l="l" t="t" r="r" b="b"/>
                <a:pathLst>
                  <a:path w="873" h="1107" extrusionOk="0">
                    <a:moveTo>
                      <a:pt x="349" y="1"/>
                    </a:moveTo>
                    <a:lnTo>
                      <a:pt x="291" y="59"/>
                    </a:lnTo>
                    <a:lnTo>
                      <a:pt x="233" y="59"/>
                    </a:lnTo>
                    <a:lnTo>
                      <a:pt x="175" y="408"/>
                    </a:lnTo>
                    <a:lnTo>
                      <a:pt x="117" y="466"/>
                    </a:lnTo>
                    <a:lnTo>
                      <a:pt x="117" y="524"/>
                    </a:lnTo>
                    <a:lnTo>
                      <a:pt x="58" y="699"/>
                    </a:lnTo>
                    <a:lnTo>
                      <a:pt x="0" y="815"/>
                    </a:lnTo>
                    <a:lnTo>
                      <a:pt x="0" y="990"/>
                    </a:lnTo>
                    <a:lnTo>
                      <a:pt x="0" y="1048"/>
                    </a:lnTo>
                    <a:lnTo>
                      <a:pt x="466" y="1106"/>
                    </a:lnTo>
                    <a:lnTo>
                      <a:pt x="524" y="1048"/>
                    </a:lnTo>
                    <a:lnTo>
                      <a:pt x="524" y="990"/>
                    </a:lnTo>
                    <a:lnTo>
                      <a:pt x="117" y="931"/>
                    </a:lnTo>
                    <a:lnTo>
                      <a:pt x="175" y="815"/>
                    </a:lnTo>
                    <a:lnTo>
                      <a:pt x="233" y="524"/>
                    </a:lnTo>
                    <a:lnTo>
                      <a:pt x="291" y="524"/>
                    </a:lnTo>
                    <a:lnTo>
                      <a:pt x="582" y="582"/>
                    </a:lnTo>
                    <a:lnTo>
                      <a:pt x="640" y="524"/>
                    </a:lnTo>
                    <a:lnTo>
                      <a:pt x="640" y="466"/>
                    </a:lnTo>
                    <a:lnTo>
                      <a:pt x="291" y="408"/>
                    </a:lnTo>
                    <a:lnTo>
                      <a:pt x="349" y="175"/>
                    </a:lnTo>
                    <a:lnTo>
                      <a:pt x="640" y="175"/>
                    </a:lnTo>
                    <a:lnTo>
                      <a:pt x="698" y="233"/>
                    </a:lnTo>
                    <a:lnTo>
                      <a:pt x="815" y="175"/>
                    </a:lnTo>
                    <a:lnTo>
                      <a:pt x="873" y="175"/>
                    </a:lnTo>
                    <a:lnTo>
                      <a:pt x="815" y="117"/>
                    </a:lnTo>
                    <a:lnTo>
                      <a:pt x="34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33"/>
              <p:cNvSpPr/>
              <p:nvPr/>
            </p:nvSpPr>
            <p:spPr>
              <a:xfrm>
                <a:off x="5352375" y="2032850"/>
                <a:ext cx="24750" cy="26200"/>
              </a:xfrm>
              <a:custGeom>
                <a:avLst/>
                <a:gdLst/>
                <a:ahLst/>
                <a:cxnLst/>
                <a:rect l="l" t="t" r="r" b="b"/>
                <a:pathLst>
                  <a:path w="990" h="1048" extrusionOk="0">
                    <a:moveTo>
                      <a:pt x="349" y="0"/>
                    </a:moveTo>
                    <a:lnTo>
                      <a:pt x="291" y="58"/>
                    </a:lnTo>
                    <a:lnTo>
                      <a:pt x="233" y="175"/>
                    </a:lnTo>
                    <a:lnTo>
                      <a:pt x="233" y="233"/>
                    </a:lnTo>
                    <a:lnTo>
                      <a:pt x="117" y="582"/>
                    </a:lnTo>
                    <a:lnTo>
                      <a:pt x="0" y="873"/>
                    </a:lnTo>
                    <a:lnTo>
                      <a:pt x="0" y="931"/>
                    </a:lnTo>
                    <a:lnTo>
                      <a:pt x="117" y="931"/>
                    </a:lnTo>
                    <a:lnTo>
                      <a:pt x="349" y="233"/>
                    </a:lnTo>
                    <a:lnTo>
                      <a:pt x="466" y="640"/>
                    </a:lnTo>
                    <a:lnTo>
                      <a:pt x="524" y="756"/>
                    </a:lnTo>
                    <a:lnTo>
                      <a:pt x="524" y="873"/>
                    </a:lnTo>
                    <a:lnTo>
                      <a:pt x="524" y="931"/>
                    </a:lnTo>
                    <a:lnTo>
                      <a:pt x="582" y="989"/>
                    </a:lnTo>
                    <a:lnTo>
                      <a:pt x="582" y="1047"/>
                    </a:lnTo>
                    <a:lnTo>
                      <a:pt x="699" y="1047"/>
                    </a:lnTo>
                    <a:lnTo>
                      <a:pt x="757" y="989"/>
                    </a:lnTo>
                    <a:lnTo>
                      <a:pt x="757" y="815"/>
                    </a:lnTo>
                    <a:lnTo>
                      <a:pt x="989" y="117"/>
                    </a:lnTo>
                    <a:lnTo>
                      <a:pt x="989" y="58"/>
                    </a:lnTo>
                    <a:lnTo>
                      <a:pt x="931" y="0"/>
                    </a:lnTo>
                    <a:lnTo>
                      <a:pt x="815" y="175"/>
                    </a:lnTo>
                    <a:lnTo>
                      <a:pt x="640" y="815"/>
                    </a:lnTo>
                    <a:lnTo>
                      <a:pt x="582" y="582"/>
                    </a:lnTo>
                    <a:lnTo>
                      <a:pt x="524" y="349"/>
                    </a:lnTo>
                    <a:lnTo>
                      <a:pt x="408" y="117"/>
                    </a:lnTo>
                    <a:lnTo>
                      <a:pt x="34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33"/>
              <p:cNvSpPr/>
              <p:nvPr/>
            </p:nvSpPr>
            <p:spPr>
              <a:xfrm>
                <a:off x="5377100" y="2035750"/>
                <a:ext cx="20375" cy="26200"/>
              </a:xfrm>
              <a:custGeom>
                <a:avLst/>
                <a:gdLst/>
                <a:ahLst/>
                <a:cxnLst/>
                <a:rect l="l" t="t" r="r" b="b"/>
                <a:pathLst>
                  <a:path w="815" h="1048" extrusionOk="0">
                    <a:moveTo>
                      <a:pt x="466" y="1"/>
                    </a:moveTo>
                    <a:lnTo>
                      <a:pt x="291" y="117"/>
                    </a:lnTo>
                    <a:lnTo>
                      <a:pt x="117" y="233"/>
                    </a:lnTo>
                    <a:lnTo>
                      <a:pt x="0" y="466"/>
                    </a:lnTo>
                    <a:lnTo>
                      <a:pt x="0" y="640"/>
                    </a:lnTo>
                    <a:lnTo>
                      <a:pt x="0" y="815"/>
                    </a:lnTo>
                    <a:lnTo>
                      <a:pt x="59" y="931"/>
                    </a:lnTo>
                    <a:lnTo>
                      <a:pt x="175" y="990"/>
                    </a:lnTo>
                    <a:lnTo>
                      <a:pt x="291" y="990"/>
                    </a:lnTo>
                    <a:lnTo>
                      <a:pt x="408" y="931"/>
                    </a:lnTo>
                    <a:lnTo>
                      <a:pt x="408" y="1048"/>
                    </a:lnTo>
                    <a:lnTo>
                      <a:pt x="524" y="1048"/>
                    </a:lnTo>
                    <a:lnTo>
                      <a:pt x="582" y="873"/>
                    </a:lnTo>
                    <a:lnTo>
                      <a:pt x="640" y="699"/>
                    </a:lnTo>
                    <a:lnTo>
                      <a:pt x="640" y="640"/>
                    </a:lnTo>
                    <a:lnTo>
                      <a:pt x="640" y="582"/>
                    </a:lnTo>
                    <a:lnTo>
                      <a:pt x="640" y="524"/>
                    </a:lnTo>
                    <a:lnTo>
                      <a:pt x="582" y="466"/>
                    </a:lnTo>
                    <a:lnTo>
                      <a:pt x="349" y="466"/>
                    </a:lnTo>
                    <a:lnTo>
                      <a:pt x="349" y="524"/>
                    </a:lnTo>
                    <a:lnTo>
                      <a:pt x="349" y="582"/>
                    </a:lnTo>
                    <a:lnTo>
                      <a:pt x="408" y="582"/>
                    </a:lnTo>
                    <a:lnTo>
                      <a:pt x="466" y="640"/>
                    </a:lnTo>
                    <a:lnTo>
                      <a:pt x="524" y="640"/>
                    </a:lnTo>
                    <a:lnTo>
                      <a:pt x="466" y="757"/>
                    </a:lnTo>
                    <a:lnTo>
                      <a:pt x="408" y="873"/>
                    </a:lnTo>
                    <a:lnTo>
                      <a:pt x="175" y="873"/>
                    </a:lnTo>
                    <a:lnTo>
                      <a:pt x="117" y="757"/>
                    </a:lnTo>
                    <a:lnTo>
                      <a:pt x="117" y="640"/>
                    </a:lnTo>
                    <a:lnTo>
                      <a:pt x="117" y="524"/>
                    </a:lnTo>
                    <a:lnTo>
                      <a:pt x="233" y="350"/>
                    </a:lnTo>
                    <a:lnTo>
                      <a:pt x="349" y="233"/>
                    </a:lnTo>
                    <a:lnTo>
                      <a:pt x="466" y="117"/>
                    </a:lnTo>
                    <a:lnTo>
                      <a:pt x="582" y="117"/>
                    </a:lnTo>
                    <a:lnTo>
                      <a:pt x="699" y="175"/>
                    </a:lnTo>
                    <a:lnTo>
                      <a:pt x="757" y="233"/>
                    </a:lnTo>
                    <a:lnTo>
                      <a:pt x="815" y="175"/>
                    </a:lnTo>
                    <a:lnTo>
                      <a:pt x="815" y="117"/>
                    </a:lnTo>
                    <a:lnTo>
                      <a:pt x="815" y="59"/>
                    </a:lnTo>
                    <a:lnTo>
                      <a:pt x="64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33"/>
              <p:cNvSpPr/>
              <p:nvPr/>
            </p:nvSpPr>
            <p:spPr>
              <a:xfrm>
                <a:off x="5393100" y="2037200"/>
                <a:ext cx="13100" cy="26200"/>
              </a:xfrm>
              <a:custGeom>
                <a:avLst/>
                <a:gdLst/>
                <a:ahLst/>
                <a:cxnLst/>
                <a:rect l="l" t="t" r="r" b="b"/>
                <a:pathLst>
                  <a:path w="524" h="1048" extrusionOk="0">
                    <a:moveTo>
                      <a:pt x="291" y="1"/>
                    </a:moveTo>
                    <a:lnTo>
                      <a:pt x="59" y="641"/>
                    </a:lnTo>
                    <a:lnTo>
                      <a:pt x="59" y="815"/>
                    </a:lnTo>
                    <a:lnTo>
                      <a:pt x="0" y="815"/>
                    </a:lnTo>
                    <a:lnTo>
                      <a:pt x="0" y="932"/>
                    </a:lnTo>
                    <a:lnTo>
                      <a:pt x="0" y="990"/>
                    </a:lnTo>
                    <a:lnTo>
                      <a:pt x="291" y="1048"/>
                    </a:lnTo>
                    <a:lnTo>
                      <a:pt x="466" y="1048"/>
                    </a:lnTo>
                    <a:lnTo>
                      <a:pt x="524" y="990"/>
                    </a:lnTo>
                    <a:lnTo>
                      <a:pt x="524" y="932"/>
                    </a:lnTo>
                    <a:lnTo>
                      <a:pt x="233" y="932"/>
                    </a:lnTo>
                    <a:lnTo>
                      <a:pt x="175" y="873"/>
                    </a:lnTo>
                    <a:lnTo>
                      <a:pt x="175" y="757"/>
                    </a:lnTo>
                    <a:lnTo>
                      <a:pt x="233" y="582"/>
                    </a:lnTo>
                    <a:lnTo>
                      <a:pt x="349" y="292"/>
                    </a:lnTo>
                    <a:lnTo>
                      <a:pt x="466" y="59"/>
                    </a:lnTo>
                    <a:lnTo>
                      <a:pt x="46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33"/>
              <p:cNvSpPr/>
              <p:nvPr/>
            </p:nvSpPr>
            <p:spPr>
              <a:xfrm>
                <a:off x="5410550" y="2040125"/>
                <a:ext cx="10200" cy="24750"/>
              </a:xfrm>
              <a:custGeom>
                <a:avLst/>
                <a:gdLst/>
                <a:ahLst/>
                <a:cxnLst/>
                <a:rect l="l" t="t" r="r" b="b"/>
                <a:pathLst>
                  <a:path w="408" h="990" extrusionOk="0">
                    <a:moveTo>
                      <a:pt x="291" y="0"/>
                    </a:moveTo>
                    <a:lnTo>
                      <a:pt x="291" y="58"/>
                    </a:lnTo>
                    <a:lnTo>
                      <a:pt x="117" y="582"/>
                    </a:lnTo>
                    <a:lnTo>
                      <a:pt x="0" y="931"/>
                    </a:lnTo>
                    <a:lnTo>
                      <a:pt x="0" y="989"/>
                    </a:lnTo>
                    <a:lnTo>
                      <a:pt x="59" y="989"/>
                    </a:lnTo>
                    <a:lnTo>
                      <a:pt x="117" y="931"/>
                    </a:lnTo>
                    <a:lnTo>
                      <a:pt x="233" y="582"/>
                    </a:lnTo>
                    <a:lnTo>
                      <a:pt x="408" y="58"/>
                    </a:lnTo>
                    <a:lnTo>
                      <a:pt x="35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33"/>
              <p:cNvSpPr/>
              <p:nvPr/>
            </p:nvSpPr>
            <p:spPr>
              <a:xfrm>
                <a:off x="5419275" y="2041575"/>
                <a:ext cx="21850" cy="24750"/>
              </a:xfrm>
              <a:custGeom>
                <a:avLst/>
                <a:gdLst/>
                <a:ahLst/>
                <a:cxnLst/>
                <a:rect l="l" t="t" r="r" b="b"/>
                <a:pathLst>
                  <a:path w="874" h="990" extrusionOk="0">
                    <a:moveTo>
                      <a:pt x="350" y="0"/>
                    </a:moveTo>
                    <a:lnTo>
                      <a:pt x="233" y="117"/>
                    </a:lnTo>
                    <a:lnTo>
                      <a:pt x="175" y="175"/>
                    </a:lnTo>
                    <a:lnTo>
                      <a:pt x="175" y="291"/>
                    </a:lnTo>
                    <a:lnTo>
                      <a:pt x="175" y="407"/>
                    </a:lnTo>
                    <a:lnTo>
                      <a:pt x="408" y="524"/>
                    </a:lnTo>
                    <a:lnTo>
                      <a:pt x="524" y="524"/>
                    </a:lnTo>
                    <a:lnTo>
                      <a:pt x="582" y="640"/>
                    </a:lnTo>
                    <a:lnTo>
                      <a:pt x="582" y="698"/>
                    </a:lnTo>
                    <a:lnTo>
                      <a:pt x="466" y="815"/>
                    </a:lnTo>
                    <a:lnTo>
                      <a:pt x="350" y="873"/>
                    </a:lnTo>
                    <a:lnTo>
                      <a:pt x="233" y="815"/>
                    </a:lnTo>
                    <a:lnTo>
                      <a:pt x="175" y="815"/>
                    </a:lnTo>
                    <a:lnTo>
                      <a:pt x="117" y="757"/>
                    </a:lnTo>
                    <a:lnTo>
                      <a:pt x="59" y="757"/>
                    </a:lnTo>
                    <a:lnTo>
                      <a:pt x="1" y="815"/>
                    </a:lnTo>
                    <a:lnTo>
                      <a:pt x="59" y="931"/>
                    </a:lnTo>
                    <a:lnTo>
                      <a:pt x="291" y="989"/>
                    </a:lnTo>
                    <a:lnTo>
                      <a:pt x="466" y="989"/>
                    </a:lnTo>
                    <a:lnTo>
                      <a:pt x="640" y="873"/>
                    </a:lnTo>
                    <a:lnTo>
                      <a:pt x="699" y="698"/>
                    </a:lnTo>
                    <a:lnTo>
                      <a:pt x="699" y="582"/>
                    </a:lnTo>
                    <a:lnTo>
                      <a:pt x="699" y="524"/>
                    </a:lnTo>
                    <a:lnTo>
                      <a:pt x="524" y="407"/>
                    </a:lnTo>
                    <a:lnTo>
                      <a:pt x="350" y="349"/>
                    </a:lnTo>
                    <a:lnTo>
                      <a:pt x="291" y="291"/>
                    </a:lnTo>
                    <a:lnTo>
                      <a:pt x="291" y="175"/>
                    </a:lnTo>
                    <a:lnTo>
                      <a:pt x="408" y="117"/>
                    </a:lnTo>
                    <a:lnTo>
                      <a:pt x="582" y="117"/>
                    </a:lnTo>
                    <a:lnTo>
                      <a:pt x="699" y="175"/>
                    </a:lnTo>
                    <a:lnTo>
                      <a:pt x="873" y="175"/>
                    </a:lnTo>
                    <a:lnTo>
                      <a:pt x="873" y="117"/>
                    </a:lnTo>
                    <a:lnTo>
                      <a:pt x="815" y="58"/>
                    </a:lnTo>
                    <a:lnTo>
                      <a:pt x="64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33"/>
              <p:cNvSpPr/>
              <p:nvPr/>
            </p:nvSpPr>
            <p:spPr>
              <a:xfrm>
                <a:off x="5438175" y="2043025"/>
                <a:ext cx="21850" cy="27650"/>
              </a:xfrm>
              <a:custGeom>
                <a:avLst/>
                <a:gdLst/>
                <a:ahLst/>
                <a:cxnLst/>
                <a:rect l="l" t="t" r="r" b="b"/>
                <a:pathLst>
                  <a:path w="874" h="1106" extrusionOk="0">
                    <a:moveTo>
                      <a:pt x="350" y="0"/>
                    </a:moveTo>
                    <a:lnTo>
                      <a:pt x="292" y="59"/>
                    </a:lnTo>
                    <a:lnTo>
                      <a:pt x="117" y="582"/>
                    </a:lnTo>
                    <a:lnTo>
                      <a:pt x="1" y="989"/>
                    </a:lnTo>
                    <a:lnTo>
                      <a:pt x="1" y="1048"/>
                    </a:lnTo>
                    <a:lnTo>
                      <a:pt x="59" y="1048"/>
                    </a:lnTo>
                    <a:lnTo>
                      <a:pt x="117" y="989"/>
                    </a:lnTo>
                    <a:lnTo>
                      <a:pt x="233" y="582"/>
                    </a:lnTo>
                    <a:lnTo>
                      <a:pt x="466" y="640"/>
                    </a:lnTo>
                    <a:lnTo>
                      <a:pt x="583" y="640"/>
                    </a:lnTo>
                    <a:lnTo>
                      <a:pt x="466" y="1048"/>
                    </a:lnTo>
                    <a:lnTo>
                      <a:pt x="466" y="1106"/>
                    </a:lnTo>
                    <a:lnTo>
                      <a:pt x="583" y="1106"/>
                    </a:lnTo>
                    <a:lnTo>
                      <a:pt x="583" y="1048"/>
                    </a:lnTo>
                    <a:lnTo>
                      <a:pt x="699" y="699"/>
                    </a:lnTo>
                    <a:lnTo>
                      <a:pt x="873" y="117"/>
                    </a:lnTo>
                    <a:lnTo>
                      <a:pt x="873" y="59"/>
                    </a:lnTo>
                    <a:lnTo>
                      <a:pt x="815" y="59"/>
                    </a:lnTo>
                    <a:lnTo>
                      <a:pt x="757" y="117"/>
                    </a:lnTo>
                    <a:lnTo>
                      <a:pt x="699" y="291"/>
                    </a:lnTo>
                    <a:lnTo>
                      <a:pt x="641" y="524"/>
                    </a:lnTo>
                    <a:lnTo>
                      <a:pt x="524" y="524"/>
                    </a:lnTo>
                    <a:lnTo>
                      <a:pt x="292" y="466"/>
                    </a:lnTo>
                    <a:lnTo>
                      <a:pt x="408" y="59"/>
                    </a:lnTo>
                    <a:lnTo>
                      <a:pt x="35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33"/>
              <p:cNvSpPr/>
              <p:nvPr/>
            </p:nvSpPr>
            <p:spPr>
              <a:xfrm>
                <a:off x="5323275" y="2070650"/>
                <a:ext cx="23300" cy="24750"/>
              </a:xfrm>
              <a:custGeom>
                <a:avLst/>
                <a:gdLst/>
                <a:ahLst/>
                <a:cxnLst/>
                <a:rect l="l" t="t" r="r" b="b"/>
                <a:pathLst>
                  <a:path w="932" h="990" extrusionOk="0">
                    <a:moveTo>
                      <a:pt x="466" y="1"/>
                    </a:moveTo>
                    <a:lnTo>
                      <a:pt x="292" y="59"/>
                    </a:lnTo>
                    <a:lnTo>
                      <a:pt x="117" y="233"/>
                    </a:lnTo>
                    <a:lnTo>
                      <a:pt x="1" y="466"/>
                    </a:lnTo>
                    <a:lnTo>
                      <a:pt x="1" y="699"/>
                    </a:lnTo>
                    <a:lnTo>
                      <a:pt x="59" y="873"/>
                    </a:lnTo>
                    <a:lnTo>
                      <a:pt x="117" y="932"/>
                    </a:lnTo>
                    <a:lnTo>
                      <a:pt x="234" y="990"/>
                    </a:lnTo>
                    <a:lnTo>
                      <a:pt x="350" y="990"/>
                    </a:lnTo>
                    <a:lnTo>
                      <a:pt x="583" y="932"/>
                    </a:lnTo>
                    <a:lnTo>
                      <a:pt x="699" y="873"/>
                    </a:lnTo>
                    <a:lnTo>
                      <a:pt x="641" y="815"/>
                    </a:lnTo>
                    <a:lnTo>
                      <a:pt x="583" y="815"/>
                    </a:lnTo>
                    <a:lnTo>
                      <a:pt x="292" y="873"/>
                    </a:lnTo>
                    <a:lnTo>
                      <a:pt x="175" y="815"/>
                    </a:lnTo>
                    <a:lnTo>
                      <a:pt x="117" y="641"/>
                    </a:lnTo>
                    <a:lnTo>
                      <a:pt x="175" y="466"/>
                    </a:lnTo>
                    <a:lnTo>
                      <a:pt x="234" y="292"/>
                    </a:lnTo>
                    <a:lnTo>
                      <a:pt x="350" y="175"/>
                    </a:lnTo>
                    <a:lnTo>
                      <a:pt x="466" y="117"/>
                    </a:lnTo>
                    <a:lnTo>
                      <a:pt x="641" y="117"/>
                    </a:lnTo>
                    <a:lnTo>
                      <a:pt x="815" y="175"/>
                    </a:lnTo>
                    <a:lnTo>
                      <a:pt x="874" y="175"/>
                    </a:lnTo>
                    <a:lnTo>
                      <a:pt x="932" y="117"/>
                    </a:lnTo>
                    <a:lnTo>
                      <a:pt x="874" y="59"/>
                    </a:lnTo>
                    <a:lnTo>
                      <a:pt x="64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33"/>
              <p:cNvSpPr/>
              <p:nvPr/>
            </p:nvSpPr>
            <p:spPr>
              <a:xfrm>
                <a:off x="5346550" y="2073575"/>
                <a:ext cx="20400" cy="24750"/>
              </a:xfrm>
              <a:custGeom>
                <a:avLst/>
                <a:gdLst/>
                <a:ahLst/>
                <a:cxnLst/>
                <a:rect l="l" t="t" r="r" b="b"/>
                <a:pathLst>
                  <a:path w="816" h="990" extrusionOk="0">
                    <a:moveTo>
                      <a:pt x="641" y="116"/>
                    </a:moveTo>
                    <a:lnTo>
                      <a:pt x="699" y="233"/>
                    </a:lnTo>
                    <a:lnTo>
                      <a:pt x="641" y="466"/>
                    </a:lnTo>
                    <a:lnTo>
                      <a:pt x="582" y="698"/>
                    </a:lnTo>
                    <a:lnTo>
                      <a:pt x="466" y="815"/>
                    </a:lnTo>
                    <a:lnTo>
                      <a:pt x="292" y="873"/>
                    </a:lnTo>
                    <a:lnTo>
                      <a:pt x="175" y="815"/>
                    </a:lnTo>
                    <a:lnTo>
                      <a:pt x="117" y="698"/>
                    </a:lnTo>
                    <a:lnTo>
                      <a:pt x="117" y="582"/>
                    </a:lnTo>
                    <a:lnTo>
                      <a:pt x="117" y="407"/>
                    </a:lnTo>
                    <a:lnTo>
                      <a:pt x="175" y="233"/>
                    </a:lnTo>
                    <a:lnTo>
                      <a:pt x="350" y="116"/>
                    </a:lnTo>
                    <a:close/>
                    <a:moveTo>
                      <a:pt x="408" y="0"/>
                    </a:moveTo>
                    <a:lnTo>
                      <a:pt x="233" y="58"/>
                    </a:lnTo>
                    <a:lnTo>
                      <a:pt x="117" y="175"/>
                    </a:lnTo>
                    <a:lnTo>
                      <a:pt x="1" y="407"/>
                    </a:lnTo>
                    <a:lnTo>
                      <a:pt x="1" y="640"/>
                    </a:lnTo>
                    <a:lnTo>
                      <a:pt x="1" y="873"/>
                    </a:lnTo>
                    <a:lnTo>
                      <a:pt x="117" y="931"/>
                    </a:lnTo>
                    <a:lnTo>
                      <a:pt x="233" y="989"/>
                    </a:lnTo>
                    <a:lnTo>
                      <a:pt x="350" y="989"/>
                    </a:lnTo>
                    <a:lnTo>
                      <a:pt x="466" y="931"/>
                    </a:lnTo>
                    <a:lnTo>
                      <a:pt x="641" y="756"/>
                    </a:lnTo>
                    <a:lnTo>
                      <a:pt x="815" y="524"/>
                    </a:lnTo>
                    <a:lnTo>
                      <a:pt x="815" y="233"/>
                    </a:lnTo>
                    <a:lnTo>
                      <a:pt x="757" y="58"/>
                    </a:lnTo>
                    <a:lnTo>
                      <a:pt x="69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33"/>
              <p:cNvSpPr/>
              <p:nvPr/>
            </p:nvSpPr>
            <p:spPr>
              <a:xfrm>
                <a:off x="5368375" y="2075025"/>
                <a:ext cx="23300" cy="26200"/>
              </a:xfrm>
              <a:custGeom>
                <a:avLst/>
                <a:gdLst/>
                <a:ahLst/>
                <a:cxnLst/>
                <a:rect l="l" t="t" r="r" b="b"/>
                <a:pathLst>
                  <a:path w="932" h="1048" extrusionOk="0">
                    <a:moveTo>
                      <a:pt x="233" y="0"/>
                    </a:moveTo>
                    <a:lnTo>
                      <a:pt x="175" y="58"/>
                    </a:lnTo>
                    <a:lnTo>
                      <a:pt x="59" y="408"/>
                    </a:lnTo>
                    <a:lnTo>
                      <a:pt x="0" y="582"/>
                    </a:lnTo>
                    <a:lnTo>
                      <a:pt x="0" y="815"/>
                    </a:lnTo>
                    <a:lnTo>
                      <a:pt x="117" y="989"/>
                    </a:lnTo>
                    <a:lnTo>
                      <a:pt x="233" y="1047"/>
                    </a:lnTo>
                    <a:lnTo>
                      <a:pt x="466" y="1047"/>
                    </a:lnTo>
                    <a:lnTo>
                      <a:pt x="640" y="931"/>
                    </a:lnTo>
                    <a:lnTo>
                      <a:pt x="698" y="815"/>
                    </a:lnTo>
                    <a:lnTo>
                      <a:pt x="757" y="757"/>
                    </a:lnTo>
                    <a:lnTo>
                      <a:pt x="757" y="698"/>
                    </a:lnTo>
                    <a:lnTo>
                      <a:pt x="815" y="524"/>
                    </a:lnTo>
                    <a:lnTo>
                      <a:pt x="873" y="408"/>
                    </a:lnTo>
                    <a:lnTo>
                      <a:pt x="931" y="117"/>
                    </a:lnTo>
                    <a:lnTo>
                      <a:pt x="873" y="58"/>
                    </a:lnTo>
                    <a:lnTo>
                      <a:pt x="815" y="117"/>
                    </a:lnTo>
                    <a:lnTo>
                      <a:pt x="815" y="175"/>
                    </a:lnTo>
                    <a:lnTo>
                      <a:pt x="757" y="408"/>
                    </a:lnTo>
                    <a:lnTo>
                      <a:pt x="640" y="640"/>
                    </a:lnTo>
                    <a:lnTo>
                      <a:pt x="582" y="815"/>
                    </a:lnTo>
                    <a:lnTo>
                      <a:pt x="466" y="931"/>
                    </a:lnTo>
                    <a:lnTo>
                      <a:pt x="349" y="931"/>
                    </a:lnTo>
                    <a:lnTo>
                      <a:pt x="233" y="873"/>
                    </a:lnTo>
                    <a:lnTo>
                      <a:pt x="175" y="698"/>
                    </a:lnTo>
                    <a:lnTo>
                      <a:pt x="175" y="582"/>
                    </a:lnTo>
                    <a:lnTo>
                      <a:pt x="175" y="408"/>
                    </a:lnTo>
                    <a:lnTo>
                      <a:pt x="291" y="58"/>
                    </a:lnTo>
                    <a:lnTo>
                      <a:pt x="29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33"/>
              <p:cNvSpPr/>
              <p:nvPr/>
            </p:nvSpPr>
            <p:spPr>
              <a:xfrm>
                <a:off x="5388725" y="2079375"/>
                <a:ext cx="20400" cy="26200"/>
              </a:xfrm>
              <a:custGeom>
                <a:avLst/>
                <a:gdLst/>
                <a:ahLst/>
                <a:cxnLst/>
                <a:rect l="l" t="t" r="r" b="b"/>
                <a:pathLst>
                  <a:path w="816" h="1048" extrusionOk="0">
                    <a:moveTo>
                      <a:pt x="524" y="117"/>
                    </a:moveTo>
                    <a:lnTo>
                      <a:pt x="641" y="175"/>
                    </a:lnTo>
                    <a:lnTo>
                      <a:pt x="699" y="234"/>
                    </a:lnTo>
                    <a:lnTo>
                      <a:pt x="699" y="292"/>
                    </a:lnTo>
                    <a:lnTo>
                      <a:pt x="641" y="350"/>
                    </a:lnTo>
                    <a:lnTo>
                      <a:pt x="524" y="408"/>
                    </a:lnTo>
                    <a:lnTo>
                      <a:pt x="234" y="466"/>
                    </a:lnTo>
                    <a:lnTo>
                      <a:pt x="350" y="117"/>
                    </a:lnTo>
                    <a:close/>
                    <a:moveTo>
                      <a:pt x="350" y="1"/>
                    </a:moveTo>
                    <a:lnTo>
                      <a:pt x="292" y="59"/>
                    </a:lnTo>
                    <a:lnTo>
                      <a:pt x="234" y="117"/>
                    </a:lnTo>
                    <a:lnTo>
                      <a:pt x="117" y="524"/>
                    </a:lnTo>
                    <a:lnTo>
                      <a:pt x="1" y="932"/>
                    </a:lnTo>
                    <a:lnTo>
                      <a:pt x="1" y="990"/>
                    </a:lnTo>
                    <a:lnTo>
                      <a:pt x="59" y="990"/>
                    </a:lnTo>
                    <a:lnTo>
                      <a:pt x="117" y="932"/>
                    </a:lnTo>
                    <a:lnTo>
                      <a:pt x="175" y="641"/>
                    </a:lnTo>
                    <a:lnTo>
                      <a:pt x="350" y="815"/>
                    </a:lnTo>
                    <a:lnTo>
                      <a:pt x="466" y="990"/>
                    </a:lnTo>
                    <a:lnTo>
                      <a:pt x="524" y="1048"/>
                    </a:lnTo>
                    <a:lnTo>
                      <a:pt x="583" y="1048"/>
                    </a:lnTo>
                    <a:lnTo>
                      <a:pt x="583" y="990"/>
                    </a:lnTo>
                    <a:lnTo>
                      <a:pt x="583" y="932"/>
                    </a:lnTo>
                    <a:lnTo>
                      <a:pt x="524" y="815"/>
                    </a:lnTo>
                    <a:lnTo>
                      <a:pt x="350" y="524"/>
                    </a:lnTo>
                    <a:lnTo>
                      <a:pt x="524" y="466"/>
                    </a:lnTo>
                    <a:lnTo>
                      <a:pt x="757" y="408"/>
                    </a:lnTo>
                    <a:lnTo>
                      <a:pt x="815" y="234"/>
                    </a:lnTo>
                    <a:lnTo>
                      <a:pt x="815" y="117"/>
                    </a:lnTo>
                    <a:lnTo>
                      <a:pt x="69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33"/>
              <p:cNvSpPr/>
              <p:nvPr/>
            </p:nvSpPr>
            <p:spPr>
              <a:xfrm>
                <a:off x="5407650" y="2080850"/>
                <a:ext cx="21825" cy="26200"/>
              </a:xfrm>
              <a:custGeom>
                <a:avLst/>
                <a:gdLst/>
                <a:ahLst/>
                <a:cxnLst/>
                <a:rect l="l" t="t" r="r" b="b"/>
                <a:pathLst>
                  <a:path w="873" h="1048" extrusionOk="0">
                    <a:moveTo>
                      <a:pt x="466" y="0"/>
                    </a:moveTo>
                    <a:lnTo>
                      <a:pt x="349" y="58"/>
                    </a:lnTo>
                    <a:lnTo>
                      <a:pt x="233" y="116"/>
                    </a:lnTo>
                    <a:lnTo>
                      <a:pt x="175" y="233"/>
                    </a:lnTo>
                    <a:lnTo>
                      <a:pt x="175" y="349"/>
                    </a:lnTo>
                    <a:lnTo>
                      <a:pt x="175" y="407"/>
                    </a:lnTo>
                    <a:lnTo>
                      <a:pt x="407" y="524"/>
                    </a:lnTo>
                    <a:lnTo>
                      <a:pt x="524" y="582"/>
                    </a:lnTo>
                    <a:lnTo>
                      <a:pt x="582" y="640"/>
                    </a:lnTo>
                    <a:lnTo>
                      <a:pt x="582" y="756"/>
                    </a:lnTo>
                    <a:lnTo>
                      <a:pt x="466" y="873"/>
                    </a:lnTo>
                    <a:lnTo>
                      <a:pt x="349" y="931"/>
                    </a:lnTo>
                    <a:lnTo>
                      <a:pt x="233" y="873"/>
                    </a:lnTo>
                    <a:lnTo>
                      <a:pt x="175" y="814"/>
                    </a:lnTo>
                    <a:lnTo>
                      <a:pt x="0" y="814"/>
                    </a:lnTo>
                    <a:lnTo>
                      <a:pt x="0" y="873"/>
                    </a:lnTo>
                    <a:lnTo>
                      <a:pt x="58" y="931"/>
                    </a:lnTo>
                    <a:lnTo>
                      <a:pt x="175" y="1047"/>
                    </a:lnTo>
                    <a:lnTo>
                      <a:pt x="466" y="1047"/>
                    </a:lnTo>
                    <a:lnTo>
                      <a:pt x="640" y="931"/>
                    </a:lnTo>
                    <a:lnTo>
                      <a:pt x="698" y="756"/>
                    </a:lnTo>
                    <a:lnTo>
                      <a:pt x="756" y="640"/>
                    </a:lnTo>
                    <a:lnTo>
                      <a:pt x="698" y="524"/>
                    </a:lnTo>
                    <a:lnTo>
                      <a:pt x="524" y="465"/>
                    </a:lnTo>
                    <a:lnTo>
                      <a:pt x="349" y="349"/>
                    </a:lnTo>
                    <a:lnTo>
                      <a:pt x="349" y="291"/>
                    </a:lnTo>
                    <a:lnTo>
                      <a:pt x="349" y="233"/>
                    </a:lnTo>
                    <a:lnTo>
                      <a:pt x="407" y="175"/>
                    </a:lnTo>
                    <a:lnTo>
                      <a:pt x="582" y="116"/>
                    </a:lnTo>
                    <a:lnTo>
                      <a:pt x="698" y="175"/>
                    </a:lnTo>
                    <a:lnTo>
                      <a:pt x="815" y="233"/>
                    </a:lnTo>
                    <a:lnTo>
                      <a:pt x="873" y="175"/>
                    </a:lnTo>
                    <a:lnTo>
                      <a:pt x="873" y="116"/>
                    </a:lnTo>
                    <a:lnTo>
                      <a:pt x="815" y="116"/>
                    </a:lnTo>
                    <a:lnTo>
                      <a:pt x="640" y="58"/>
                    </a:lnTo>
                    <a:lnTo>
                      <a:pt x="46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33"/>
              <p:cNvSpPr/>
              <p:nvPr/>
            </p:nvSpPr>
            <p:spPr>
              <a:xfrm>
                <a:off x="5426550" y="2083750"/>
                <a:ext cx="21850" cy="26200"/>
              </a:xfrm>
              <a:custGeom>
                <a:avLst/>
                <a:gdLst/>
                <a:ahLst/>
                <a:cxnLst/>
                <a:rect l="l" t="t" r="r" b="b"/>
                <a:pathLst>
                  <a:path w="874" h="1048" extrusionOk="0">
                    <a:moveTo>
                      <a:pt x="291" y="0"/>
                    </a:moveTo>
                    <a:lnTo>
                      <a:pt x="233" y="59"/>
                    </a:lnTo>
                    <a:lnTo>
                      <a:pt x="175" y="349"/>
                    </a:lnTo>
                    <a:lnTo>
                      <a:pt x="117" y="408"/>
                    </a:lnTo>
                    <a:lnTo>
                      <a:pt x="117" y="466"/>
                    </a:lnTo>
                    <a:lnTo>
                      <a:pt x="59" y="698"/>
                    </a:lnTo>
                    <a:lnTo>
                      <a:pt x="59" y="815"/>
                    </a:lnTo>
                    <a:lnTo>
                      <a:pt x="0" y="931"/>
                    </a:lnTo>
                    <a:lnTo>
                      <a:pt x="0" y="989"/>
                    </a:lnTo>
                    <a:lnTo>
                      <a:pt x="59" y="989"/>
                    </a:lnTo>
                    <a:lnTo>
                      <a:pt x="466" y="1048"/>
                    </a:lnTo>
                    <a:lnTo>
                      <a:pt x="524" y="1048"/>
                    </a:lnTo>
                    <a:lnTo>
                      <a:pt x="582" y="989"/>
                    </a:lnTo>
                    <a:lnTo>
                      <a:pt x="524" y="931"/>
                    </a:lnTo>
                    <a:lnTo>
                      <a:pt x="117" y="873"/>
                    </a:lnTo>
                    <a:lnTo>
                      <a:pt x="175" y="757"/>
                    </a:lnTo>
                    <a:lnTo>
                      <a:pt x="233" y="524"/>
                    </a:lnTo>
                    <a:lnTo>
                      <a:pt x="582" y="524"/>
                    </a:lnTo>
                    <a:lnTo>
                      <a:pt x="640" y="466"/>
                    </a:lnTo>
                    <a:lnTo>
                      <a:pt x="640" y="408"/>
                    </a:lnTo>
                    <a:lnTo>
                      <a:pt x="291" y="408"/>
                    </a:lnTo>
                    <a:lnTo>
                      <a:pt x="349" y="117"/>
                    </a:lnTo>
                    <a:lnTo>
                      <a:pt x="524" y="175"/>
                    </a:lnTo>
                    <a:lnTo>
                      <a:pt x="815" y="175"/>
                    </a:lnTo>
                    <a:lnTo>
                      <a:pt x="873" y="117"/>
                    </a:lnTo>
                    <a:lnTo>
                      <a:pt x="815" y="59"/>
                    </a:lnTo>
                    <a:lnTo>
                      <a:pt x="34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13" name="Google Shape;3559;p61"/>
          <p:cNvGrpSpPr/>
          <p:nvPr/>
        </p:nvGrpSpPr>
        <p:grpSpPr>
          <a:xfrm rot="20346142">
            <a:off x="7034416" y="2699999"/>
            <a:ext cx="388362" cy="365757"/>
            <a:chOff x="4902087" y="2967188"/>
            <a:chExt cx="457076" cy="298317"/>
          </a:xfrm>
        </p:grpSpPr>
        <p:sp>
          <p:nvSpPr>
            <p:cNvPr id="214" name="Google Shape;3560;p61"/>
            <p:cNvSpPr/>
            <p:nvPr/>
          </p:nvSpPr>
          <p:spPr>
            <a:xfrm>
              <a:off x="4905060" y="2967200"/>
              <a:ext cx="454103" cy="298305"/>
            </a:xfrm>
            <a:custGeom>
              <a:avLst/>
              <a:gdLst/>
              <a:ahLst/>
              <a:cxnLst/>
              <a:rect l="l" t="t" r="r" b="b"/>
              <a:pathLst>
                <a:path w="32286" h="21209" extrusionOk="0">
                  <a:moveTo>
                    <a:pt x="1" y="0"/>
                  </a:moveTo>
                  <a:lnTo>
                    <a:pt x="3818" y="6504"/>
                  </a:lnTo>
                  <a:lnTo>
                    <a:pt x="896" y="15082"/>
                  </a:lnTo>
                  <a:lnTo>
                    <a:pt x="7872" y="13385"/>
                  </a:lnTo>
                  <a:lnTo>
                    <a:pt x="12443" y="21209"/>
                  </a:lnTo>
                  <a:lnTo>
                    <a:pt x="15412" y="18098"/>
                  </a:lnTo>
                  <a:lnTo>
                    <a:pt x="13904" y="16307"/>
                  </a:lnTo>
                  <a:lnTo>
                    <a:pt x="16167" y="14375"/>
                  </a:lnTo>
                  <a:lnTo>
                    <a:pt x="17628" y="15742"/>
                  </a:lnTo>
                  <a:lnTo>
                    <a:pt x="32285" y="566"/>
                  </a:lnTo>
                  <a:lnTo>
                    <a:pt x="7070" y="141"/>
                  </a:lnTo>
                  <a:lnTo>
                    <a:pt x="7730" y="1508"/>
                  </a:lnTo>
                  <a:lnTo>
                    <a:pt x="5185" y="1508"/>
                  </a:lnTo>
                  <a:lnTo>
                    <a:pt x="4148" y="94"/>
                  </a:lnTo>
                  <a:lnTo>
                    <a:pt x="1" y="0"/>
                  </a:lnTo>
                  <a:close/>
                </a:path>
              </a:pathLst>
            </a:custGeom>
            <a:solidFill>
              <a:schemeClr val="accent4"/>
            </a:solidFill>
            <a:ln w="76200" cap="flat" cmpd="sng">
              <a:solidFill>
                <a:schemeClr val="accent4"/>
              </a:solidFill>
              <a:prstDash val="solid"/>
              <a:round/>
              <a:headEnd type="none" w="sm" len="sm"/>
              <a:tailEnd type="none" w="sm" len="sm"/>
            </a:ln>
            <a:effectLst>
              <a:outerShdw blurRad="57150" algn="bl" rotWithShape="0">
                <a:schemeClr val="accent3">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15" name="Google Shape;3561;p61"/>
            <p:cNvGrpSpPr/>
            <p:nvPr/>
          </p:nvGrpSpPr>
          <p:grpSpPr>
            <a:xfrm>
              <a:off x="4902087" y="2967188"/>
              <a:ext cx="454089" cy="298305"/>
              <a:chOff x="2640750" y="2967200"/>
              <a:chExt cx="454089" cy="298305"/>
            </a:xfrm>
          </p:grpSpPr>
          <p:sp>
            <p:nvSpPr>
              <p:cNvPr id="216" name="Google Shape;3562;p61"/>
              <p:cNvSpPr/>
              <p:nvPr/>
            </p:nvSpPr>
            <p:spPr>
              <a:xfrm>
                <a:off x="2653337" y="2995695"/>
                <a:ext cx="395761" cy="183633"/>
              </a:xfrm>
              <a:custGeom>
                <a:avLst/>
                <a:gdLst/>
                <a:ahLst/>
                <a:cxnLst/>
                <a:rect l="l" t="t" r="r" b="b"/>
                <a:pathLst>
                  <a:path w="28138" h="13056" extrusionOk="0">
                    <a:moveTo>
                      <a:pt x="28138" y="1"/>
                    </a:moveTo>
                    <a:lnTo>
                      <a:pt x="2923" y="4478"/>
                    </a:lnTo>
                    <a:lnTo>
                      <a:pt x="1" y="13056"/>
                    </a:lnTo>
                    <a:lnTo>
                      <a:pt x="2813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3563;p61"/>
              <p:cNvSpPr/>
              <p:nvPr/>
            </p:nvSpPr>
            <p:spPr>
              <a:xfrm>
                <a:off x="2653337" y="3109715"/>
                <a:ext cx="120664" cy="69608"/>
              </a:xfrm>
              <a:custGeom>
                <a:avLst/>
                <a:gdLst/>
                <a:ahLst/>
                <a:cxnLst/>
                <a:rect l="l" t="t" r="r" b="b"/>
                <a:pathLst>
                  <a:path w="8579" h="4949" extrusionOk="0">
                    <a:moveTo>
                      <a:pt x="5044" y="0"/>
                    </a:moveTo>
                    <a:lnTo>
                      <a:pt x="1" y="4949"/>
                    </a:lnTo>
                    <a:lnTo>
                      <a:pt x="1" y="4949"/>
                    </a:lnTo>
                    <a:lnTo>
                      <a:pt x="8579" y="2875"/>
                    </a:lnTo>
                    <a:lnTo>
                      <a:pt x="504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3564;p61"/>
              <p:cNvSpPr/>
              <p:nvPr/>
            </p:nvSpPr>
            <p:spPr>
              <a:xfrm>
                <a:off x="2640750" y="2967200"/>
                <a:ext cx="454089" cy="298305"/>
              </a:xfrm>
              <a:custGeom>
                <a:avLst/>
                <a:gdLst/>
                <a:ahLst/>
                <a:cxnLst/>
                <a:rect l="l" t="t" r="r" b="b"/>
                <a:pathLst>
                  <a:path w="32285" h="21209" extrusionOk="0">
                    <a:moveTo>
                      <a:pt x="0" y="0"/>
                    </a:moveTo>
                    <a:lnTo>
                      <a:pt x="12443" y="21209"/>
                    </a:lnTo>
                    <a:lnTo>
                      <a:pt x="15412" y="18098"/>
                    </a:lnTo>
                    <a:lnTo>
                      <a:pt x="13904" y="16307"/>
                    </a:lnTo>
                    <a:lnTo>
                      <a:pt x="16166" y="14375"/>
                    </a:lnTo>
                    <a:lnTo>
                      <a:pt x="17627" y="15742"/>
                    </a:lnTo>
                    <a:lnTo>
                      <a:pt x="32284" y="566"/>
                    </a:lnTo>
                    <a:lnTo>
                      <a:pt x="7070" y="141"/>
                    </a:lnTo>
                    <a:lnTo>
                      <a:pt x="7730" y="1508"/>
                    </a:lnTo>
                    <a:lnTo>
                      <a:pt x="5185" y="1508"/>
                    </a:lnTo>
                    <a:lnTo>
                      <a:pt x="4148" y="94"/>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3565;p61"/>
              <p:cNvSpPr/>
              <p:nvPr/>
            </p:nvSpPr>
            <p:spPr>
              <a:xfrm>
                <a:off x="2694433" y="2975147"/>
                <a:ext cx="400402" cy="134588"/>
              </a:xfrm>
              <a:custGeom>
                <a:avLst/>
                <a:gdLst/>
                <a:ahLst/>
                <a:cxnLst/>
                <a:rect l="l" t="t" r="r" b="b"/>
                <a:pathLst>
                  <a:path w="28468" h="9569" extrusionOk="0">
                    <a:moveTo>
                      <a:pt x="28467" y="1"/>
                    </a:moveTo>
                    <a:lnTo>
                      <a:pt x="1" y="5939"/>
                    </a:lnTo>
                    <a:lnTo>
                      <a:pt x="2122" y="9568"/>
                    </a:lnTo>
                    <a:lnTo>
                      <a:pt x="284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27" name="Google Shape;1025;p38"/>
          <p:cNvGrpSpPr/>
          <p:nvPr/>
        </p:nvGrpSpPr>
        <p:grpSpPr>
          <a:xfrm rot="530196">
            <a:off x="4272112" y="860036"/>
            <a:ext cx="620707" cy="732945"/>
            <a:chOff x="2916050" y="4923488"/>
            <a:chExt cx="267625" cy="334550"/>
          </a:xfrm>
        </p:grpSpPr>
        <p:sp>
          <p:nvSpPr>
            <p:cNvPr id="228" name="Google Shape;1026;p38"/>
            <p:cNvSpPr/>
            <p:nvPr/>
          </p:nvSpPr>
          <p:spPr>
            <a:xfrm>
              <a:off x="2916050" y="4923488"/>
              <a:ext cx="267625" cy="334550"/>
            </a:xfrm>
            <a:custGeom>
              <a:avLst/>
              <a:gdLst/>
              <a:ahLst/>
              <a:cxnLst/>
              <a:rect l="l" t="t" r="r" b="b"/>
              <a:pathLst>
                <a:path w="10705" h="13382" extrusionOk="0">
                  <a:moveTo>
                    <a:pt x="5934" y="13381"/>
                  </a:moveTo>
                  <a:lnTo>
                    <a:pt x="6051" y="12683"/>
                  </a:lnTo>
                  <a:lnTo>
                    <a:pt x="6109" y="12450"/>
                  </a:lnTo>
                  <a:lnTo>
                    <a:pt x="6109" y="12450"/>
                  </a:lnTo>
                  <a:lnTo>
                    <a:pt x="6109" y="12450"/>
                  </a:lnTo>
                  <a:lnTo>
                    <a:pt x="6167" y="12450"/>
                  </a:lnTo>
                  <a:lnTo>
                    <a:pt x="6167" y="12392"/>
                  </a:lnTo>
                  <a:lnTo>
                    <a:pt x="6167" y="12392"/>
                  </a:lnTo>
                  <a:lnTo>
                    <a:pt x="6167" y="12334"/>
                  </a:lnTo>
                  <a:lnTo>
                    <a:pt x="6109" y="12334"/>
                  </a:lnTo>
                  <a:lnTo>
                    <a:pt x="5934" y="12334"/>
                  </a:lnTo>
                  <a:lnTo>
                    <a:pt x="6283" y="11054"/>
                  </a:lnTo>
                  <a:lnTo>
                    <a:pt x="6342" y="11054"/>
                  </a:lnTo>
                  <a:lnTo>
                    <a:pt x="6342" y="11054"/>
                  </a:lnTo>
                  <a:lnTo>
                    <a:pt x="6400" y="10938"/>
                  </a:lnTo>
                  <a:lnTo>
                    <a:pt x="6458" y="10880"/>
                  </a:lnTo>
                  <a:lnTo>
                    <a:pt x="6458" y="10880"/>
                  </a:lnTo>
                  <a:lnTo>
                    <a:pt x="6516" y="10763"/>
                  </a:lnTo>
                  <a:lnTo>
                    <a:pt x="6574" y="10763"/>
                  </a:lnTo>
                  <a:lnTo>
                    <a:pt x="6574" y="10763"/>
                  </a:lnTo>
                  <a:lnTo>
                    <a:pt x="6632" y="10647"/>
                  </a:lnTo>
                  <a:lnTo>
                    <a:pt x="6691" y="10589"/>
                  </a:lnTo>
                  <a:lnTo>
                    <a:pt x="6691" y="10589"/>
                  </a:lnTo>
                  <a:lnTo>
                    <a:pt x="6749" y="10530"/>
                  </a:lnTo>
                  <a:lnTo>
                    <a:pt x="6807" y="10472"/>
                  </a:lnTo>
                  <a:lnTo>
                    <a:pt x="6807" y="10472"/>
                  </a:lnTo>
                  <a:lnTo>
                    <a:pt x="6865" y="10356"/>
                  </a:lnTo>
                  <a:lnTo>
                    <a:pt x="6865" y="10356"/>
                  </a:lnTo>
                  <a:lnTo>
                    <a:pt x="6923" y="10298"/>
                  </a:lnTo>
                  <a:lnTo>
                    <a:pt x="6923" y="10298"/>
                  </a:lnTo>
                  <a:lnTo>
                    <a:pt x="7040" y="10240"/>
                  </a:lnTo>
                  <a:lnTo>
                    <a:pt x="7040" y="10240"/>
                  </a:lnTo>
                  <a:lnTo>
                    <a:pt x="7098" y="10181"/>
                  </a:lnTo>
                  <a:lnTo>
                    <a:pt x="7098" y="10181"/>
                  </a:lnTo>
                  <a:lnTo>
                    <a:pt x="7214" y="10065"/>
                  </a:lnTo>
                  <a:lnTo>
                    <a:pt x="7214" y="10065"/>
                  </a:lnTo>
                  <a:lnTo>
                    <a:pt x="7272" y="10007"/>
                  </a:lnTo>
                  <a:lnTo>
                    <a:pt x="7272" y="10007"/>
                  </a:lnTo>
                  <a:lnTo>
                    <a:pt x="7389" y="9891"/>
                  </a:lnTo>
                  <a:lnTo>
                    <a:pt x="7389" y="9891"/>
                  </a:lnTo>
                  <a:lnTo>
                    <a:pt x="8436" y="8843"/>
                  </a:lnTo>
                  <a:lnTo>
                    <a:pt x="9018" y="8262"/>
                  </a:lnTo>
                  <a:lnTo>
                    <a:pt x="9541" y="7563"/>
                  </a:lnTo>
                  <a:lnTo>
                    <a:pt x="10007" y="6807"/>
                  </a:lnTo>
                  <a:lnTo>
                    <a:pt x="10239" y="6400"/>
                  </a:lnTo>
                  <a:lnTo>
                    <a:pt x="10414" y="5993"/>
                  </a:lnTo>
                  <a:lnTo>
                    <a:pt x="10530" y="5585"/>
                  </a:lnTo>
                  <a:lnTo>
                    <a:pt x="10647" y="5120"/>
                  </a:lnTo>
                  <a:lnTo>
                    <a:pt x="10705" y="4596"/>
                  </a:lnTo>
                  <a:lnTo>
                    <a:pt x="10705" y="4073"/>
                  </a:lnTo>
                  <a:lnTo>
                    <a:pt x="10705" y="4073"/>
                  </a:lnTo>
                  <a:lnTo>
                    <a:pt x="10705" y="3666"/>
                  </a:lnTo>
                  <a:lnTo>
                    <a:pt x="10647" y="3200"/>
                  </a:lnTo>
                  <a:lnTo>
                    <a:pt x="10530" y="2851"/>
                  </a:lnTo>
                  <a:lnTo>
                    <a:pt x="10414" y="2502"/>
                  </a:lnTo>
                  <a:lnTo>
                    <a:pt x="10298" y="2153"/>
                  </a:lnTo>
                  <a:lnTo>
                    <a:pt x="10123" y="1862"/>
                  </a:lnTo>
                  <a:lnTo>
                    <a:pt x="9658" y="1397"/>
                  </a:lnTo>
                  <a:lnTo>
                    <a:pt x="9192" y="990"/>
                  </a:lnTo>
                  <a:lnTo>
                    <a:pt x="8610" y="641"/>
                  </a:lnTo>
                  <a:lnTo>
                    <a:pt x="8087" y="408"/>
                  </a:lnTo>
                  <a:lnTo>
                    <a:pt x="7447" y="233"/>
                  </a:lnTo>
                  <a:lnTo>
                    <a:pt x="7447" y="233"/>
                  </a:lnTo>
                  <a:lnTo>
                    <a:pt x="7447" y="233"/>
                  </a:lnTo>
                  <a:lnTo>
                    <a:pt x="7447" y="233"/>
                  </a:lnTo>
                  <a:lnTo>
                    <a:pt x="7214" y="175"/>
                  </a:lnTo>
                  <a:lnTo>
                    <a:pt x="7214" y="175"/>
                  </a:lnTo>
                  <a:lnTo>
                    <a:pt x="7156" y="175"/>
                  </a:lnTo>
                  <a:lnTo>
                    <a:pt x="7156" y="175"/>
                  </a:lnTo>
                  <a:lnTo>
                    <a:pt x="7040" y="117"/>
                  </a:lnTo>
                  <a:lnTo>
                    <a:pt x="7040" y="117"/>
                  </a:lnTo>
                  <a:lnTo>
                    <a:pt x="6923" y="117"/>
                  </a:lnTo>
                  <a:lnTo>
                    <a:pt x="6923" y="117"/>
                  </a:lnTo>
                  <a:lnTo>
                    <a:pt x="6807" y="117"/>
                  </a:lnTo>
                  <a:lnTo>
                    <a:pt x="6807" y="117"/>
                  </a:lnTo>
                  <a:lnTo>
                    <a:pt x="6691" y="117"/>
                  </a:lnTo>
                  <a:lnTo>
                    <a:pt x="6691" y="117"/>
                  </a:lnTo>
                  <a:lnTo>
                    <a:pt x="6574" y="59"/>
                  </a:lnTo>
                  <a:lnTo>
                    <a:pt x="6574" y="59"/>
                  </a:lnTo>
                  <a:lnTo>
                    <a:pt x="6516" y="59"/>
                  </a:lnTo>
                  <a:lnTo>
                    <a:pt x="6516" y="59"/>
                  </a:lnTo>
                  <a:lnTo>
                    <a:pt x="6342" y="59"/>
                  </a:lnTo>
                  <a:lnTo>
                    <a:pt x="6342" y="59"/>
                  </a:lnTo>
                  <a:lnTo>
                    <a:pt x="6283" y="59"/>
                  </a:lnTo>
                  <a:lnTo>
                    <a:pt x="6283" y="59"/>
                  </a:lnTo>
                  <a:lnTo>
                    <a:pt x="6167" y="59"/>
                  </a:lnTo>
                  <a:lnTo>
                    <a:pt x="6167" y="59"/>
                  </a:lnTo>
                  <a:lnTo>
                    <a:pt x="6167" y="59"/>
                  </a:lnTo>
                  <a:lnTo>
                    <a:pt x="6109" y="59"/>
                  </a:lnTo>
                  <a:lnTo>
                    <a:pt x="6167" y="59"/>
                  </a:lnTo>
                  <a:lnTo>
                    <a:pt x="6109" y="59"/>
                  </a:lnTo>
                  <a:lnTo>
                    <a:pt x="6109" y="59"/>
                  </a:lnTo>
                  <a:lnTo>
                    <a:pt x="5934" y="1"/>
                  </a:lnTo>
                  <a:lnTo>
                    <a:pt x="5934" y="1"/>
                  </a:lnTo>
                  <a:lnTo>
                    <a:pt x="5934" y="1"/>
                  </a:lnTo>
                  <a:lnTo>
                    <a:pt x="5934" y="1"/>
                  </a:lnTo>
                  <a:lnTo>
                    <a:pt x="5934" y="1"/>
                  </a:lnTo>
                  <a:lnTo>
                    <a:pt x="5934" y="1"/>
                  </a:lnTo>
                  <a:lnTo>
                    <a:pt x="5934" y="1"/>
                  </a:lnTo>
                  <a:lnTo>
                    <a:pt x="5760" y="1"/>
                  </a:lnTo>
                  <a:lnTo>
                    <a:pt x="5760" y="1"/>
                  </a:lnTo>
                  <a:lnTo>
                    <a:pt x="5760" y="1"/>
                  </a:lnTo>
                  <a:lnTo>
                    <a:pt x="5760" y="1"/>
                  </a:lnTo>
                  <a:lnTo>
                    <a:pt x="5411" y="1"/>
                  </a:lnTo>
                  <a:lnTo>
                    <a:pt x="5411" y="1"/>
                  </a:lnTo>
                  <a:lnTo>
                    <a:pt x="5120" y="1"/>
                  </a:lnTo>
                  <a:lnTo>
                    <a:pt x="5178" y="1"/>
                  </a:lnTo>
                  <a:lnTo>
                    <a:pt x="5120" y="1"/>
                  </a:lnTo>
                  <a:lnTo>
                    <a:pt x="5120" y="1"/>
                  </a:lnTo>
                  <a:lnTo>
                    <a:pt x="4480" y="59"/>
                  </a:lnTo>
                  <a:lnTo>
                    <a:pt x="4422" y="59"/>
                  </a:lnTo>
                  <a:lnTo>
                    <a:pt x="4422" y="59"/>
                  </a:lnTo>
                  <a:lnTo>
                    <a:pt x="4131" y="59"/>
                  </a:lnTo>
                  <a:lnTo>
                    <a:pt x="4131" y="117"/>
                  </a:lnTo>
                  <a:lnTo>
                    <a:pt x="4131" y="117"/>
                  </a:lnTo>
                  <a:lnTo>
                    <a:pt x="3840" y="117"/>
                  </a:lnTo>
                  <a:lnTo>
                    <a:pt x="3782" y="117"/>
                  </a:lnTo>
                  <a:lnTo>
                    <a:pt x="3782" y="117"/>
                  </a:lnTo>
                  <a:lnTo>
                    <a:pt x="3491" y="175"/>
                  </a:lnTo>
                  <a:lnTo>
                    <a:pt x="3491" y="175"/>
                  </a:lnTo>
                  <a:lnTo>
                    <a:pt x="3491" y="175"/>
                  </a:lnTo>
                  <a:lnTo>
                    <a:pt x="3491" y="175"/>
                  </a:lnTo>
                  <a:lnTo>
                    <a:pt x="2851" y="350"/>
                  </a:lnTo>
                  <a:lnTo>
                    <a:pt x="2269" y="582"/>
                  </a:lnTo>
                  <a:lnTo>
                    <a:pt x="1688" y="931"/>
                  </a:lnTo>
                  <a:lnTo>
                    <a:pt x="1164" y="1339"/>
                  </a:lnTo>
                  <a:lnTo>
                    <a:pt x="873" y="1571"/>
                  </a:lnTo>
                  <a:lnTo>
                    <a:pt x="699" y="1804"/>
                  </a:lnTo>
                  <a:lnTo>
                    <a:pt x="524" y="2095"/>
                  </a:lnTo>
                  <a:lnTo>
                    <a:pt x="349" y="2444"/>
                  </a:lnTo>
                  <a:lnTo>
                    <a:pt x="175" y="2793"/>
                  </a:lnTo>
                  <a:lnTo>
                    <a:pt x="117" y="3200"/>
                  </a:lnTo>
                  <a:lnTo>
                    <a:pt x="59" y="3608"/>
                  </a:lnTo>
                  <a:lnTo>
                    <a:pt x="0" y="4073"/>
                  </a:lnTo>
                  <a:lnTo>
                    <a:pt x="0" y="4073"/>
                  </a:lnTo>
                  <a:lnTo>
                    <a:pt x="59" y="4596"/>
                  </a:lnTo>
                  <a:lnTo>
                    <a:pt x="117" y="5062"/>
                  </a:lnTo>
                  <a:lnTo>
                    <a:pt x="175" y="5469"/>
                  </a:lnTo>
                  <a:lnTo>
                    <a:pt x="349" y="5876"/>
                  </a:lnTo>
                  <a:lnTo>
                    <a:pt x="640" y="6691"/>
                  </a:lnTo>
                  <a:lnTo>
                    <a:pt x="1106" y="7389"/>
                  </a:lnTo>
                  <a:lnTo>
                    <a:pt x="1571" y="8029"/>
                  </a:lnTo>
                  <a:lnTo>
                    <a:pt x="2095" y="8669"/>
                  </a:lnTo>
                  <a:lnTo>
                    <a:pt x="3200" y="9658"/>
                  </a:lnTo>
                  <a:lnTo>
                    <a:pt x="3200" y="9658"/>
                  </a:lnTo>
                  <a:lnTo>
                    <a:pt x="3200" y="9658"/>
                  </a:lnTo>
                  <a:lnTo>
                    <a:pt x="3258" y="9716"/>
                  </a:lnTo>
                  <a:lnTo>
                    <a:pt x="3316" y="9774"/>
                  </a:lnTo>
                  <a:lnTo>
                    <a:pt x="3316" y="9774"/>
                  </a:lnTo>
                  <a:lnTo>
                    <a:pt x="3316" y="9774"/>
                  </a:lnTo>
                  <a:lnTo>
                    <a:pt x="3433" y="9949"/>
                  </a:lnTo>
                  <a:lnTo>
                    <a:pt x="3491" y="9949"/>
                  </a:lnTo>
                  <a:lnTo>
                    <a:pt x="3491" y="9949"/>
                  </a:lnTo>
                  <a:lnTo>
                    <a:pt x="3607" y="10065"/>
                  </a:lnTo>
                  <a:lnTo>
                    <a:pt x="3665" y="10123"/>
                  </a:lnTo>
                  <a:lnTo>
                    <a:pt x="3665" y="10123"/>
                  </a:lnTo>
                  <a:lnTo>
                    <a:pt x="3782" y="10240"/>
                  </a:lnTo>
                  <a:lnTo>
                    <a:pt x="3782" y="10240"/>
                  </a:lnTo>
                  <a:lnTo>
                    <a:pt x="3782" y="10240"/>
                  </a:lnTo>
                  <a:lnTo>
                    <a:pt x="3898" y="10356"/>
                  </a:lnTo>
                  <a:lnTo>
                    <a:pt x="3956" y="10414"/>
                  </a:lnTo>
                  <a:lnTo>
                    <a:pt x="3956" y="10414"/>
                  </a:lnTo>
                  <a:lnTo>
                    <a:pt x="4073" y="10530"/>
                  </a:lnTo>
                  <a:lnTo>
                    <a:pt x="4073" y="10530"/>
                  </a:lnTo>
                  <a:lnTo>
                    <a:pt x="4073" y="10530"/>
                  </a:lnTo>
                  <a:lnTo>
                    <a:pt x="4189" y="10647"/>
                  </a:lnTo>
                  <a:lnTo>
                    <a:pt x="4189" y="10647"/>
                  </a:lnTo>
                  <a:lnTo>
                    <a:pt x="4189" y="10647"/>
                  </a:lnTo>
                  <a:lnTo>
                    <a:pt x="4305" y="10763"/>
                  </a:lnTo>
                  <a:lnTo>
                    <a:pt x="4305" y="10821"/>
                  </a:lnTo>
                  <a:lnTo>
                    <a:pt x="4305" y="10821"/>
                  </a:lnTo>
                  <a:lnTo>
                    <a:pt x="4364" y="10938"/>
                  </a:lnTo>
                  <a:lnTo>
                    <a:pt x="4364" y="10938"/>
                  </a:lnTo>
                  <a:lnTo>
                    <a:pt x="4364" y="10938"/>
                  </a:lnTo>
                  <a:lnTo>
                    <a:pt x="4480" y="11054"/>
                  </a:lnTo>
                  <a:lnTo>
                    <a:pt x="4480" y="11054"/>
                  </a:lnTo>
                  <a:lnTo>
                    <a:pt x="4480" y="11054"/>
                  </a:lnTo>
                  <a:lnTo>
                    <a:pt x="4829" y="12334"/>
                  </a:lnTo>
                  <a:lnTo>
                    <a:pt x="4654" y="12334"/>
                  </a:lnTo>
                  <a:lnTo>
                    <a:pt x="4654" y="12334"/>
                  </a:lnTo>
                  <a:lnTo>
                    <a:pt x="4596" y="12334"/>
                  </a:lnTo>
                  <a:lnTo>
                    <a:pt x="4538" y="12392"/>
                  </a:lnTo>
                  <a:lnTo>
                    <a:pt x="4538" y="12392"/>
                  </a:lnTo>
                  <a:lnTo>
                    <a:pt x="4596" y="12450"/>
                  </a:lnTo>
                  <a:lnTo>
                    <a:pt x="4654" y="12450"/>
                  </a:lnTo>
                  <a:lnTo>
                    <a:pt x="4654" y="12450"/>
                  </a:lnTo>
                  <a:lnTo>
                    <a:pt x="4713" y="12683"/>
                  </a:lnTo>
                  <a:lnTo>
                    <a:pt x="4713" y="12683"/>
                  </a:lnTo>
                  <a:lnTo>
                    <a:pt x="4829" y="13381"/>
                  </a:lnTo>
                  <a:lnTo>
                    <a:pt x="5934" y="13381"/>
                  </a:lnTo>
                  <a:close/>
                  <a:moveTo>
                    <a:pt x="5469" y="11229"/>
                  </a:moveTo>
                  <a:lnTo>
                    <a:pt x="5469" y="11229"/>
                  </a:lnTo>
                  <a:lnTo>
                    <a:pt x="5411" y="11229"/>
                  </a:lnTo>
                  <a:lnTo>
                    <a:pt x="5469" y="11229"/>
                  </a:lnTo>
                  <a:close/>
                  <a:moveTo>
                    <a:pt x="5702" y="11229"/>
                  </a:moveTo>
                  <a:lnTo>
                    <a:pt x="5702" y="11229"/>
                  </a:lnTo>
                  <a:lnTo>
                    <a:pt x="5643" y="11229"/>
                  </a:lnTo>
                  <a:lnTo>
                    <a:pt x="5702" y="11229"/>
                  </a:lnTo>
                  <a:close/>
                  <a:moveTo>
                    <a:pt x="5236" y="11229"/>
                  </a:moveTo>
                  <a:lnTo>
                    <a:pt x="5178" y="11229"/>
                  </a:lnTo>
                  <a:lnTo>
                    <a:pt x="5236" y="11229"/>
                  </a:lnTo>
                  <a:close/>
                  <a:moveTo>
                    <a:pt x="5178" y="11229"/>
                  </a:moveTo>
                  <a:lnTo>
                    <a:pt x="5236" y="11229"/>
                  </a:lnTo>
                  <a:lnTo>
                    <a:pt x="5236" y="11229"/>
                  </a:lnTo>
                  <a:lnTo>
                    <a:pt x="5294" y="11229"/>
                  </a:lnTo>
                  <a:lnTo>
                    <a:pt x="5294" y="11229"/>
                  </a:lnTo>
                  <a:lnTo>
                    <a:pt x="5353" y="11229"/>
                  </a:lnTo>
                  <a:lnTo>
                    <a:pt x="5353" y="11229"/>
                  </a:lnTo>
                  <a:lnTo>
                    <a:pt x="5411" y="11229"/>
                  </a:lnTo>
                  <a:lnTo>
                    <a:pt x="5469" y="11229"/>
                  </a:lnTo>
                  <a:lnTo>
                    <a:pt x="5469" y="11229"/>
                  </a:lnTo>
                  <a:lnTo>
                    <a:pt x="5585" y="11229"/>
                  </a:lnTo>
                  <a:lnTo>
                    <a:pt x="5585" y="11229"/>
                  </a:lnTo>
                  <a:lnTo>
                    <a:pt x="5643" y="11229"/>
                  </a:lnTo>
                  <a:lnTo>
                    <a:pt x="5702" y="11229"/>
                  </a:lnTo>
                  <a:lnTo>
                    <a:pt x="5527" y="12334"/>
                  </a:lnTo>
                  <a:lnTo>
                    <a:pt x="5178" y="12334"/>
                  </a:lnTo>
                  <a:lnTo>
                    <a:pt x="5062" y="11170"/>
                  </a:lnTo>
                  <a:lnTo>
                    <a:pt x="5062" y="11170"/>
                  </a:lnTo>
                  <a:lnTo>
                    <a:pt x="5178" y="11229"/>
                  </a:lnTo>
                  <a:lnTo>
                    <a:pt x="5178" y="11229"/>
                  </a:lnTo>
                  <a:close/>
                  <a:moveTo>
                    <a:pt x="5818" y="12334"/>
                  </a:moveTo>
                  <a:lnTo>
                    <a:pt x="5643" y="12334"/>
                  </a:lnTo>
                  <a:lnTo>
                    <a:pt x="5760" y="11170"/>
                  </a:lnTo>
                  <a:lnTo>
                    <a:pt x="5760" y="11170"/>
                  </a:lnTo>
                  <a:lnTo>
                    <a:pt x="5760" y="11170"/>
                  </a:lnTo>
                  <a:lnTo>
                    <a:pt x="5760" y="11170"/>
                  </a:lnTo>
                  <a:lnTo>
                    <a:pt x="5876" y="11170"/>
                  </a:lnTo>
                  <a:lnTo>
                    <a:pt x="5934" y="11170"/>
                  </a:lnTo>
                  <a:lnTo>
                    <a:pt x="5876" y="11170"/>
                  </a:lnTo>
                  <a:lnTo>
                    <a:pt x="5934" y="11170"/>
                  </a:lnTo>
                  <a:lnTo>
                    <a:pt x="5934" y="11170"/>
                  </a:lnTo>
                  <a:lnTo>
                    <a:pt x="5934" y="11170"/>
                  </a:lnTo>
                  <a:lnTo>
                    <a:pt x="5993" y="11170"/>
                  </a:lnTo>
                  <a:lnTo>
                    <a:pt x="5993" y="11170"/>
                  </a:lnTo>
                  <a:lnTo>
                    <a:pt x="6109" y="11112"/>
                  </a:lnTo>
                  <a:lnTo>
                    <a:pt x="6109" y="11112"/>
                  </a:lnTo>
                  <a:lnTo>
                    <a:pt x="6167" y="11112"/>
                  </a:lnTo>
                  <a:lnTo>
                    <a:pt x="5818" y="12334"/>
                  </a:lnTo>
                  <a:close/>
                  <a:moveTo>
                    <a:pt x="4538" y="11054"/>
                  </a:moveTo>
                  <a:lnTo>
                    <a:pt x="4596" y="11112"/>
                  </a:lnTo>
                  <a:lnTo>
                    <a:pt x="4596" y="11112"/>
                  </a:lnTo>
                  <a:lnTo>
                    <a:pt x="4713" y="11112"/>
                  </a:lnTo>
                  <a:lnTo>
                    <a:pt x="4713" y="11112"/>
                  </a:lnTo>
                  <a:lnTo>
                    <a:pt x="4829" y="11170"/>
                  </a:lnTo>
                  <a:lnTo>
                    <a:pt x="4829" y="11170"/>
                  </a:lnTo>
                  <a:lnTo>
                    <a:pt x="4945" y="11170"/>
                  </a:lnTo>
                  <a:lnTo>
                    <a:pt x="4945" y="11170"/>
                  </a:lnTo>
                  <a:lnTo>
                    <a:pt x="4945" y="11170"/>
                  </a:lnTo>
                  <a:lnTo>
                    <a:pt x="4945" y="11170"/>
                  </a:lnTo>
                  <a:lnTo>
                    <a:pt x="4945" y="11170"/>
                  </a:lnTo>
                  <a:lnTo>
                    <a:pt x="4945" y="11170"/>
                  </a:lnTo>
                  <a:lnTo>
                    <a:pt x="4945" y="11170"/>
                  </a:lnTo>
                  <a:lnTo>
                    <a:pt x="5120" y="12334"/>
                  </a:lnTo>
                  <a:lnTo>
                    <a:pt x="4945" y="12334"/>
                  </a:lnTo>
                  <a:lnTo>
                    <a:pt x="4538" y="11054"/>
                  </a:lnTo>
                  <a:close/>
                </a:path>
              </a:pathLst>
            </a:custGeom>
            <a:solidFill>
              <a:schemeClr val="accent4"/>
            </a:solidFill>
            <a:ln w="76200" cap="flat" cmpd="sng">
              <a:solidFill>
                <a:schemeClr val="accent4"/>
              </a:solidFill>
              <a:prstDash val="solid"/>
              <a:round/>
              <a:headEnd type="none" w="sm" len="sm"/>
              <a:tailEnd type="none" w="sm" len="sm"/>
            </a:ln>
            <a:effectLst>
              <a:outerShdw blurRad="57150" algn="bl" rotWithShape="0">
                <a:schemeClr val="dk1">
                  <a:alpha val="2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9" name="Google Shape;1027;p38"/>
            <p:cNvGrpSpPr/>
            <p:nvPr/>
          </p:nvGrpSpPr>
          <p:grpSpPr>
            <a:xfrm>
              <a:off x="2916050" y="4924225"/>
              <a:ext cx="267625" cy="333075"/>
              <a:chOff x="3863075" y="1523800"/>
              <a:chExt cx="267625" cy="333075"/>
            </a:xfrm>
          </p:grpSpPr>
          <p:sp>
            <p:nvSpPr>
              <p:cNvPr id="230" name="Google Shape;1028;p38"/>
              <p:cNvSpPr/>
              <p:nvPr/>
            </p:nvSpPr>
            <p:spPr>
              <a:xfrm>
                <a:off x="3863075" y="1523800"/>
                <a:ext cx="267625" cy="280725"/>
              </a:xfrm>
              <a:custGeom>
                <a:avLst/>
                <a:gdLst/>
                <a:ahLst/>
                <a:cxnLst/>
                <a:rect l="l" t="t" r="r" b="b"/>
                <a:pathLst>
                  <a:path w="10705" h="11229" extrusionOk="0">
                    <a:moveTo>
                      <a:pt x="4771" y="1"/>
                    </a:moveTo>
                    <a:lnTo>
                      <a:pt x="3956" y="117"/>
                    </a:lnTo>
                    <a:lnTo>
                      <a:pt x="3084" y="291"/>
                    </a:lnTo>
                    <a:lnTo>
                      <a:pt x="2618" y="408"/>
                    </a:lnTo>
                    <a:lnTo>
                      <a:pt x="2153" y="582"/>
                    </a:lnTo>
                    <a:lnTo>
                      <a:pt x="1746" y="815"/>
                    </a:lnTo>
                    <a:lnTo>
                      <a:pt x="1338" y="1106"/>
                    </a:lnTo>
                    <a:lnTo>
                      <a:pt x="989" y="1455"/>
                    </a:lnTo>
                    <a:lnTo>
                      <a:pt x="640" y="1862"/>
                    </a:lnTo>
                    <a:lnTo>
                      <a:pt x="408" y="2269"/>
                    </a:lnTo>
                    <a:lnTo>
                      <a:pt x="175" y="2793"/>
                    </a:lnTo>
                    <a:lnTo>
                      <a:pt x="59" y="3375"/>
                    </a:lnTo>
                    <a:lnTo>
                      <a:pt x="0" y="4073"/>
                    </a:lnTo>
                    <a:lnTo>
                      <a:pt x="59" y="4771"/>
                    </a:lnTo>
                    <a:lnTo>
                      <a:pt x="175" y="5411"/>
                    </a:lnTo>
                    <a:lnTo>
                      <a:pt x="349" y="5993"/>
                    </a:lnTo>
                    <a:lnTo>
                      <a:pt x="640" y="6574"/>
                    </a:lnTo>
                    <a:lnTo>
                      <a:pt x="931" y="7098"/>
                    </a:lnTo>
                    <a:lnTo>
                      <a:pt x="1222" y="7563"/>
                    </a:lnTo>
                    <a:lnTo>
                      <a:pt x="1571" y="8029"/>
                    </a:lnTo>
                    <a:lnTo>
                      <a:pt x="1978" y="8494"/>
                    </a:lnTo>
                    <a:lnTo>
                      <a:pt x="2735" y="9251"/>
                    </a:lnTo>
                    <a:lnTo>
                      <a:pt x="3491" y="9949"/>
                    </a:lnTo>
                    <a:lnTo>
                      <a:pt x="4073" y="10530"/>
                    </a:lnTo>
                    <a:lnTo>
                      <a:pt x="4305" y="10763"/>
                    </a:lnTo>
                    <a:lnTo>
                      <a:pt x="4480" y="11054"/>
                    </a:lnTo>
                    <a:lnTo>
                      <a:pt x="4945" y="11170"/>
                    </a:lnTo>
                    <a:lnTo>
                      <a:pt x="5411" y="11229"/>
                    </a:lnTo>
                    <a:lnTo>
                      <a:pt x="5876" y="11170"/>
                    </a:lnTo>
                    <a:lnTo>
                      <a:pt x="6342" y="11054"/>
                    </a:lnTo>
                    <a:lnTo>
                      <a:pt x="6516" y="10763"/>
                    </a:lnTo>
                    <a:lnTo>
                      <a:pt x="6749" y="10530"/>
                    </a:lnTo>
                    <a:lnTo>
                      <a:pt x="7331" y="9949"/>
                    </a:lnTo>
                    <a:lnTo>
                      <a:pt x="8029" y="9251"/>
                    </a:lnTo>
                    <a:lnTo>
                      <a:pt x="8785" y="8494"/>
                    </a:lnTo>
                    <a:lnTo>
                      <a:pt x="9192" y="8029"/>
                    </a:lnTo>
                    <a:lnTo>
                      <a:pt x="9541" y="7563"/>
                    </a:lnTo>
                    <a:lnTo>
                      <a:pt x="9832" y="7098"/>
                    </a:lnTo>
                    <a:lnTo>
                      <a:pt x="10123" y="6574"/>
                    </a:lnTo>
                    <a:lnTo>
                      <a:pt x="10356" y="5993"/>
                    </a:lnTo>
                    <a:lnTo>
                      <a:pt x="10588" y="5411"/>
                    </a:lnTo>
                    <a:lnTo>
                      <a:pt x="10705" y="4771"/>
                    </a:lnTo>
                    <a:lnTo>
                      <a:pt x="10705" y="4073"/>
                    </a:lnTo>
                    <a:lnTo>
                      <a:pt x="10705" y="3375"/>
                    </a:lnTo>
                    <a:lnTo>
                      <a:pt x="10530" y="2793"/>
                    </a:lnTo>
                    <a:lnTo>
                      <a:pt x="10356" y="2269"/>
                    </a:lnTo>
                    <a:lnTo>
                      <a:pt x="10065" y="1862"/>
                    </a:lnTo>
                    <a:lnTo>
                      <a:pt x="9774" y="1455"/>
                    </a:lnTo>
                    <a:lnTo>
                      <a:pt x="9425" y="1106"/>
                    </a:lnTo>
                    <a:lnTo>
                      <a:pt x="9018" y="815"/>
                    </a:lnTo>
                    <a:lnTo>
                      <a:pt x="8610" y="582"/>
                    </a:lnTo>
                    <a:lnTo>
                      <a:pt x="8145" y="408"/>
                    </a:lnTo>
                    <a:lnTo>
                      <a:pt x="7680" y="291"/>
                    </a:lnTo>
                    <a:lnTo>
                      <a:pt x="6807" y="117"/>
                    </a:lnTo>
                    <a:lnTo>
                      <a:pt x="6051" y="1"/>
                    </a:lnTo>
                    <a:close/>
                  </a:path>
                </a:pathLst>
              </a:custGeom>
              <a:solidFill>
                <a:srgbClr val="A1E5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1029;p38"/>
              <p:cNvSpPr/>
              <p:nvPr/>
            </p:nvSpPr>
            <p:spPr>
              <a:xfrm>
                <a:off x="3863075" y="1523800"/>
                <a:ext cx="267625" cy="280725"/>
              </a:xfrm>
              <a:custGeom>
                <a:avLst/>
                <a:gdLst/>
                <a:ahLst/>
                <a:cxnLst/>
                <a:rect l="l" t="t" r="r" b="b"/>
                <a:pathLst>
                  <a:path w="10705" h="11229" fill="none" extrusionOk="0">
                    <a:moveTo>
                      <a:pt x="5411" y="1"/>
                    </a:moveTo>
                    <a:lnTo>
                      <a:pt x="5411" y="1"/>
                    </a:lnTo>
                    <a:lnTo>
                      <a:pt x="4771" y="1"/>
                    </a:lnTo>
                    <a:lnTo>
                      <a:pt x="3956" y="117"/>
                    </a:lnTo>
                    <a:lnTo>
                      <a:pt x="3084" y="291"/>
                    </a:lnTo>
                    <a:lnTo>
                      <a:pt x="2618" y="408"/>
                    </a:lnTo>
                    <a:lnTo>
                      <a:pt x="2153" y="582"/>
                    </a:lnTo>
                    <a:lnTo>
                      <a:pt x="1746" y="815"/>
                    </a:lnTo>
                    <a:lnTo>
                      <a:pt x="1338" y="1106"/>
                    </a:lnTo>
                    <a:lnTo>
                      <a:pt x="989" y="1455"/>
                    </a:lnTo>
                    <a:lnTo>
                      <a:pt x="640" y="1862"/>
                    </a:lnTo>
                    <a:lnTo>
                      <a:pt x="408" y="2269"/>
                    </a:lnTo>
                    <a:lnTo>
                      <a:pt x="175" y="2793"/>
                    </a:lnTo>
                    <a:lnTo>
                      <a:pt x="59" y="3375"/>
                    </a:lnTo>
                    <a:lnTo>
                      <a:pt x="0" y="4073"/>
                    </a:lnTo>
                    <a:lnTo>
                      <a:pt x="0" y="4073"/>
                    </a:lnTo>
                    <a:lnTo>
                      <a:pt x="59" y="4771"/>
                    </a:lnTo>
                    <a:lnTo>
                      <a:pt x="175" y="5411"/>
                    </a:lnTo>
                    <a:lnTo>
                      <a:pt x="349" y="5993"/>
                    </a:lnTo>
                    <a:lnTo>
                      <a:pt x="640" y="6574"/>
                    </a:lnTo>
                    <a:lnTo>
                      <a:pt x="931" y="7098"/>
                    </a:lnTo>
                    <a:lnTo>
                      <a:pt x="1222" y="7563"/>
                    </a:lnTo>
                    <a:lnTo>
                      <a:pt x="1571" y="8029"/>
                    </a:lnTo>
                    <a:lnTo>
                      <a:pt x="1978" y="8494"/>
                    </a:lnTo>
                    <a:lnTo>
                      <a:pt x="2735" y="9251"/>
                    </a:lnTo>
                    <a:lnTo>
                      <a:pt x="3491" y="9949"/>
                    </a:lnTo>
                    <a:lnTo>
                      <a:pt x="4073" y="10530"/>
                    </a:lnTo>
                    <a:lnTo>
                      <a:pt x="4305" y="10763"/>
                    </a:lnTo>
                    <a:lnTo>
                      <a:pt x="4480" y="11054"/>
                    </a:lnTo>
                    <a:lnTo>
                      <a:pt x="4480" y="11054"/>
                    </a:lnTo>
                    <a:lnTo>
                      <a:pt x="4945" y="11170"/>
                    </a:lnTo>
                    <a:lnTo>
                      <a:pt x="5411" y="11229"/>
                    </a:lnTo>
                    <a:lnTo>
                      <a:pt x="5876" y="11170"/>
                    </a:lnTo>
                    <a:lnTo>
                      <a:pt x="6342" y="11054"/>
                    </a:lnTo>
                    <a:lnTo>
                      <a:pt x="6342" y="11054"/>
                    </a:lnTo>
                    <a:lnTo>
                      <a:pt x="6516" y="10763"/>
                    </a:lnTo>
                    <a:lnTo>
                      <a:pt x="6749" y="10530"/>
                    </a:lnTo>
                    <a:lnTo>
                      <a:pt x="7331" y="9949"/>
                    </a:lnTo>
                    <a:lnTo>
                      <a:pt x="8029" y="9251"/>
                    </a:lnTo>
                    <a:lnTo>
                      <a:pt x="8785" y="8494"/>
                    </a:lnTo>
                    <a:lnTo>
                      <a:pt x="9192" y="8029"/>
                    </a:lnTo>
                    <a:lnTo>
                      <a:pt x="9541" y="7563"/>
                    </a:lnTo>
                    <a:lnTo>
                      <a:pt x="9832" y="7098"/>
                    </a:lnTo>
                    <a:lnTo>
                      <a:pt x="10123" y="6574"/>
                    </a:lnTo>
                    <a:lnTo>
                      <a:pt x="10356" y="5993"/>
                    </a:lnTo>
                    <a:lnTo>
                      <a:pt x="10588" y="5411"/>
                    </a:lnTo>
                    <a:lnTo>
                      <a:pt x="10705" y="4771"/>
                    </a:lnTo>
                    <a:lnTo>
                      <a:pt x="10705" y="4073"/>
                    </a:lnTo>
                    <a:lnTo>
                      <a:pt x="10705" y="4073"/>
                    </a:lnTo>
                    <a:lnTo>
                      <a:pt x="10705" y="3375"/>
                    </a:lnTo>
                    <a:lnTo>
                      <a:pt x="10530" y="2793"/>
                    </a:lnTo>
                    <a:lnTo>
                      <a:pt x="10356" y="2269"/>
                    </a:lnTo>
                    <a:lnTo>
                      <a:pt x="10065" y="1862"/>
                    </a:lnTo>
                    <a:lnTo>
                      <a:pt x="9774" y="1455"/>
                    </a:lnTo>
                    <a:lnTo>
                      <a:pt x="9425" y="1106"/>
                    </a:lnTo>
                    <a:lnTo>
                      <a:pt x="9018" y="815"/>
                    </a:lnTo>
                    <a:lnTo>
                      <a:pt x="8610" y="582"/>
                    </a:lnTo>
                    <a:lnTo>
                      <a:pt x="8145" y="408"/>
                    </a:lnTo>
                    <a:lnTo>
                      <a:pt x="7680" y="291"/>
                    </a:lnTo>
                    <a:lnTo>
                      <a:pt x="6807" y="117"/>
                    </a:lnTo>
                    <a:lnTo>
                      <a:pt x="6051" y="1"/>
                    </a:lnTo>
                    <a:lnTo>
                      <a:pt x="5411"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1030;p38"/>
              <p:cNvSpPr/>
              <p:nvPr/>
            </p:nvSpPr>
            <p:spPr>
              <a:xfrm>
                <a:off x="3863075" y="1523800"/>
                <a:ext cx="267625" cy="280725"/>
              </a:xfrm>
              <a:custGeom>
                <a:avLst/>
                <a:gdLst/>
                <a:ahLst/>
                <a:cxnLst/>
                <a:rect l="l" t="t" r="r" b="b"/>
                <a:pathLst>
                  <a:path w="10705" h="11229" extrusionOk="0">
                    <a:moveTo>
                      <a:pt x="4771" y="1"/>
                    </a:moveTo>
                    <a:lnTo>
                      <a:pt x="3956" y="117"/>
                    </a:lnTo>
                    <a:lnTo>
                      <a:pt x="3084" y="291"/>
                    </a:lnTo>
                    <a:lnTo>
                      <a:pt x="2618" y="408"/>
                    </a:lnTo>
                    <a:lnTo>
                      <a:pt x="2153" y="582"/>
                    </a:lnTo>
                    <a:lnTo>
                      <a:pt x="1746" y="815"/>
                    </a:lnTo>
                    <a:lnTo>
                      <a:pt x="1338" y="1106"/>
                    </a:lnTo>
                    <a:lnTo>
                      <a:pt x="989" y="1455"/>
                    </a:lnTo>
                    <a:lnTo>
                      <a:pt x="640" y="1862"/>
                    </a:lnTo>
                    <a:lnTo>
                      <a:pt x="408" y="2269"/>
                    </a:lnTo>
                    <a:lnTo>
                      <a:pt x="175" y="2793"/>
                    </a:lnTo>
                    <a:lnTo>
                      <a:pt x="59" y="3375"/>
                    </a:lnTo>
                    <a:lnTo>
                      <a:pt x="0" y="4073"/>
                    </a:lnTo>
                    <a:lnTo>
                      <a:pt x="59" y="4771"/>
                    </a:lnTo>
                    <a:lnTo>
                      <a:pt x="175" y="5411"/>
                    </a:lnTo>
                    <a:lnTo>
                      <a:pt x="349" y="5993"/>
                    </a:lnTo>
                    <a:lnTo>
                      <a:pt x="640" y="6574"/>
                    </a:lnTo>
                    <a:lnTo>
                      <a:pt x="931" y="7098"/>
                    </a:lnTo>
                    <a:lnTo>
                      <a:pt x="1222" y="7563"/>
                    </a:lnTo>
                    <a:lnTo>
                      <a:pt x="1571" y="8029"/>
                    </a:lnTo>
                    <a:lnTo>
                      <a:pt x="1978" y="8494"/>
                    </a:lnTo>
                    <a:lnTo>
                      <a:pt x="2735" y="9251"/>
                    </a:lnTo>
                    <a:lnTo>
                      <a:pt x="3491" y="9949"/>
                    </a:lnTo>
                    <a:lnTo>
                      <a:pt x="4073" y="10530"/>
                    </a:lnTo>
                    <a:lnTo>
                      <a:pt x="4305" y="10763"/>
                    </a:lnTo>
                    <a:lnTo>
                      <a:pt x="4480" y="11054"/>
                    </a:lnTo>
                    <a:lnTo>
                      <a:pt x="4945" y="11170"/>
                    </a:lnTo>
                    <a:lnTo>
                      <a:pt x="5411" y="11229"/>
                    </a:lnTo>
                    <a:lnTo>
                      <a:pt x="5876" y="11170"/>
                    </a:lnTo>
                    <a:lnTo>
                      <a:pt x="6342" y="11054"/>
                    </a:lnTo>
                    <a:lnTo>
                      <a:pt x="6516" y="10763"/>
                    </a:lnTo>
                    <a:lnTo>
                      <a:pt x="6749" y="10530"/>
                    </a:lnTo>
                    <a:lnTo>
                      <a:pt x="7331" y="9949"/>
                    </a:lnTo>
                    <a:lnTo>
                      <a:pt x="8029" y="9251"/>
                    </a:lnTo>
                    <a:lnTo>
                      <a:pt x="8785" y="8494"/>
                    </a:lnTo>
                    <a:lnTo>
                      <a:pt x="9192" y="8029"/>
                    </a:lnTo>
                    <a:lnTo>
                      <a:pt x="9541" y="7563"/>
                    </a:lnTo>
                    <a:lnTo>
                      <a:pt x="9832" y="7098"/>
                    </a:lnTo>
                    <a:lnTo>
                      <a:pt x="10123" y="6574"/>
                    </a:lnTo>
                    <a:lnTo>
                      <a:pt x="10356" y="5993"/>
                    </a:lnTo>
                    <a:lnTo>
                      <a:pt x="10588" y="5411"/>
                    </a:lnTo>
                    <a:lnTo>
                      <a:pt x="10705" y="4771"/>
                    </a:lnTo>
                    <a:lnTo>
                      <a:pt x="10705" y="4073"/>
                    </a:lnTo>
                    <a:lnTo>
                      <a:pt x="10705" y="3375"/>
                    </a:lnTo>
                    <a:lnTo>
                      <a:pt x="10530" y="2793"/>
                    </a:lnTo>
                    <a:lnTo>
                      <a:pt x="10356" y="2269"/>
                    </a:lnTo>
                    <a:lnTo>
                      <a:pt x="10065" y="1862"/>
                    </a:lnTo>
                    <a:lnTo>
                      <a:pt x="9774" y="1455"/>
                    </a:lnTo>
                    <a:lnTo>
                      <a:pt x="9425" y="1106"/>
                    </a:lnTo>
                    <a:lnTo>
                      <a:pt x="9018" y="815"/>
                    </a:lnTo>
                    <a:lnTo>
                      <a:pt x="8610" y="582"/>
                    </a:lnTo>
                    <a:lnTo>
                      <a:pt x="8145" y="408"/>
                    </a:lnTo>
                    <a:lnTo>
                      <a:pt x="7680" y="291"/>
                    </a:lnTo>
                    <a:lnTo>
                      <a:pt x="6807" y="117"/>
                    </a:lnTo>
                    <a:lnTo>
                      <a:pt x="605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1031;p38"/>
              <p:cNvSpPr/>
              <p:nvPr/>
            </p:nvSpPr>
            <p:spPr>
              <a:xfrm>
                <a:off x="3863075" y="1523800"/>
                <a:ext cx="267625" cy="280725"/>
              </a:xfrm>
              <a:custGeom>
                <a:avLst/>
                <a:gdLst/>
                <a:ahLst/>
                <a:cxnLst/>
                <a:rect l="l" t="t" r="r" b="b"/>
                <a:pathLst>
                  <a:path w="10705" h="11229" fill="none" extrusionOk="0">
                    <a:moveTo>
                      <a:pt x="5411" y="1"/>
                    </a:moveTo>
                    <a:lnTo>
                      <a:pt x="5411" y="1"/>
                    </a:lnTo>
                    <a:lnTo>
                      <a:pt x="4771" y="1"/>
                    </a:lnTo>
                    <a:lnTo>
                      <a:pt x="3956" y="117"/>
                    </a:lnTo>
                    <a:lnTo>
                      <a:pt x="3084" y="291"/>
                    </a:lnTo>
                    <a:lnTo>
                      <a:pt x="2618" y="408"/>
                    </a:lnTo>
                    <a:lnTo>
                      <a:pt x="2153" y="582"/>
                    </a:lnTo>
                    <a:lnTo>
                      <a:pt x="1746" y="815"/>
                    </a:lnTo>
                    <a:lnTo>
                      <a:pt x="1338" y="1106"/>
                    </a:lnTo>
                    <a:lnTo>
                      <a:pt x="989" y="1455"/>
                    </a:lnTo>
                    <a:lnTo>
                      <a:pt x="640" y="1862"/>
                    </a:lnTo>
                    <a:lnTo>
                      <a:pt x="408" y="2269"/>
                    </a:lnTo>
                    <a:lnTo>
                      <a:pt x="175" y="2793"/>
                    </a:lnTo>
                    <a:lnTo>
                      <a:pt x="59" y="3375"/>
                    </a:lnTo>
                    <a:lnTo>
                      <a:pt x="0" y="4073"/>
                    </a:lnTo>
                    <a:lnTo>
                      <a:pt x="0" y="4073"/>
                    </a:lnTo>
                    <a:lnTo>
                      <a:pt x="59" y="4771"/>
                    </a:lnTo>
                    <a:lnTo>
                      <a:pt x="175" y="5411"/>
                    </a:lnTo>
                    <a:lnTo>
                      <a:pt x="349" y="5993"/>
                    </a:lnTo>
                    <a:lnTo>
                      <a:pt x="640" y="6574"/>
                    </a:lnTo>
                    <a:lnTo>
                      <a:pt x="931" y="7098"/>
                    </a:lnTo>
                    <a:lnTo>
                      <a:pt x="1222" y="7563"/>
                    </a:lnTo>
                    <a:lnTo>
                      <a:pt x="1571" y="8029"/>
                    </a:lnTo>
                    <a:lnTo>
                      <a:pt x="1978" y="8494"/>
                    </a:lnTo>
                    <a:lnTo>
                      <a:pt x="2735" y="9251"/>
                    </a:lnTo>
                    <a:lnTo>
                      <a:pt x="3491" y="9949"/>
                    </a:lnTo>
                    <a:lnTo>
                      <a:pt x="4073" y="10530"/>
                    </a:lnTo>
                    <a:lnTo>
                      <a:pt x="4305" y="10763"/>
                    </a:lnTo>
                    <a:lnTo>
                      <a:pt x="4480" y="11054"/>
                    </a:lnTo>
                    <a:lnTo>
                      <a:pt x="4480" y="11054"/>
                    </a:lnTo>
                    <a:lnTo>
                      <a:pt x="4945" y="11170"/>
                    </a:lnTo>
                    <a:lnTo>
                      <a:pt x="5411" y="11229"/>
                    </a:lnTo>
                    <a:lnTo>
                      <a:pt x="5876" y="11170"/>
                    </a:lnTo>
                    <a:lnTo>
                      <a:pt x="6342" y="11054"/>
                    </a:lnTo>
                    <a:lnTo>
                      <a:pt x="6342" y="11054"/>
                    </a:lnTo>
                    <a:lnTo>
                      <a:pt x="6516" y="10763"/>
                    </a:lnTo>
                    <a:lnTo>
                      <a:pt x="6749" y="10530"/>
                    </a:lnTo>
                    <a:lnTo>
                      <a:pt x="7331" y="9949"/>
                    </a:lnTo>
                    <a:lnTo>
                      <a:pt x="8029" y="9251"/>
                    </a:lnTo>
                    <a:lnTo>
                      <a:pt x="8785" y="8494"/>
                    </a:lnTo>
                    <a:lnTo>
                      <a:pt x="9192" y="8029"/>
                    </a:lnTo>
                    <a:lnTo>
                      <a:pt x="9541" y="7563"/>
                    </a:lnTo>
                    <a:lnTo>
                      <a:pt x="9832" y="7098"/>
                    </a:lnTo>
                    <a:lnTo>
                      <a:pt x="10123" y="6574"/>
                    </a:lnTo>
                    <a:lnTo>
                      <a:pt x="10356" y="5993"/>
                    </a:lnTo>
                    <a:lnTo>
                      <a:pt x="10588" y="5411"/>
                    </a:lnTo>
                    <a:lnTo>
                      <a:pt x="10705" y="4771"/>
                    </a:lnTo>
                    <a:lnTo>
                      <a:pt x="10705" y="4073"/>
                    </a:lnTo>
                    <a:lnTo>
                      <a:pt x="10705" y="4073"/>
                    </a:lnTo>
                    <a:lnTo>
                      <a:pt x="10705" y="3375"/>
                    </a:lnTo>
                    <a:lnTo>
                      <a:pt x="10530" y="2793"/>
                    </a:lnTo>
                    <a:lnTo>
                      <a:pt x="10356" y="2269"/>
                    </a:lnTo>
                    <a:lnTo>
                      <a:pt x="10065" y="1862"/>
                    </a:lnTo>
                    <a:lnTo>
                      <a:pt x="9774" y="1455"/>
                    </a:lnTo>
                    <a:lnTo>
                      <a:pt x="9425" y="1106"/>
                    </a:lnTo>
                    <a:lnTo>
                      <a:pt x="9018" y="815"/>
                    </a:lnTo>
                    <a:lnTo>
                      <a:pt x="8610" y="582"/>
                    </a:lnTo>
                    <a:lnTo>
                      <a:pt x="8145" y="408"/>
                    </a:lnTo>
                    <a:lnTo>
                      <a:pt x="7680" y="291"/>
                    </a:lnTo>
                    <a:lnTo>
                      <a:pt x="6807" y="117"/>
                    </a:lnTo>
                    <a:lnTo>
                      <a:pt x="6051" y="1"/>
                    </a:lnTo>
                    <a:lnTo>
                      <a:pt x="5411" y="1"/>
                    </a:lnTo>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1032;p38"/>
              <p:cNvSpPr/>
              <p:nvPr/>
            </p:nvSpPr>
            <p:spPr>
              <a:xfrm>
                <a:off x="3975050" y="1798675"/>
                <a:ext cx="11675" cy="36400"/>
              </a:xfrm>
              <a:custGeom>
                <a:avLst/>
                <a:gdLst/>
                <a:ahLst/>
                <a:cxnLst/>
                <a:rect l="l" t="t" r="r" b="b"/>
                <a:pathLst>
                  <a:path w="467" h="1456" extrusionOk="0">
                    <a:moveTo>
                      <a:pt x="59" y="1"/>
                    </a:moveTo>
                    <a:lnTo>
                      <a:pt x="1" y="59"/>
                    </a:lnTo>
                    <a:lnTo>
                      <a:pt x="408" y="1455"/>
                    </a:lnTo>
                    <a:lnTo>
                      <a:pt x="466" y="1455"/>
                    </a:lnTo>
                    <a:lnTo>
                      <a:pt x="5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1033;p38"/>
              <p:cNvSpPr/>
              <p:nvPr/>
            </p:nvSpPr>
            <p:spPr>
              <a:xfrm>
                <a:off x="3986700" y="1798675"/>
                <a:ext cx="7300" cy="36400"/>
              </a:xfrm>
              <a:custGeom>
                <a:avLst/>
                <a:gdLst/>
                <a:ahLst/>
                <a:cxnLst/>
                <a:rect l="l" t="t" r="r" b="b"/>
                <a:pathLst>
                  <a:path w="292" h="1456" extrusionOk="0">
                    <a:moveTo>
                      <a:pt x="117" y="1"/>
                    </a:moveTo>
                    <a:lnTo>
                      <a:pt x="0" y="59"/>
                    </a:lnTo>
                    <a:lnTo>
                      <a:pt x="175" y="1455"/>
                    </a:lnTo>
                    <a:lnTo>
                      <a:pt x="291" y="1455"/>
                    </a:lnTo>
                    <a:lnTo>
                      <a:pt x="11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1034;p38"/>
              <p:cNvSpPr/>
              <p:nvPr/>
            </p:nvSpPr>
            <p:spPr>
              <a:xfrm>
                <a:off x="4007050" y="1798675"/>
                <a:ext cx="13125" cy="36400"/>
              </a:xfrm>
              <a:custGeom>
                <a:avLst/>
                <a:gdLst/>
                <a:ahLst/>
                <a:cxnLst/>
                <a:rect l="l" t="t" r="r" b="b"/>
                <a:pathLst>
                  <a:path w="525" h="1456" extrusionOk="0">
                    <a:moveTo>
                      <a:pt x="466" y="1"/>
                    </a:moveTo>
                    <a:lnTo>
                      <a:pt x="1" y="1455"/>
                    </a:lnTo>
                    <a:lnTo>
                      <a:pt x="117" y="1455"/>
                    </a:lnTo>
                    <a:lnTo>
                      <a:pt x="524" y="59"/>
                    </a:lnTo>
                    <a:lnTo>
                      <a:pt x="46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1035;p38"/>
              <p:cNvSpPr/>
              <p:nvPr/>
            </p:nvSpPr>
            <p:spPr>
              <a:xfrm>
                <a:off x="4001250" y="1798675"/>
                <a:ext cx="7275" cy="36400"/>
              </a:xfrm>
              <a:custGeom>
                <a:avLst/>
                <a:gdLst/>
                <a:ahLst/>
                <a:cxnLst/>
                <a:rect l="l" t="t" r="r" b="b"/>
                <a:pathLst>
                  <a:path w="291" h="1456" extrusionOk="0">
                    <a:moveTo>
                      <a:pt x="175" y="1"/>
                    </a:moveTo>
                    <a:lnTo>
                      <a:pt x="0" y="1455"/>
                    </a:lnTo>
                    <a:lnTo>
                      <a:pt x="58" y="1455"/>
                    </a:lnTo>
                    <a:lnTo>
                      <a:pt x="291" y="59"/>
                    </a:lnTo>
                    <a:lnTo>
                      <a:pt x="17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1036;p38"/>
              <p:cNvSpPr/>
              <p:nvPr/>
            </p:nvSpPr>
            <p:spPr>
              <a:xfrm>
                <a:off x="3979425" y="1832125"/>
                <a:ext cx="36375" cy="24750"/>
              </a:xfrm>
              <a:custGeom>
                <a:avLst/>
                <a:gdLst/>
                <a:ahLst/>
                <a:cxnLst/>
                <a:rect l="l" t="t" r="r" b="b"/>
                <a:pathLst>
                  <a:path w="1455" h="990" extrusionOk="0">
                    <a:moveTo>
                      <a:pt x="0" y="1"/>
                    </a:moveTo>
                    <a:lnTo>
                      <a:pt x="175" y="990"/>
                    </a:lnTo>
                    <a:lnTo>
                      <a:pt x="1280" y="990"/>
                    </a:lnTo>
                    <a:lnTo>
                      <a:pt x="14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1037;p38"/>
              <p:cNvSpPr/>
              <p:nvPr/>
            </p:nvSpPr>
            <p:spPr>
              <a:xfrm>
                <a:off x="3979425" y="1832125"/>
                <a:ext cx="36375" cy="8750"/>
              </a:xfrm>
              <a:custGeom>
                <a:avLst/>
                <a:gdLst/>
                <a:ahLst/>
                <a:cxnLst/>
                <a:rect l="l" t="t" r="r" b="b"/>
                <a:pathLst>
                  <a:path w="1455" h="350" extrusionOk="0">
                    <a:moveTo>
                      <a:pt x="0" y="1"/>
                    </a:moveTo>
                    <a:lnTo>
                      <a:pt x="59" y="350"/>
                    </a:lnTo>
                    <a:lnTo>
                      <a:pt x="1397" y="350"/>
                    </a:lnTo>
                    <a:lnTo>
                      <a:pt x="145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1038;p38"/>
              <p:cNvSpPr/>
              <p:nvPr/>
            </p:nvSpPr>
            <p:spPr>
              <a:xfrm>
                <a:off x="3976525" y="1830675"/>
                <a:ext cx="40750" cy="4400"/>
              </a:xfrm>
              <a:custGeom>
                <a:avLst/>
                <a:gdLst/>
                <a:ahLst/>
                <a:cxnLst/>
                <a:rect l="l" t="t" r="r" b="b"/>
                <a:pathLst>
                  <a:path w="1630" h="176" extrusionOk="0">
                    <a:moveTo>
                      <a:pt x="116" y="1"/>
                    </a:moveTo>
                    <a:lnTo>
                      <a:pt x="58" y="59"/>
                    </a:lnTo>
                    <a:lnTo>
                      <a:pt x="0" y="59"/>
                    </a:lnTo>
                    <a:lnTo>
                      <a:pt x="58" y="117"/>
                    </a:lnTo>
                    <a:lnTo>
                      <a:pt x="116" y="175"/>
                    </a:lnTo>
                    <a:lnTo>
                      <a:pt x="1571" y="175"/>
                    </a:lnTo>
                    <a:lnTo>
                      <a:pt x="1629" y="117"/>
                    </a:lnTo>
                    <a:lnTo>
                      <a:pt x="1629" y="59"/>
                    </a:lnTo>
                    <a:lnTo>
                      <a:pt x="157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1039;p38"/>
              <p:cNvSpPr/>
              <p:nvPr/>
            </p:nvSpPr>
            <p:spPr>
              <a:xfrm>
                <a:off x="4004150" y="1523800"/>
                <a:ext cx="1475" cy="25"/>
              </a:xfrm>
              <a:custGeom>
                <a:avLst/>
                <a:gdLst/>
                <a:ahLst/>
                <a:cxnLst/>
                <a:rect l="l" t="t" r="r" b="b"/>
                <a:pathLst>
                  <a:path w="59" h="1" extrusionOk="0">
                    <a:moveTo>
                      <a:pt x="0" y="1"/>
                    </a:moveTo>
                    <a:lnTo>
                      <a:pt x="0" y="1"/>
                    </a:lnTo>
                    <a:lnTo>
                      <a:pt x="59" y="1"/>
                    </a:lnTo>
                    <a:lnTo>
                      <a:pt x="59" y="1"/>
                    </a:lnTo>
                    <a:lnTo>
                      <a:pt x="0" y="1"/>
                    </a:lnTo>
                    <a:lnTo>
                      <a:pt x="0" y="1"/>
                    </a:lnTo>
                    <a:close/>
                  </a:path>
                </a:pathLst>
              </a:custGeom>
              <a:solidFill>
                <a:srgbClr val="D2DF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1040;p38"/>
              <p:cNvSpPr/>
              <p:nvPr/>
            </p:nvSpPr>
            <p:spPr>
              <a:xfrm>
                <a:off x="4002700" y="1523800"/>
                <a:ext cx="1475" cy="25"/>
              </a:xfrm>
              <a:custGeom>
                <a:avLst/>
                <a:gdLst/>
                <a:ahLst/>
                <a:cxnLst/>
                <a:rect l="l" t="t" r="r" b="b"/>
                <a:pathLst>
                  <a:path w="59" h="1" extrusionOk="0">
                    <a:moveTo>
                      <a:pt x="0" y="1"/>
                    </a:moveTo>
                    <a:lnTo>
                      <a:pt x="58" y="1"/>
                    </a:lnTo>
                    <a:lnTo>
                      <a:pt x="0" y="1"/>
                    </a:lnTo>
                    <a:close/>
                  </a:path>
                </a:pathLst>
              </a:custGeom>
              <a:solidFill>
                <a:srgbClr val="D2DF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1041;p38"/>
              <p:cNvSpPr/>
              <p:nvPr/>
            </p:nvSpPr>
            <p:spPr>
              <a:xfrm>
                <a:off x="3999775" y="1523800"/>
                <a:ext cx="1500" cy="25"/>
              </a:xfrm>
              <a:custGeom>
                <a:avLst/>
                <a:gdLst/>
                <a:ahLst/>
                <a:cxnLst/>
                <a:rect l="l" t="t" r="r" b="b"/>
                <a:pathLst>
                  <a:path w="60" h="1" extrusionOk="0">
                    <a:moveTo>
                      <a:pt x="1" y="1"/>
                    </a:moveTo>
                    <a:lnTo>
                      <a:pt x="59" y="1"/>
                    </a:lnTo>
                    <a:lnTo>
                      <a:pt x="1" y="1"/>
                    </a:lnTo>
                    <a:close/>
                  </a:path>
                </a:pathLst>
              </a:custGeom>
              <a:solidFill>
                <a:srgbClr val="D2DF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1042;p38"/>
              <p:cNvSpPr/>
              <p:nvPr/>
            </p:nvSpPr>
            <p:spPr>
              <a:xfrm>
                <a:off x="3980875" y="1523800"/>
                <a:ext cx="11675" cy="25"/>
              </a:xfrm>
              <a:custGeom>
                <a:avLst/>
                <a:gdLst/>
                <a:ahLst/>
                <a:cxnLst/>
                <a:rect l="l" t="t" r="r" b="b"/>
                <a:pathLst>
                  <a:path w="467" h="1" extrusionOk="0">
                    <a:moveTo>
                      <a:pt x="1" y="1"/>
                    </a:moveTo>
                    <a:lnTo>
                      <a:pt x="1" y="1"/>
                    </a:lnTo>
                    <a:lnTo>
                      <a:pt x="466" y="1"/>
                    </a:lnTo>
                    <a:lnTo>
                      <a:pt x="466" y="1"/>
                    </a:lnTo>
                    <a:lnTo>
                      <a:pt x="1" y="1"/>
                    </a:lnTo>
                    <a:lnTo>
                      <a:pt x="1" y="1"/>
                    </a:lnTo>
                    <a:close/>
                  </a:path>
                </a:pathLst>
              </a:custGeom>
              <a:solidFill>
                <a:srgbClr val="D2DF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1043;p38"/>
              <p:cNvSpPr/>
              <p:nvPr/>
            </p:nvSpPr>
            <p:spPr>
              <a:xfrm>
                <a:off x="3992525" y="1523800"/>
                <a:ext cx="1475" cy="25"/>
              </a:xfrm>
              <a:custGeom>
                <a:avLst/>
                <a:gdLst/>
                <a:ahLst/>
                <a:cxnLst/>
                <a:rect l="l" t="t" r="r" b="b"/>
                <a:pathLst>
                  <a:path w="59" h="1" extrusionOk="0">
                    <a:moveTo>
                      <a:pt x="0" y="1"/>
                    </a:moveTo>
                    <a:lnTo>
                      <a:pt x="58" y="1"/>
                    </a:lnTo>
                    <a:lnTo>
                      <a:pt x="0" y="1"/>
                    </a:lnTo>
                    <a:close/>
                  </a:path>
                </a:pathLst>
              </a:custGeom>
              <a:solidFill>
                <a:srgbClr val="D2DF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1044;p38"/>
              <p:cNvSpPr/>
              <p:nvPr/>
            </p:nvSpPr>
            <p:spPr>
              <a:xfrm>
                <a:off x="3995425" y="1523800"/>
                <a:ext cx="25" cy="25"/>
              </a:xfrm>
              <a:custGeom>
                <a:avLst/>
                <a:gdLst/>
                <a:ahLst/>
                <a:cxnLst/>
                <a:rect l="l" t="t" r="r" b="b"/>
                <a:pathLst>
                  <a:path w="1" h="1" extrusionOk="0">
                    <a:moveTo>
                      <a:pt x="0" y="1"/>
                    </a:moveTo>
                    <a:lnTo>
                      <a:pt x="0" y="1"/>
                    </a:lnTo>
                    <a:lnTo>
                      <a:pt x="0" y="1"/>
                    </a:lnTo>
                    <a:close/>
                  </a:path>
                </a:pathLst>
              </a:custGeom>
              <a:solidFill>
                <a:srgbClr val="D2DF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1045;p38"/>
              <p:cNvSpPr/>
              <p:nvPr/>
            </p:nvSpPr>
            <p:spPr>
              <a:xfrm>
                <a:off x="3986700" y="1803050"/>
                <a:ext cx="24750" cy="1475"/>
              </a:xfrm>
              <a:custGeom>
                <a:avLst/>
                <a:gdLst/>
                <a:ahLst/>
                <a:cxnLst/>
                <a:rect l="l" t="t" r="r" b="b"/>
                <a:pathLst>
                  <a:path w="990" h="59" extrusionOk="0">
                    <a:moveTo>
                      <a:pt x="0" y="0"/>
                    </a:moveTo>
                    <a:lnTo>
                      <a:pt x="0" y="0"/>
                    </a:lnTo>
                    <a:lnTo>
                      <a:pt x="466" y="59"/>
                    </a:lnTo>
                    <a:lnTo>
                      <a:pt x="989" y="0"/>
                    </a:lnTo>
                    <a:lnTo>
                      <a:pt x="989" y="0"/>
                    </a:lnTo>
                    <a:lnTo>
                      <a:pt x="466" y="59"/>
                    </a:lnTo>
                    <a:lnTo>
                      <a:pt x="0" y="0"/>
                    </a:lnTo>
                    <a:lnTo>
                      <a:pt x="0" y="0"/>
                    </a:lnTo>
                    <a:close/>
                  </a:path>
                </a:pathLst>
              </a:custGeom>
              <a:solidFill>
                <a:srgbClr val="D2DF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1046;p38"/>
              <p:cNvSpPr/>
              <p:nvPr/>
            </p:nvSpPr>
            <p:spPr>
              <a:xfrm>
                <a:off x="4011425" y="1803050"/>
                <a:ext cx="25" cy="25"/>
              </a:xfrm>
              <a:custGeom>
                <a:avLst/>
                <a:gdLst/>
                <a:ahLst/>
                <a:cxnLst/>
                <a:rect l="l" t="t" r="r" b="b"/>
                <a:pathLst>
                  <a:path w="1" h="1" extrusionOk="0">
                    <a:moveTo>
                      <a:pt x="0" y="0"/>
                    </a:moveTo>
                    <a:lnTo>
                      <a:pt x="0" y="0"/>
                    </a:lnTo>
                    <a:lnTo>
                      <a:pt x="0" y="0"/>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1047;p38"/>
              <p:cNvSpPr/>
              <p:nvPr/>
            </p:nvSpPr>
            <p:spPr>
              <a:xfrm>
                <a:off x="3992525" y="1523800"/>
                <a:ext cx="25" cy="25"/>
              </a:xfrm>
              <a:custGeom>
                <a:avLst/>
                <a:gdLst/>
                <a:ahLst/>
                <a:cxnLst/>
                <a:rect l="l" t="t" r="r" b="b"/>
                <a:pathLst>
                  <a:path w="1" h="1" extrusionOk="0">
                    <a:moveTo>
                      <a:pt x="0" y="1"/>
                    </a:moveTo>
                    <a:lnTo>
                      <a:pt x="0" y="1"/>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1048;p38"/>
              <p:cNvSpPr/>
              <p:nvPr/>
            </p:nvSpPr>
            <p:spPr>
              <a:xfrm>
                <a:off x="3980875" y="1523800"/>
                <a:ext cx="25" cy="25"/>
              </a:xfrm>
              <a:custGeom>
                <a:avLst/>
                <a:gdLst/>
                <a:ahLst/>
                <a:cxnLst/>
                <a:rect l="l" t="t" r="r" b="b"/>
                <a:pathLst>
                  <a:path w="1" h="1" extrusionOk="0">
                    <a:moveTo>
                      <a:pt x="1" y="1"/>
                    </a:moveTo>
                    <a:lnTo>
                      <a:pt x="1" y="1"/>
                    </a:lnTo>
                    <a:lnTo>
                      <a:pt x="1" y="1"/>
                    </a:ln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1049;p38"/>
              <p:cNvSpPr/>
              <p:nvPr/>
            </p:nvSpPr>
            <p:spPr>
              <a:xfrm>
                <a:off x="3986700" y="1803050"/>
                <a:ext cx="25" cy="25"/>
              </a:xfrm>
              <a:custGeom>
                <a:avLst/>
                <a:gdLst/>
                <a:ahLst/>
                <a:cxnLst/>
                <a:rect l="l" t="t" r="r" b="b"/>
                <a:pathLst>
                  <a:path w="1" h="1" extrusionOk="0">
                    <a:moveTo>
                      <a:pt x="0" y="0"/>
                    </a:moveTo>
                    <a:lnTo>
                      <a:pt x="0" y="0"/>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1050;p38"/>
              <p:cNvSpPr/>
              <p:nvPr/>
            </p:nvSpPr>
            <p:spPr>
              <a:xfrm>
                <a:off x="4005600" y="1523800"/>
                <a:ext cx="1475" cy="25"/>
              </a:xfrm>
              <a:custGeom>
                <a:avLst/>
                <a:gdLst/>
                <a:ahLst/>
                <a:cxnLst/>
                <a:rect l="l" t="t" r="r" b="b"/>
                <a:pathLst>
                  <a:path w="59" h="1" extrusionOk="0">
                    <a:moveTo>
                      <a:pt x="1" y="1"/>
                    </a:moveTo>
                    <a:lnTo>
                      <a:pt x="59" y="1"/>
                    </a:ln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1051;p38"/>
              <p:cNvSpPr/>
              <p:nvPr/>
            </p:nvSpPr>
            <p:spPr>
              <a:xfrm>
                <a:off x="3998325" y="1523800"/>
                <a:ext cx="1475" cy="25"/>
              </a:xfrm>
              <a:custGeom>
                <a:avLst/>
                <a:gdLst/>
                <a:ahLst/>
                <a:cxnLst/>
                <a:rect l="l" t="t" r="r" b="b"/>
                <a:pathLst>
                  <a:path w="59" h="1" extrusionOk="0">
                    <a:moveTo>
                      <a:pt x="1" y="1"/>
                    </a:moveTo>
                    <a:lnTo>
                      <a:pt x="1" y="1"/>
                    </a:lnTo>
                    <a:lnTo>
                      <a:pt x="59" y="1"/>
                    </a:lnTo>
                    <a:lnTo>
                      <a:pt x="59" y="1"/>
                    </a:lnTo>
                    <a:lnTo>
                      <a:pt x="1" y="1"/>
                    </a:ln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1052;p38"/>
              <p:cNvSpPr/>
              <p:nvPr/>
            </p:nvSpPr>
            <p:spPr>
              <a:xfrm>
                <a:off x="4004150" y="1523800"/>
                <a:ext cx="25" cy="25"/>
              </a:xfrm>
              <a:custGeom>
                <a:avLst/>
                <a:gdLst/>
                <a:ahLst/>
                <a:cxnLst/>
                <a:rect l="l" t="t" r="r" b="b"/>
                <a:pathLst>
                  <a:path w="1" h="1" extrusionOk="0">
                    <a:moveTo>
                      <a:pt x="0" y="1"/>
                    </a:moveTo>
                    <a:lnTo>
                      <a:pt x="0" y="1"/>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1053;p38"/>
              <p:cNvSpPr/>
              <p:nvPr/>
            </p:nvSpPr>
            <p:spPr>
              <a:xfrm>
                <a:off x="4001250" y="1523800"/>
                <a:ext cx="1475" cy="25"/>
              </a:xfrm>
              <a:custGeom>
                <a:avLst/>
                <a:gdLst/>
                <a:ahLst/>
                <a:cxnLst/>
                <a:rect l="l" t="t" r="r" b="b"/>
                <a:pathLst>
                  <a:path w="59" h="1" extrusionOk="0">
                    <a:moveTo>
                      <a:pt x="0" y="1"/>
                    </a:moveTo>
                    <a:lnTo>
                      <a:pt x="58" y="1"/>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1054;p38"/>
              <p:cNvSpPr/>
              <p:nvPr/>
            </p:nvSpPr>
            <p:spPr>
              <a:xfrm>
                <a:off x="3995425" y="1523800"/>
                <a:ext cx="2925" cy="25"/>
              </a:xfrm>
              <a:custGeom>
                <a:avLst/>
                <a:gdLst/>
                <a:ahLst/>
                <a:cxnLst/>
                <a:rect l="l" t="t" r="r" b="b"/>
                <a:pathLst>
                  <a:path w="117" h="1" extrusionOk="0">
                    <a:moveTo>
                      <a:pt x="0" y="1"/>
                    </a:moveTo>
                    <a:lnTo>
                      <a:pt x="0" y="1"/>
                    </a:lnTo>
                    <a:lnTo>
                      <a:pt x="117" y="1"/>
                    </a:lnTo>
                    <a:lnTo>
                      <a:pt x="117" y="1"/>
                    </a:lnTo>
                    <a:lnTo>
                      <a:pt x="0" y="1"/>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1055;p38"/>
              <p:cNvSpPr/>
              <p:nvPr/>
            </p:nvSpPr>
            <p:spPr>
              <a:xfrm>
                <a:off x="3993975" y="1523800"/>
                <a:ext cx="1475" cy="25"/>
              </a:xfrm>
              <a:custGeom>
                <a:avLst/>
                <a:gdLst/>
                <a:ahLst/>
                <a:cxnLst/>
                <a:rect l="l" t="t" r="r" b="b"/>
                <a:pathLst>
                  <a:path w="59" h="1" extrusionOk="0">
                    <a:moveTo>
                      <a:pt x="0" y="1"/>
                    </a:moveTo>
                    <a:lnTo>
                      <a:pt x="58" y="1"/>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1056;p38"/>
              <p:cNvSpPr/>
              <p:nvPr/>
            </p:nvSpPr>
            <p:spPr>
              <a:xfrm>
                <a:off x="3896525" y="1523800"/>
                <a:ext cx="90200" cy="279275"/>
              </a:xfrm>
              <a:custGeom>
                <a:avLst/>
                <a:gdLst/>
                <a:ahLst/>
                <a:cxnLst/>
                <a:rect l="l" t="t" r="r" b="b"/>
                <a:pathLst>
                  <a:path w="3608" h="11171" extrusionOk="0">
                    <a:moveTo>
                      <a:pt x="3375" y="1"/>
                    </a:moveTo>
                    <a:lnTo>
                      <a:pt x="2793" y="59"/>
                    </a:lnTo>
                    <a:lnTo>
                      <a:pt x="2153" y="175"/>
                    </a:lnTo>
                    <a:lnTo>
                      <a:pt x="1804" y="350"/>
                    </a:lnTo>
                    <a:lnTo>
                      <a:pt x="1513" y="582"/>
                    </a:lnTo>
                    <a:lnTo>
                      <a:pt x="1222" y="815"/>
                    </a:lnTo>
                    <a:lnTo>
                      <a:pt x="931" y="1106"/>
                    </a:lnTo>
                    <a:lnTo>
                      <a:pt x="815" y="1280"/>
                    </a:lnTo>
                    <a:lnTo>
                      <a:pt x="640" y="1571"/>
                    </a:lnTo>
                    <a:lnTo>
                      <a:pt x="466" y="1920"/>
                    </a:lnTo>
                    <a:lnTo>
                      <a:pt x="291" y="2269"/>
                    </a:lnTo>
                    <a:lnTo>
                      <a:pt x="175" y="2677"/>
                    </a:lnTo>
                    <a:lnTo>
                      <a:pt x="0" y="3491"/>
                    </a:lnTo>
                    <a:lnTo>
                      <a:pt x="0" y="4015"/>
                    </a:lnTo>
                    <a:lnTo>
                      <a:pt x="0" y="4829"/>
                    </a:lnTo>
                    <a:lnTo>
                      <a:pt x="59" y="5527"/>
                    </a:lnTo>
                    <a:lnTo>
                      <a:pt x="233" y="6167"/>
                    </a:lnTo>
                    <a:lnTo>
                      <a:pt x="466" y="6865"/>
                    </a:lnTo>
                    <a:lnTo>
                      <a:pt x="873" y="7563"/>
                    </a:lnTo>
                    <a:lnTo>
                      <a:pt x="1571" y="8669"/>
                    </a:lnTo>
                    <a:lnTo>
                      <a:pt x="2444" y="9949"/>
                    </a:lnTo>
                    <a:lnTo>
                      <a:pt x="2851" y="10530"/>
                    </a:lnTo>
                    <a:lnTo>
                      <a:pt x="3200" y="11054"/>
                    </a:lnTo>
                    <a:lnTo>
                      <a:pt x="3607" y="11170"/>
                    </a:lnTo>
                    <a:lnTo>
                      <a:pt x="3200" y="10123"/>
                    </a:lnTo>
                    <a:lnTo>
                      <a:pt x="2735" y="9134"/>
                    </a:lnTo>
                    <a:lnTo>
                      <a:pt x="2502" y="8611"/>
                    </a:lnTo>
                    <a:lnTo>
                      <a:pt x="1978" y="7563"/>
                    </a:lnTo>
                    <a:lnTo>
                      <a:pt x="1688" y="6691"/>
                    </a:lnTo>
                    <a:lnTo>
                      <a:pt x="1629" y="6516"/>
                    </a:lnTo>
                    <a:lnTo>
                      <a:pt x="1513" y="5760"/>
                    </a:lnTo>
                    <a:lnTo>
                      <a:pt x="1397" y="4946"/>
                    </a:lnTo>
                    <a:lnTo>
                      <a:pt x="1397" y="4887"/>
                    </a:lnTo>
                    <a:lnTo>
                      <a:pt x="1397" y="3840"/>
                    </a:lnTo>
                    <a:lnTo>
                      <a:pt x="1455" y="3026"/>
                    </a:lnTo>
                    <a:lnTo>
                      <a:pt x="1629" y="2269"/>
                    </a:lnTo>
                    <a:lnTo>
                      <a:pt x="1862" y="1688"/>
                    </a:lnTo>
                    <a:lnTo>
                      <a:pt x="2095" y="1280"/>
                    </a:lnTo>
                    <a:lnTo>
                      <a:pt x="2327" y="873"/>
                    </a:lnTo>
                    <a:lnTo>
                      <a:pt x="2677" y="524"/>
                    </a:lnTo>
                    <a:lnTo>
                      <a:pt x="3026" y="233"/>
                    </a:lnTo>
                    <a:lnTo>
                      <a:pt x="337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1057;p38"/>
              <p:cNvSpPr/>
              <p:nvPr/>
            </p:nvSpPr>
            <p:spPr>
              <a:xfrm>
                <a:off x="3896525" y="1523800"/>
                <a:ext cx="90200" cy="279275"/>
              </a:xfrm>
              <a:custGeom>
                <a:avLst/>
                <a:gdLst/>
                <a:ahLst/>
                <a:cxnLst/>
                <a:rect l="l" t="t" r="r" b="b"/>
                <a:pathLst>
                  <a:path w="3608" h="11171" fill="none" extrusionOk="0">
                    <a:moveTo>
                      <a:pt x="2502" y="8611"/>
                    </a:moveTo>
                    <a:lnTo>
                      <a:pt x="2502" y="8611"/>
                    </a:lnTo>
                    <a:lnTo>
                      <a:pt x="1978" y="7563"/>
                    </a:lnTo>
                    <a:lnTo>
                      <a:pt x="1978" y="7563"/>
                    </a:lnTo>
                    <a:lnTo>
                      <a:pt x="1688" y="6691"/>
                    </a:lnTo>
                    <a:lnTo>
                      <a:pt x="1688" y="6691"/>
                    </a:lnTo>
                    <a:lnTo>
                      <a:pt x="1629" y="6516"/>
                    </a:lnTo>
                    <a:lnTo>
                      <a:pt x="1629" y="6516"/>
                    </a:lnTo>
                    <a:lnTo>
                      <a:pt x="1513" y="5760"/>
                    </a:lnTo>
                    <a:lnTo>
                      <a:pt x="1397" y="4946"/>
                    </a:lnTo>
                    <a:lnTo>
                      <a:pt x="1397" y="4887"/>
                    </a:lnTo>
                    <a:lnTo>
                      <a:pt x="1397" y="4887"/>
                    </a:lnTo>
                    <a:lnTo>
                      <a:pt x="1397" y="3840"/>
                    </a:lnTo>
                    <a:lnTo>
                      <a:pt x="1397" y="3840"/>
                    </a:lnTo>
                    <a:lnTo>
                      <a:pt x="1455" y="3026"/>
                    </a:lnTo>
                    <a:lnTo>
                      <a:pt x="1629" y="2269"/>
                    </a:lnTo>
                    <a:lnTo>
                      <a:pt x="1629" y="2269"/>
                    </a:lnTo>
                    <a:lnTo>
                      <a:pt x="1862" y="1688"/>
                    </a:lnTo>
                    <a:lnTo>
                      <a:pt x="1862" y="1688"/>
                    </a:lnTo>
                    <a:lnTo>
                      <a:pt x="2095" y="1280"/>
                    </a:lnTo>
                    <a:lnTo>
                      <a:pt x="2095" y="1280"/>
                    </a:lnTo>
                    <a:lnTo>
                      <a:pt x="2327" y="873"/>
                    </a:lnTo>
                    <a:lnTo>
                      <a:pt x="2677" y="524"/>
                    </a:lnTo>
                    <a:lnTo>
                      <a:pt x="3026" y="233"/>
                    </a:lnTo>
                    <a:lnTo>
                      <a:pt x="3375" y="1"/>
                    </a:lnTo>
                    <a:lnTo>
                      <a:pt x="3375" y="1"/>
                    </a:lnTo>
                    <a:lnTo>
                      <a:pt x="2793" y="59"/>
                    </a:lnTo>
                    <a:lnTo>
                      <a:pt x="2153" y="175"/>
                    </a:lnTo>
                    <a:lnTo>
                      <a:pt x="2153" y="175"/>
                    </a:lnTo>
                    <a:lnTo>
                      <a:pt x="1804" y="350"/>
                    </a:lnTo>
                    <a:lnTo>
                      <a:pt x="1513" y="582"/>
                    </a:lnTo>
                    <a:lnTo>
                      <a:pt x="1222" y="815"/>
                    </a:lnTo>
                    <a:lnTo>
                      <a:pt x="931" y="1106"/>
                    </a:lnTo>
                    <a:lnTo>
                      <a:pt x="931" y="1106"/>
                    </a:lnTo>
                    <a:lnTo>
                      <a:pt x="815" y="1280"/>
                    </a:lnTo>
                    <a:lnTo>
                      <a:pt x="815" y="1280"/>
                    </a:lnTo>
                    <a:lnTo>
                      <a:pt x="640" y="1571"/>
                    </a:lnTo>
                    <a:lnTo>
                      <a:pt x="466" y="1920"/>
                    </a:lnTo>
                    <a:lnTo>
                      <a:pt x="466" y="1920"/>
                    </a:lnTo>
                    <a:lnTo>
                      <a:pt x="291" y="2269"/>
                    </a:lnTo>
                    <a:lnTo>
                      <a:pt x="175" y="2677"/>
                    </a:lnTo>
                    <a:lnTo>
                      <a:pt x="0" y="3491"/>
                    </a:lnTo>
                    <a:lnTo>
                      <a:pt x="0" y="3491"/>
                    </a:lnTo>
                    <a:lnTo>
                      <a:pt x="0" y="4015"/>
                    </a:lnTo>
                    <a:lnTo>
                      <a:pt x="0" y="4015"/>
                    </a:lnTo>
                    <a:lnTo>
                      <a:pt x="0" y="4829"/>
                    </a:lnTo>
                    <a:lnTo>
                      <a:pt x="0" y="4829"/>
                    </a:lnTo>
                    <a:lnTo>
                      <a:pt x="59" y="5527"/>
                    </a:lnTo>
                    <a:lnTo>
                      <a:pt x="233" y="6167"/>
                    </a:lnTo>
                    <a:lnTo>
                      <a:pt x="233" y="6167"/>
                    </a:lnTo>
                    <a:lnTo>
                      <a:pt x="466" y="6865"/>
                    </a:lnTo>
                    <a:lnTo>
                      <a:pt x="466" y="6865"/>
                    </a:lnTo>
                    <a:lnTo>
                      <a:pt x="873" y="7563"/>
                    </a:lnTo>
                    <a:lnTo>
                      <a:pt x="873" y="7563"/>
                    </a:lnTo>
                    <a:lnTo>
                      <a:pt x="1571" y="8669"/>
                    </a:lnTo>
                    <a:lnTo>
                      <a:pt x="1571" y="8669"/>
                    </a:lnTo>
                    <a:lnTo>
                      <a:pt x="2444" y="9949"/>
                    </a:lnTo>
                    <a:lnTo>
                      <a:pt x="2851" y="10530"/>
                    </a:lnTo>
                    <a:lnTo>
                      <a:pt x="3200" y="11054"/>
                    </a:lnTo>
                    <a:lnTo>
                      <a:pt x="3200" y="11054"/>
                    </a:lnTo>
                    <a:lnTo>
                      <a:pt x="3607" y="11170"/>
                    </a:lnTo>
                    <a:lnTo>
                      <a:pt x="3607" y="11170"/>
                    </a:lnTo>
                    <a:lnTo>
                      <a:pt x="3200" y="10123"/>
                    </a:lnTo>
                    <a:lnTo>
                      <a:pt x="2735" y="9134"/>
                    </a:lnTo>
                    <a:lnTo>
                      <a:pt x="2735" y="9134"/>
                    </a:lnTo>
                    <a:lnTo>
                      <a:pt x="2502" y="861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1058;p38"/>
              <p:cNvSpPr/>
              <p:nvPr/>
            </p:nvSpPr>
            <p:spPr>
              <a:xfrm>
                <a:off x="4007050" y="1523800"/>
                <a:ext cx="94575" cy="279275"/>
              </a:xfrm>
              <a:custGeom>
                <a:avLst/>
                <a:gdLst/>
                <a:ahLst/>
                <a:cxnLst/>
                <a:rect l="l" t="t" r="r" b="b"/>
                <a:pathLst>
                  <a:path w="3783" h="11171" extrusionOk="0">
                    <a:moveTo>
                      <a:pt x="1" y="1"/>
                    </a:moveTo>
                    <a:lnTo>
                      <a:pt x="457" y="33"/>
                    </a:lnTo>
                    <a:lnTo>
                      <a:pt x="457" y="33"/>
                    </a:lnTo>
                    <a:lnTo>
                      <a:pt x="408" y="1"/>
                    </a:lnTo>
                    <a:close/>
                    <a:moveTo>
                      <a:pt x="457" y="33"/>
                    </a:moveTo>
                    <a:lnTo>
                      <a:pt x="757" y="233"/>
                    </a:lnTo>
                    <a:lnTo>
                      <a:pt x="1106" y="582"/>
                    </a:lnTo>
                    <a:lnTo>
                      <a:pt x="1455" y="931"/>
                    </a:lnTo>
                    <a:lnTo>
                      <a:pt x="1688" y="1280"/>
                    </a:lnTo>
                    <a:lnTo>
                      <a:pt x="1921" y="1688"/>
                    </a:lnTo>
                    <a:lnTo>
                      <a:pt x="2095" y="2095"/>
                    </a:lnTo>
                    <a:lnTo>
                      <a:pt x="2212" y="2502"/>
                    </a:lnTo>
                    <a:lnTo>
                      <a:pt x="2328" y="3200"/>
                    </a:lnTo>
                    <a:lnTo>
                      <a:pt x="2386" y="3840"/>
                    </a:lnTo>
                    <a:lnTo>
                      <a:pt x="2328" y="4887"/>
                    </a:lnTo>
                    <a:lnTo>
                      <a:pt x="2328" y="5120"/>
                    </a:lnTo>
                    <a:lnTo>
                      <a:pt x="2270" y="5818"/>
                    </a:lnTo>
                    <a:lnTo>
                      <a:pt x="2153" y="6516"/>
                    </a:lnTo>
                    <a:lnTo>
                      <a:pt x="2095" y="6691"/>
                    </a:lnTo>
                    <a:lnTo>
                      <a:pt x="1746" y="7680"/>
                    </a:lnTo>
                    <a:lnTo>
                      <a:pt x="1223" y="8785"/>
                    </a:lnTo>
                    <a:lnTo>
                      <a:pt x="1048" y="9134"/>
                    </a:lnTo>
                    <a:lnTo>
                      <a:pt x="583" y="10123"/>
                    </a:lnTo>
                    <a:lnTo>
                      <a:pt x="175" y="11170"/>
                    </a:lnTo>
                    <a:lnTo>
                      <a:pt x="583" y="11054"/>
                    </a:lnTo>
                    <a:lnTo>
                      <a:pt x="699" y="10821"/>
                    </a:lnTo>
                    <a:lnTo>
                      <a:pt x="1339" y="9949"/>
                    </a:lnTo>
                    <a:lnTo>
                      <a:pt x="1979" y="9018"/>
                    </a:lnTo>
                    <a:lnTo>
                      <a:pt x="2735" y="7854"/>
                    </a:lnTo>
                    <a:lnTo>
                      <a:pt x="3317" y="6865"/>
                    </a:lnTo>
                    <a:lnTo>
                      <a:pt x="3491" y="6400"/>
                    </a:lnTo>
                    <a:lnTo>
                      <a:pt x="3666" y="5702"/>
                    </a:lnTo>
                    <a:lnTo>
                      <a:pt x="3724" y="5004"/>
                    </a:lnTo>
                    <a:lnTo>
                      <a:pt x="3782" y="4015"/>
                    </a:lnTo>
                    <a:lnTo>
                      <a:pt x="3782" y="3666"/>
                    </a:lnTo>
                    <a:lnTo>
                      <a:pt x="3666" y="2968"/>
                    </a:lnTo>
                    <a:lnTo>
                      <a:pt x="3491" y="2269"/>
                    </a:lnTo>
                    <a:lnTo>
                      <a:pt x="3259" y="1746"/>
                    </a:lnTo>
                    <a:lnTo>
                      <a:pt x="2968" y="1280"/>
                    </a:lnTo>
                    <a:lnTo>
                      <a:pt x="2677" y="990"/>
                    </a:lnTo>
                    <a:lnTo>
                      <a:pt x="2212" y="524"/>
                    </a:lnTo>
                    <a:lnTo>
                      <a:pt x="1688" y="233"/>
                    </a:lnTo>
                    <a:lnTo>
                      <a:pt x="815" y="59"/>
                    </a:lnTo>
                    <a:lnTo>
                      <a:pt x="457" y="33"/>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1059;p38"/>
              <p:cNvSpPr/>
              <p:nvPr/>
            </p:nvSpPr>
            <p:spPr>
              <a:xfrm>
                <a:off x="4007050" y="1523800"/>
                <a:ext cx="94575" cy="279275"/>
              </a:xfrm>
              <a:custGeom>
                <a:avLst/>
                <a:gdLst/>
                <a:ahLst/>
                <a:cxnLst/>
                <a:rect l="l" t="t" r="r" b="b"/>
                <a:pathLst>
                  <a:path w="3783" h="11171" fill="none" extrusionOk="0">
                    <a:moveTo>
                      <a:pt x="3782" y="4015"/>
                    </a:moveTo>
                    <a:lnTo>
                      <a:pt x="3782" y="4015"/>
                    </a:lnTo>
                    <a:lnTo>
                      <a:pt x="3782" y="3666"/>
                    </a:lnTo>
                    <a:lnTo>
                      <a:pt x="3782" y="3666"/>
                    </a:lnTo>
                    <a:lnTo>
                      <a:pt x="3666" y="2968"/>
                    </a:lnTo>
                    <a:lnTo>
                      <a:pt x="3491" y="2269"/>
                    </a:lnTo>
                    <a:lnTo>
                      <a:pt x="3491" y="2269"/>
                    </a:lnTo>
                    <a:lnTo>
                      <a:pt x="3259" y="1746"/>
                    </a:lnTo>
                    <a:lnTo>
                      <a:pt x="2968" y="1280"/>
                    </a:lnTo>
                    <a:lnTo>
                      <a:pt x="2968" y="1280"/>
                    </a:lnTo>
                    <a:lnTo>
                      <a:pt x="2677" y="990"/>
                    </a:lnTo>
                    <a:lnTo>
                      <a:pt x="2677" y="990"/>
                    </a:lnTo>
                    <a:lnTo>
                      <a:pt x="2212" y="524"/>
                    </a:lnTo>
                    <a:lnTo>
                      <a:pt x="1688" y="233"/>
                    </a:lnTo>
                    <a:lnTo>
                      <a:pt x="1688" y="233"/>
                    </a:lnTo>
                    <a:lnTo>
                      <a:pt x="815" y="59"/>
                    </a:lnTo>
                    <a:lnTo>
                      <a:pt x="1" y="1"/>
                    </a:lnTo>
                    <a:lnTo>
                      <a:pt x="1" y="1"/>
                    </a:lnTo>
                    <a:lnTo>
                      <a:pt x="408" y="1"/>
                    </a:lnTo>
                    <a:lnTo>
                      <a:pt x="408" y="1"/>
                    </a:lnTo>
                    <a:lnTo>
                      <a:pt x="757" y="233"/>
                    </a:lnTo>
                    <a:lnTo>
                      <a:pt x="1106" y="582"/>
                    </a:lnTo>
                    <a:lnTo>
                      <a:pt x="1455" y="931"/>
                    </a:lnTo>
                    <a:lnTo>
                      <a:pt x="1688" y="1280"/>
                    </a:lnTo>
                    <a:lnTo>
                      <a:pt x="1688" y="1280"/>
                    </a:lnTo>
                    <a:lnTo>
                      <a:pt x="1921" y="1688"/>
                    </a:lnTo>
                    <a:lnTo>
                      <a:pt x="1921" y="1688"/>
                    </a:lnTo>
                    <a:lnTo>
                      <a:pt x="2095" y="2095"/>
                    </a:lnTo>
                    <a:lnTo>
                      <a:pt x="2212" y="2502"/>
                    </a:lnTo>
                    <a:lnTo>
                      <a:pt x="2212" y="2502"/>
                    </a:lnTo>
                    <a:lnTo>
                      <a:pt x="2328" y="3200"/>
                    </a:lnTo>
                    <a:lnTo>
                      <a:pt x="2386" y="3840"/>
                    </a:lnTo>
                    <a:lnTo>
                      <a:pt x="2386" y="3840"/>
                    </a:lnTo>
                    <a:lnTo>
                      <a:pt x="2328" y="4887"/>
                    </a:lnTo>
                    <a:lnTo>
                      <a:pt x="2328" y="4887"/>
                    </a:lnTo>
                    <a:lnTo>
                      <a:pt x="2328" y="5120"/>
                    </a:lnTo>
                    <a:lnTo>
                      <a:pt x="2328" y="5120"/>
                    </a:lnTo>
                    <a:lnTo>
                      <a:pt x="2270" y="5818"/>
                    </a:lnTo>
                    <a:lnTo>
                      <a:pt x="2153" y="6516"/>
                    </a:lnTo>
                    <a:lnTo>
                      <a:pt x="2153" y="6516"/>
                    </a:lnTo>
                    <a:lnTo>
                      <a:pt x="2095" y="6691"/>
                    </a:lnTo>
                    <a:lnTo>
                      <a:pt x="2095" y="6691"/>
                    </a:lnTo>
                    <a:lnTo>
                      <a:pt x="1746" y="7680"/>
                    </a:lnTo>
                    <a:lnTo>
                      <a:pt x="1746" y="7680"/>
                    </a:lnTo>
                    <a:lnTo>
                      <a:pt x="1223" y="8785"/>
                    </a:lnTo>
                    <a:lnTo>
                      <a:pt x="1223" y="8785"/>
                    </a:lnTo>
                    <a:lnTo>
                      <a:pt x="1048" y="9134"/>
                    </a:lnTo>
                    <a:lnTo>
                      <a:pt x="1048" y="9134"/>
                    </a:lnTo>
                    <a:lnTo>
                      <a:pt x="583" y="10123"/>
                    </a:lnTo>
                    <a:lnTo>
                      <a:pt x="175" y="11170"/>
                    </a:lnTo>
                    <a:lnTo>
                      <a:pt x="175" y="11170"/>
                    </a:lnTo>
                    <a:lnTo>
                      <a:pt x="583" y="11054"/>
                    </a:lnTo>
                    <a:lnTo>
                      <a:pt x="583" y="11054"/>
                    </a:lnTo>
                    <a:lnTo>
                      <a:pt x="699" y="10821"/>
                    </a:lnTo>
                    <a:lnTo>
                      <a:pt x="699" y="10821"/>
                    </a:lnTo>
                    <a:lnTo>
                      <a:pt x="1339" y="9949"/>
                    </a:lnTo>
                    <a:lnTo>
                      <a:pt x="1979" y="9018"/>
                    </a:lnTo>
                    <a:lnTo>
                      <a:pt x="1979" y="9018"/>
                    </a:lnTo>
                    <a:lnTo>
                      <a:pt x="2735" y="7854"/>
                    </a:lnTo>
                    <a:lnTo>
                      <a:pt x="2735" y="7854"/>
                    </a:lnTo>
                    <a:lnTo>
                      <a:pt x="3317" y="6865"/>
                    </a:lnTo>
                    <a:lnTo>
                      <a:pt x="3317" y="6865"/>
                    </a:lnTo>
                    <a:lnTo>
                      <a:pt x="3491" y="6400"/>
                    </a:lnTo>
                    <a:lnTo>
                      <a:pt x="3491" y="6400"/>
                    </a:lnTo>
                    <a:lnTo>
                      <a:pt x="3666" y="5702"/>
                    </a:lnTo>
                    <a:lnTo>
                      <a:pt x="3724" y="5004"/>
                    </a:lnTo>
                    <a:lnTo>
                      <a:pt x="3724" y="5004"/>
                    </a:lnTo>
                    <a:lnTo>
                      <a:pt x="3782" y="4015"/>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1060;p38"/>
              <p:cNvSpPr/>
              <p:nvPr/>
            </p:nvSpPr>
            <p:spPr>
              <a:xfrm>
                <a:off x="3964875" y="1523800"/>
                <a:ext cx="58200" cy="280725"/>
              </a:xfrm>
              <a:custGeom>
                <a:avLst/>
                <a:gdLst/>
                <a:ahLst/>
                <a:cxnLst/>
                <a:rect l="l" t="t" r="r" b="b"/>
                <a:pathLst>
                  <a:path w="2328" h="11229" extrusionOk="0">
                    <a:moveTo>
                      <a:pt x="990" y="1"/>
                    </a:moveTo>
                    <a:lnTo>
                      <a:pt x="873" y="59"/>
                    </a:lnTo>
                    <a:lnTo>
                      <a:pt x="699" y="350"/>
                    </a:lnTo>
                    <a:lnTo>
                      <a:pt x="466" y="757"/>
                    </a:lnTo>
                    <a:lnTo>
                      <a:pt x="292" y="1339"/>
                    </a:lnTo>
                    <a:lnTo>
                      <a:pt x="117" y="2269"/>
                    </a:lnTo>
                    <a:lnTo>
                      <a:pt x="59" y="2968"/>
                    </a:lnTo>
                    <a:lnTo>
                      <a:pt x="1" y="3724"/>
                    </a:lnTo>
                    <a:lnTo>
                      <a:pt x="59" y="5062"/>
                    </a:lnTo>
                    <a:lnTo>
                      <a:pt x="117" y="5993"/>
                    </a:lnTo>
                    <a:lnTo>
                      <a:pt x="175" y="6400"/>
                    </a:lnTo>
                    <a:lnTo>
                      <a:pt x="408" y="7563"/>
                    </a:lnTo>
                    <a:lnTo>
                      <a:pt x="582" y="8552"/>
                    </a:lnTo>
                    <a:lnTo>
                      <a:pt x="1222" y="11229"/>
                    </a:lnTo>
                    <a:lnTo>
                      <a:pt x="1688" y="11170"/>
                    </a:lnTo>
                    <a:lnTo>
                      <a:pt x="2037" y="8611"/>
                    </a:lnTo>
                    <a:lnTo>
                      <a:pt x="2153" y="7680"/>
                    </a:lnTo>
                    <a:lnTo>
                      <a:pt x="2270" y="6458"/>
                    </a:lnTo>
                    <a:lnTo>
                      <a:pt x="2328" y="5295"/>
                    </a:lnTo>
                    <a:lnTo>
                      <a:pt x="2328" y="3840"/>
                    </a:lnTo>
                    <a:lnTo>
                      <a:pt x="2328" y="3782"/>
                    </a:lnTo>
                    <a:lnTo>
                      <a:pt x="2211" y="2444"/>
                    </a:lnTo>
                    <a:lnTo>
                      <a:pt x="2095" y="1571"/>
                    </a:lnTo>
                    <a:lnTo>
                      <a:pt x="1921" y="873"/>
                    </a:lnTo>
                    <a:lnTo>
                      <a:pt x="1688" y="350"/>
                    </a:lnTo>
                    <a:lnTo>
                      <a:pt x="1571" y="175"/>
                    </a:lnTo>
                    <a:lnTo>
                      <a:pt x="1397" y="59"/>
                    </a:lnTo>
                    <a:lnTo>
                      <a:pt x="12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1061;p38"/>
              <p:cNvSpPr/>
              <p:nvPr/>
            </p:nvSpPr>
            <p:spPr>
              <a:xfrm>
                <a:off x="3964875" y="1523800"/>
                <a:ext cx="58200" cy="280725"/>
              </a:xfrm>
              <a:custGeom>
                <a:avLst/>
                <a:gdLst/>
                <a:ahLst/>
                <a:cxnLst/>
                <a:rect l="l" t="t" r="r" b="b"/>
                <a:pathLst>
                  <a:path w="2328" h="11229" fill="none" extrusionOk="0">
                    <a:moveTo>
                      <a:pt x="2328" y="3840"/>
                    </a:moveTo>
                    <a:lnTo>
                      <a:pt x="2328" y="3840"/>
                    </a:lnTo>
                    <a:lnTo>
                      <a:pt x="2328" y="3782"/>
                    </a:lnTo>
                    <a:lnTo>
                      <a:pt x="2328" y="3782"/>
                    </a:lnTo>
                    <a:lnTo>
                      <a:pt x="2211" y="2444"/>
                    </a:lnTo>
                    <a:lnTo>
                      <a:pt x="2211" y="2444"/>
                    </a:lnTo>
                    <a:lnTo>
                      <a:pt x="2095" y="1571"/>
                    </a:lnTo>
                    <a:lnTo>
                      <a:pt x="2095" y="1571"/>
                    </a:lnTo>
                    <a:lnTo>
                      <a:pt x="1921" y="873"/>
                    </a:lnTo>
                    <a:lnTo>
                      <a:pt x="1688" y="350"/>
                    </a:lnTo>
                    <a:lnTo>
                      <a:pt x="1571" y="175"/>
                    </a:lnTo>
                    <a:lnTo>
                      <a:pt x="1397" y="59"/>
                    </a:lnTo>
                    <a:lnTo>
                      <a:pt x="1281" y="1"/>
                    </a:lnTo>
                    <a:lnTo>
                      <a:pt x="1106" y="1"/>
                    </a:lnTo>
                    <a:lnTo>
                      <a:pt x="1106" y="1"/>
                    </a:lnTo>
                    <a:lnTo>
                      <a:pt x="990" y="1"/>
                    </a:lnTo>
                    <a:lnTo>
                      <a:pt x="873" y="59"/>
                    </a:lnTo>
                    <a:lnTo>
                      <a:pt x="699" y="350"/>
                    </a:lnTo>
                    <a:lnTo>
                      <a:pt x="466" y="757"/>
                    </a:lnTo>
                    <a:lnTo>
                      <a:pt x="292" y="1339"/>
                    </a:lnTo>
                    <a:lnTo>
                      <a:pt x="292" y="1339"/>
                    </a:lnTo>
                    <a:lnTo>
                      <a:pt x="117" y="2269"/>
                    </a:lnTo>
                    <a:lnTo>
                      <a:pt x="117" y="2269"/>
                    </a:lnTo>
                    <a:lnTo>
                      <a:pt x="59" y="2968"/>
                    </a:lnTo>
                    <a:lnTo>
                      <a:pt x="1" y="3724"/>
                    </a:lnTo>
                    <a:lnTo>
                      <a:pt x="1" y="3724"/>
                    </a:lnTo>
                    <a:lnTo>
                      <a:pt x="59" y="5062"/>
                    </a:lnTo>
                    <a:lnTo>
                      <a:pt x="59" y="5062"/>
                    </a:lnTo>
                    <a:lnTo>
                      <a:pt x="117" y="5993"/>
                    </a:lnTo>
                    <a:lnTo>
                      <a:pt x="117" y="5993"/>
                    </a:lnTo>
                    <a:lnTo>
                      <a:pt x="175" y="6400"/>
                    </a:lnTo>
                    <a:lnTo>
                      <a:pt x="175" y="6400"/>
                    </a:lnTo>
                    <a:lnTo>
                      <a:pt x="408" y="7563"/>
                    </a:lnTo>
                    <a:lnTo>
                      <a:pt x="408" y="7563"/>
                    </a:lnTo>
                    <a:lnTo>
                      <a:pt x="582" y="8552"/>
                    </a:lnTo>
                    <a:lnTo>
                      <a:pt x="582" y="8552"/>
                    </a:lnTo>
                    <a:lnTo>
                      <a:pt x="1222" y="11229"/>
                    </a:lnTo>
                    <a:lnTo>
                      <a:pt x="1222" y="11229"/>
                    </a:lnTo>
                    <a:lnTo>
                      <a:pt x="1688" y="11170"/>
                    </a:lnTo>
                    <a:lnTo>
                      <a:pt x="1688" y="11170"/>
                    </a:lnTo>
                    <a:lnTo>
                      <a:pt x="2037" y="8611"/>
                    </a:lnTo>
                    <a:lnTo>
                      <a:pt x="2037" y="8611"/>
                    </a:lnTo>
                    <a:lnTo>
                      <a:pt x="2153" y="7680"/>
                    </a:lnTo>
                    <a:lnTo>
                      <a:pt x="2153" y="7680"/>
                    </a:lnTo>
                    <a:lnTo>
                      <a:pt x="2270" y="6458"/>
                    </a:lnTo>
                    <a:lnTo>
                      <a:pt x="2270" y="6458"/>
                    </a:lnTo>
                    <a:lnTo>
                      <a:pt x="2328" y="5295"/>
                    </a:lnTo>
                    <a:lnTo>
                      <a:pt x="2328" y="5295"/>
                    </a:lnTo>
                    <a:lnTo>
                      <a:pt x="2328" y="384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1062;p38"/>
              <p:cNvSpPr/>
              <p:nvPr/>
            </p:nvSpPr>
            <p:spPr>
              <a:xfrm>
                <a:off x="3870350" y="1551425"/>
                <a:ext cx="34925" cy="155650"/>
              </a:xfrm>
              <a:custGeom>
                <a:avLst/>
                <a:gdLst/>
                <a:ahLst/>
                <a:cxnLst/>
                <a:rect l="l" t="t" r="r" b="b"/>
                <a:pathLst>
                  <a:path w="1397" h="6226" extrusionOk="0">
                    <a:moveTo>
                      <a:pt x="1338" y="1"/>
                    </a:moveTo>
                    <a:lnTo>
                      <a:pt x="1280" y="59"/>
                    </a:lnTo>
                    <a:lnTo>
                      <a:pt x="1164" y="117"/>
                    </a:lnTo>
                    <a:lnTo>
                      <a:pt x="931" y="350"/>
                    </a:lnTo>
                    <a:lnTo>
                      <a:pt x="698" y="699"/>
                    </a:lnTo>
                    <a:lnTo>
                      <a:pt x="466" y="1164"/>
                    </a:lnTo>
                    <a:lnTo>
                      <a:pt x="233" y="1688"/>
                    </a:lnTo>
                    <a:lnTo>
                      <a:pt x="58" y="2328"/>
                    </a:lnTo>
                    <a:lnTo>
                      <a:pt x="0" y="3026"/>
                    </a:lnTo>
                    <a:lnTo>
                      <a:pt x="58" y="3724"/>
                    </a:lnTo>
                    <a:lnTo>
                      <a:pt x="117" y="4364"/>
                    </a:lnTo>
                    <a:lnTo>
                      <a:pt x="291" y="4946"/>
                    </a:lnTo>
                    <a:lnTo>
                      <a:pt x="524" y="5411"/>
                    </a:lnTo>
                    <a:lnTo>
                      <a:pt x="698" y="5760"/>
                    </a:lnTo>
                    <a:lnTo>
                      <a:pt x="873" y="6051"/>
                    </a:lnTo>
                    <a:lnTo>
                      <a:pt x="1106" y="6226"/>
                    </a:lnTo>
                    <a:lnTo>
                      <a:pt x="1106" y="6109"/>
                    </a:lnTo>
                    <a:lnTo>
                      <a:pt x="989" y="5935"/>
                    </a:lnTo>
                    <a:lnTo>
                      <a:pt x="757" y="5295"/>
                    </a:lnTo>
                    <a:lnTo>
                      <a:pt x="582" y="4830"/>
                    </a:lnTo>
                    <a:lnTo>
                      <a:pt x="466" y="4306"/>
                    </a:lnTo>
                    <a:lnTo>
                      <a:pt x="349" y="3666"/>
                    </a:lnTo>
                    <a:lnTo>
                      <a:pt x="349" y="3026"/>
                    </a:lnTo>
                    <a:lnTo>
                      <a:pt x="408" y="2386"/>
                    </a:lnTo>
                    <a:lnTo>
                      <a:pt x="524" y="1804"/>
                    </a:lnTo>
                    <a:lnTo>
                      <a:pt x="698" y="1281"/>
                    </a:lnTo>
                    <a:lnTo>
                      <a:pt x="931" y="815"/>
                    </a:lnTo>
                    <a:lnTo>
                      <a:pt x="1280" y="234"/>
                    </a:lnTo>
                    <a:lnTo>
                      <a:pt x="1338" y="117"/>
                    </a:lnTo>
                    <a:lnTo>
                      <a:pt x="1397" y="59"/>
                    </a:lnTo>
                    <a:lnTo>
                      <a:pt x="1397" y="1"/>
                    </a:lnTo>
                    <a:close/>
                  </a:path>
                </a:pathLst>
              </a:custGeom>
              <a:solidFill>
                <a:srgbClr val="EC63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1063;p38"/>
              <p:cNvSpPr/>
              <p:nvPr/>
            </p:nvSpPr>
            <p:spPr>
              <a:xfrm>
                <a:off x="3870350" y="1551425"/>
                <a:ext cx="34925" cy="155650"/>
              </a:xfrm>
              <a:custGeom>
                <a:avLst/>
                <a:gdLst/>
                <a:ahLst/>
                <a:cxnLst/>
                <a:rect l="l" t="t" r="r" b="b"/>
                <a:pathLst>
                  <a:path w="1397" h="6226" fill="none" extrusionOk="0">
                    <a:moveTo>
                      <a:pt x="1397" y="1"/>
                    </a:moveTo>
                    <a:lnTo>
                      <a:pt x="1397" y="1"/>
                    </a:lnTo>
                    <a:lnTo>
                      <a:pt x="1338" y="1"/>
                    </a:lnTo>
                    <a:lnTo>
                      <a:pt x="1338" y="1"/>
                    </a:lnTo>
                    <a:lnTo>
                      <a:pt x="1280" y="59"/>
                    </a:lnTo>
                    <a:lnTo>
                      <a:pt x="1280" y="59"/>
                    </a:lnTo>
                    <a:lnTo>
                      <a:pt x="1164" y="117"/>
                    </a:lnTo>
                    <a:lnTo>
                      <a:pt x="1164" y="117"/>
                    </a:lnTo>
                    <a:lnTo>
                      <a:pt x="931" y="350"/>
                    </a:lnTo>
                    <a:lnTo>
                      <a:pt x="698" y="699"/>
                    </a:lnTo>
                    <a:lnTo>
                      <a:pt x="698" y="699"/>
                    </a:lnTo>
                    <a:lnTo>
                      <a:pt x="466" y="1164"/>
                    </a:lnTo>
                    <a:lnTo>
                      <a:pt x="233" y="1688"/>
                    </a:lnTo>
                    <a:lnTo>
                      <a:pt x="233" y="1688"/>
                    </a:lnTo>
                    <a:lnTo>
                      <a:pt x="58" y="2328"/>
                    </a:lnTo>
                    <a:lnTo>
                      <a:pt x="58" y="2328"/>
                    </a:lnTo>
                    <a:lnTo>
                      <a:pt x="0" y="3026"/>
                    </a:lnTo>
                    <a:lnTo>
                      <a:pt x="0" y="3026"/>
                    </a:lnTo>
                    <a:lnTo>
                      <a:pt x="58" y="3724"/>
                    </a:lnTo>
                    <a:lnTo>
                      <a:pt x="58" y="3724"/>
                    </a:lnTo>
                    <a:lnTo>
                      <a:pt x="117" y="4364"/>
                    </a:lnTo>
                    <a:lnTo>
                      <a:pt x="117" y="4364"/>
                    </a:lnTo>
                    <a:lnTo>
                      <a:pt x="291" y="4946"/>
                    </a:lnTo>
                    <a:lnTo>
                      <a:pt x="291" y="4946"/>
                    </a:lnTo>
                    <a:lnTo>
                      <a:pt x="524" y="5411"/>
                    </a:lnTo>
                    <a:lnTo>
                      <a:pt x="524" y="5411"/>
                    </a:lnTo>
                    <a:lnTo>
                      <a:pt x="698" y="5760"/>
                    </a:lnTo>
                    <a:lnTo>
                      <a:pt x="873" y="6051"/>
                    </a:lnTo>
                    <a:lnTo>
                      <a:pt x="873" y="6051"/>
                    </a:lnTo>
                    <a:lnTo>
                      <a:pt x="1106" y="6226"/>
                    </a:lnTo>
                    <a:lnTo>
                      <a:pt x="1106" y="6226"/>
                    </a:lnTo>
                    <a:lnTo>
                      <a:pt x="1106" y="6226"/>
                    </a:lnTo>
                    <a:lnTo>
                      <a:pt x="1106" y="6226"/>
                    </a:lnTo>
                    <a:lnTo>
                      <a:pt x="1106" y="6109"/>
                    </a:lnTo>
                    <a:lnTo>
                      <a:pt x="989" y="5935"/>
                    </a:lnTo>
                    <a:lnTo>
                      <a:pt x="757" y="5295"/>
                    </a:lnTo>
                    <a:lnTo>
                      <a:pt x="757" y="5295"/>
                    </a:lnTo>
                    <a:lnTo>
                      <a:pt x="582" y="4830"/>
                    </a:lnTo>
                    <a:lnTo>
                      <a:pt x="582" y="4830"/>
                    </a:lnTo>
                    <a:lnTo>
                      <a:pt x="466" y="4306"/>
                    </a:lnTo>
                    <a:lnTo>
                      <a:pt x="466" y="4306"/>
                    </a:lnTo>
                    <a:lnTo>
                      <a:pt x="349" y="3666"/>
                    </a:lnTo>
                    <a:lnTo>
                      <a:pt x="349" y="3666"/>
                    </a:lnTo>
                    <a:lnTo>
                      <a:pt x="349" y="3026"/>
                    </a:lnTo>
                    <a:lnTo>
                      <a:pt x="349" y="3026"/>
                    </a:lnTo>
                    <a:lnTo>
                      <a:pt x="408" y="2386"/>
                    </a:lnTo>
                    <a:lnTo>
                      <a:pt x="408" y="2386"/>
                    </a:lnTo>
                    <a:lnTo>
                      <a:pt x="524" y="1804"/>
                    </a:lnTo>
                    <a:lnTo>
                      <a:pt x="524" y="1804"/>
                    </a:lnTo>
                    <a:lnTo>
                      <a:pt x="698" y="1281"/>
                    </a:lnTo>
                    <a:lnTo>
                      <a:pt x="931" y="815"/>
                    </a:lnTo>
                    <a:lnTo>
                      <a:pt x="931" y="815"/>
                    </a:lnTo>
                    <a:lnTo>
                      <a:pt x="1280" y="234"/>
                    </a:lnTo>
                    <a:lnTo>
                      <a:pt x="1280" y="234"/>
                    </a:lnTo>
                    <a:lnTo>
                      <a:pt x="1338" y="117"/>
                    </a:lnTo>
                    <a:lnTo>
                      <a:pt x="1338" y="117"/>
                    </a:lnTo>
                    <a:lnTo>
                      <a:pt x="1397" y="59"/>
                    </a:lnTo>
                    <a:lnTo>
                      <a:pt x="1397" y="59"/>
                    </a:lnTo>
                    <a:lnTo>
                      <a:pt x="1397" y="1"/>
                    </a:lnTo>
                    <a:lnTo>
                      <a:pt x="1397" y="1"/>
                    </a:lnTo>
                    <a:lnTo>
                      <a:pt x="1397" y="1"/>
                    </a:lnTo>
                  </a:path>
                </a:pathLst>
              </a:custGeom>
              <a:solidFill>
                <a:srgbClr val="FFFFFF">
                  <a:alpha val="10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1064;p38"/>
              <p:cNvSpPr/>
              <p:nvPr/>
            </p:nvSpPr>
            <p:spPr>
              <a:xfrm>
                <a:off x="3903800" y="1536900"/>
                <a:ext cx="40750" cy="183275"/>
              </a:xfrm>
              <a:custGeom>
                <a:avLst/>
                <a:gdLst/>
                <a:ahLst/>
                <a:cxnLst/>
                <a:rect l="l" t="t" r="r" b="b"/>
                <a:pathLst>
                  <a:path w="1630" h="7331" extrusionOk="0">
                    <a:moveTo>
                      <a:pt x="1629" y="0"/>
                    </a:moveTo>
                    <a:lnTo>
                      <a:pt x="1513" y="58"/>
                    </a:lnTo>
                    <a:lnTo>
                      <a:pt x="1455" y="117"/>
                    </a:lnTo>
                    <a:lnTo>
                      <a:pt x="1397" y="175"/>
                    </a:lnTo>
                    <a:lnTo>
                      <a:pt x="1338" y="175"/>
                    </a:lnTo>
                    <a:lnTo>
                      <a:pt x="1222" y="291"/>
                    </a:lnTo>
                    <a:lnTo>
                      <a:pt x="1106" y="466"/>
                    </a:lnTo>
                    <a:lnTo>
                      <a:pt x="815" y="873"/>
                    </a:lnTo>
                    <a:lnTo>
                      <a:pt x="524" y="1396"/>
                    </a:lnTo>
                    <a:lnTo>
                      <a:pt x="233" y="2036"/>
                    </a:lnTo>
                    <a:lnTo>
                      <a:pt x="59" y="2793"/>
                    </a:lnTo>
                    <a:lnTo>
                      <a:pt x="0" y="3607"/>
                    </a:lnTo>
                    <a:lnTo>
                      <a:pt x="0" y="4422"/>
                    </a:lnTo>
                    <a:lnTo>
                      <a:pt x="117" y="5178"/>
                    </a:lnTo>
                    <a:lnTo>
                      <a:pt x="349" y="5818"/>
                    </a:lnTo>
                    <a:lnTo>
                      <a:pt x="582" y="6400"/>
                    </a:lnTo>
                    <a:lnTo>
                      <a:pt x="815" y="6807"/>
                    </a:lnTo>
                    <a:lnTo>
                      <a:pt x="989" y="7098"/>
                    </a:lnTo>
                    <a:lnTo>
                      <a:pt x="1222" y="7330"/>
                    </a:lnTo>
                    <a:lnTo>
                      <a:pt x="1222" y="7272"/>
                    </a:lnTo>
                    <a:lnTo>
                      <a:pt x="1106" y="7039"/>
                    </a:lnTo>
                    <a:lnTo>
                      <a:pt x="815" y="6283"/>
                    </a:lnTo>
                    <a:lnTo>
                      <a:pt x="640" y="5760"/>
                    </a:lnTo>
                    <a:lnTo>
                      <a:pt x="466" y="5120"/>
                    </a:lnTo>
                    <a:lnTo>
                      <a:pt x="349" y="4363"/>
                    </a:lnTo>
                    <a:lnTo>
                      <a:pt x="349" y="3607"/>
                    </a:lnTo>
                    <a:lnTo>
                      <a:pt x="408" y="2851"/>
                    </a:lnTo>
                    <a:lnTo>
                      <a:pt x="582" y="2153"/>
                    </a:lnTo>
                    <a:lnTo>
                      <a:pt x="757" y="1513"/>
                    </a:lnTo>
                    <a:lnTo>
                      <a:pt x="989" y="989"/>
                    </a:lnTo>
                    <a:lnTo>
                      <a:pt x="1222" y="582"/>
                    </a:lnTo>
                    <a:lnTo>
                      <a:pt x="1338" y="407"/>
                    </a:lnTo>
                    <a:lnTo>
                      <a:pt x="1455" y="291"/>
                    </a:lnTo>
                    <a:lnTo>
                      <a:pt x="1513" y="233"/>
                    </a:lnTo>
                    <a:lnTo>
                      <a:pt x="1513" y="175"/>
                    </a:lnTo>
                    <a:lnTo>
                      <a:pt x="1571" y="117"/>
                    </a:lnTo>
                    <a:lnTo>
                      <a:pt x="1629" y="0"/>
                    </a:lnTo>
                    <a:close/>
                  </a:path>
                </a:pathLst>
              </a:custGeom>
              <a:solidFill>
                <a:srgbClr val="B8EF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1065;p38"/>
              <p:cNvSpPr/>
              <p:nvPr/>
            </p:nvSpPr>
            <p:spPr>
              <a:xfrm>
                <a:off x="3903800" y="1536900"/>
                <a:ext cx="40750" cy="183275"/>
              </a:xfrm>
              <a:custGeom>
                <a:avLst/>
                <a:gdLst/>
                <a:ahLst/>
                <a:cxnLst/>
                <a:rect l="l" t="t" r="r" b="b"/>
                <a:pathLst>
                  <a:path w="1630" h="7331" fill="none" extrusionOk="0">
                    <a:moveTo>
                      <a:pt x="1629" y="0"/>
                    </a:moveTo>
                    <a:lnTo>
                      <a:pt x="1629" y="0"/>
                    </a:lnTo>
                    <a:lnTo>
                      <a:pt x="1513" y="58"/>
                    </a:lnTo>
                    <a:lnTo>
                      <a:pt x="1513" y="58"/>
                    </a:lnTo>
                    <a:lnTo>
                      <a:pt x="1455" y="117"/>
                    </a:lnTo>
                    <a:lnTo>
                      <a:pt x="1397" y="175"/>
                    </a:lnTo>
                    <a:lnTo>
                      <a:pt x="1338" y="175"/>
                    </a:lnTo>
                    <a:lnTo>
                      <a:pt x="1338" y="175"/>
                    </a:lnTo>
                    <a:lnTo>
                      <a:pt x="1222" y="291"/>
                    </a:lnTo>
                    <a:lnTo>
                      <a:pt x="1222" y="291"/>
                    </a:lnTo>
                    <a:lnTo>
                      <a:pt x="1106" y="466"/>
                    </a:lnTo>
                    <a:lnTo>
                      <a:pt x="1106" y="466"/>
                    </a:lnTo>
                    <a:lnTo>
                      <a:pt x="815" y="873"/>
                    </a:lnTo>
                    <a:lnTo>
                      <a:pt x="815" y="873"/>
                    </a:lnTo>
                    <a:lnTo>
                      <a:pt x="524" y="1396"/>
                    </a:lnTo>
                    <a:lnTo>
                      <a:pt x="233" y="2036"/>
                    </a:lnTo>
                    <a:lnTo>
                      <a:pt x="233" y="2036"/>
                    </a:lnTo>
                    <a:lnTo>
                      <a:pt x="59" y="2793"/>
                    </a:lnTo>
                    <a:lnTo>
                      <a:pt x="59" y="2793"/>
                    </a:lnTo>
                    <a:lnTo>
                      <a:pt x="0" y="3607"/>
                    </a:lnTo>
                    <a:lnTo>
                      <a:pt x="0" y="3607"/>
                    </a:lnTo>
                    <a:lnTo>
                      <a:pt x="0" y="4422"/>
                    </a:lnTo>
                    <a:lnTo>
                      <a:pt x="0" y="4422"/>
                    </a:lnTo>
                    <a:lnTo>
                      <a:pt x="117" y="5178"/>
                    </a:lnTo>
                    <a:lnTo>
                      <a:pt x="117" y="5178"/>
                    </a:lnTo>
                    <a:lnTo>
                      <a:pt x="349" y="5818"/>
                    </a:lnTo>
                    <a:lnTo>
                      <a:pt x="349" y="5818"/>
                    </a:lnTo>
                    <a:lnTo>
                      <a:pt x="582" y="6400"/>
                    </a:lnTo>
                    <a:lnTo>
                      <a:pt x="582" y="6400"/>
                    </a:lnTo>
                    <a:lnTo>
                      <a:pt x="815" y="6807"/>
                    </a:lnTo>
                    <a:lnTo>
                      <a:pt x="989" y="7098"/>
                    </a:lnTo>
                    <a:lnTo>
                      <a:pt x="989" y="7098"/>
                    </a:lnTo>
                    <a:lnTo>
                      <a:pt x="1222" y="7330"/>
                    </a:lnTo>
                    <a:lnTo>
                      <a:pt x="1222" y="7330"/>
                    </a:lnTo>
                    <a:lnTo>
                      <a:pt x="1222" y="7330"/>
                    </a:lnTo>
                    <a:lnTo>
                      <a:pt x="1222" y="7330"/>
                    </a:lnTo>
                    <a:lnTo>
                      <a:pt x="1222" y="7272"/>
                    </a:lnTo>
                    <a:lnTo>
                      <a:pt x="1106" y="7039"/>
                    </a:lnTo>
                    <a:lnTo>
                      <a:pt x="1106" y="7039"/>
                    </a:lnTo>
                    <a:lnTo>
                      <a:pt x="815" y="6283"/>
                    </a:lnTo>
                    <a:lnTo>
                      <a:pt x="815" y="6283"/>
                    </a:lnTo>
                    <a:lnTo>
                      <a:pt x="640" y="5760"/>
                    </a:lnTo>
                    <a:lnTo>
                      <a:pt x="640" y="5760"/>
                    </a:lnTo>
                    <a:lnTo>
                      <a:pt x="466" y="5120"/>
                    </a:lnTo>
                    <a:lnTo>
                      <a:pt x="466" y="5120"/>
                    </a:lnTo>
                    <a:lnTo>
                      <a:pt x="349" y="4363"/>
                    </a:lnTo>
                    <a:lnTo>
                      <a:pt x="349" y="4363"/>
                    </a:lnTo>
                    <a:lnTo>
                      <a:pt x="349" y="3607"/>
                    </a:lnTo>
                    <a:lnTo>
                      <a:pt x="349" y="3607"/>
                    </a:lnTo>
                    <a:lnTo>
                      <a:pt x="408" y="2851"/>
                    </a:lnTo>
                    <a:lnTo>
                      <a:pt x="408" y="2851"/>
                    </a:lnTo>
                    <a:lnTo>
                      <a:pt x="582" y="2153"/>
                    </a:lnTo>
                    <a:lnTo>
                      <a:pt x="582" y="2153"/>
                    </a:lnTo>
                    <a:lnTo>
                      <a:pt x="757" y="1513"/>
                    </a:lnTo>
                    <a:lnTo>
                      <a:pt x="989" y="989"/>
                    </a:lnTo>
                    <a:lnTo>
                      <a:pt x="989" y="989"/>
                    </a:lnTo>
                    <a:lnTo>
                      <a:pt x="1222" y="582"/>
                    </a:lnTo>
                    <a:lnTo>
                      <a:pt x="1222" y="582"/>
                    </a:lnTo>
                    <a:lnTo>
                      <a:pt x="1338" y="407"/>
                    </a:lnTo>
                    <a:lnTo>
                      <a:pt x="1338" y="407"/>
                    </a:lnTo>
                    <a:lnTo>
                      <a:pt x="1455" y="291"/>
                    </a:lnTo>
                    <a:lnTo>
                      <a:pt x="1513" y="233"/>
                    </a:lnTo>
                    <a:lnTo>
                      <a:pt x="1513" y="175"/>
                    </a:lnTo>
                    <a:lnTo>
                      <a:pt x="1513" y="175"/>
                    </a:lnTo>
                    <a:lnTo>
                      <a:pt x="1571" y="117"/>
                    </a:lnTo>
                    <a:lnTo>
                      <a:pt x="1571" y="117"/>
                    </a:lnTo>
                    <a:lnTo>
                      <a:pt x="1629" y="0"/>
                    </a:lnTo>
                    <a:lnTo>
                      <a:pt x="1629" y="0"/>
                    </a:lnTo>
                    <a:lnTo>
                      <a:pt x="1629" y="0"/>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1066;p38"/>
              <p:cNvSpPr/>
              <p:nvPr/>
            </p:nvSpPr>
            <p:spPr>
              <a:xfrm>
                <a:off x="3935800" y="1529625"/>
                <a:ext cx="43650" cy="205100"/>
              </a:xfrm>
              <a:custGeom>
                <a:avLst/>
                <a:gdLst/>
                <a:ahLst/>
                <a:cxnLst/>
                <a:rect l="l" t="t" r="r" b="b"/>
                <a:pathLst>
                  <a:path w="1746" h="8204" extrusionOk="0">
                    <a:moveTo>
                      <a:pt x="1687" y="0"/>
                    </a:moveTo>
                    <a:lnTo>
                      <a:pt x="1629" y="58"/>
                    </a:lnTo>
                    <a:lnTo>
                      <a:pt x="1513" y="117"/>
                    </a:lnTo>
                    <a:lnTo>
                      <a:pt x="1513" y="175"/>
                    </a:lnTo>
                    <a:lnTo>
                      <a:pt x="1455" y="233"/>
                    </a:lnTo>
                    <a:lnTo>
                      <a:pt x="1280" y="349"/>
                    </a:lnTo>
                    <a:lnTo>
                      <a:pt x="1164" y="524"/>
                    </a:lnTo>
                    <a:lnTo>
                      <a:pt x="989" y="698"/>
                    </a:lnTo>
                    <a:lnTo>
                      <a:pt x="931" y="815"/>
                    </a:lnTo>
                    <a:lnTo>
                      <a:pt x="815" y="989"/>
                    </a:lnTo>
                    <a:lnTo>
                      <a:pt x="524" y="1571"/>
                    </a:lnTo>
                    <a:lnTo>
                      <a:pt x="233" y="2269"/>
                    </a:lnTo>
                    <a:lnTo>
                      <a:pt x="117" y="3084"/>
                    </a:lnTo>
                    <a:lnTo>
                      <a:pt x="0" y="4014"/>
                    </a:lnTo>
                    <a:lnTo>
                      <a:pt x="0" y="4247"/>
                    </a:lnTo>
                    <a:lnTo>
                      <a:pt x="0" y="4480"/>
                    </a:lnTo>
                    <a:lnTo>
                      <a:pt x="58" y="4887"/>
                    </a:lnTo>
                    <a:lnTo>
                      <a:pt x="117" y="5352"/>
                    </a:lnTo>
                    <a:lnTo>
                      <a:pt x="175" y="5760"/>
                    </a:lnTo>
                    <a:lnTo>
                      <a:pt x="407" y="6458"/>
                    </a:lnTo>
                    <a:lnTo>
                      <a:pt x="640" y="7098"/>
                    </a:lnTo>
                    <a:lnTo>
                      <a:pt x="873" y="7563"/>
                    </a:lnTo>
                    <a:lnTo>
                      <a:pt x="1106" y="7912"/>
                    </a:lnTo>
                    <a:lnTo>
                      <a:pt x="1338" y="8203"/>
                    </a:lnTo>
                    <a:lnTo>
                      <a:pt x="1338" y="8087"/>
                    </a:lnTo>
                    <a:lnTo>
                      <a:pt x="1222" y="7854"/>
                    </a:lnTo>
                    <a:lnTo>
                      <a:pt x="873" y="6981"/>
                    </a:lnTo>
                    <a:lnTo>
                      <a:pt x="698" y="6400"/>
                    </a:lnTo>
                    <a:lnTo>
                      <a:pt x="524" y="5702"/>
                    </a:lnTo>
                    <a:lnTo>
                      <a:pt x="466" y="5294"/>
                    </a:lnTo>
                    <a:lnTo>
                      <a:pt x="407" y="4887"/>
                    </a:lnTo>
                    <a:lnTo>
                      <a:pt x="349" y="4480"/>
                    </a:lnTo>
                    <a:lnTo>
                      <a:pt x="349" y="4247"/>
                    </a:lnTo>
                    <a:lnTo>
                      <a:pt x="349" y="4014"/>
                    </a:lnTo>
                    <a:lnTo>
                      <a:pt x="407" y="3142"/>
                    </a:lnTo>
                    <a:lnTo>
                      <a:pt x="582" y="2386"/>
                    </a:lnTo>
                    <a:lnTo>
                      <a:pt x="815" y="1687"/>
                    </a:lnTo>
                    <a:lnTo>
                      <a:pt x="1047" y="1106"/>
                    </a:lnTo>
                    <a:lnTo>
                      <a:pt x="1106" y="989"/>
                    </a:lnTo>
                    <a:lnTo>
                      <a:pt x="1164" y="873"/>
                    </a:lnTo>
                    <a:lnTo>
                      <a:pt x="1280" y="640"/>
                    </a:lnTo>
                    <a:lnTo>
                      <a:pt x="1396" y="466"/>
                    </a:lnTo>
                    <a:lnTo>
                      <a:pt x="1513" y="291"/>
                    </a:lnTo>
                    <a:lnTo>
                      <a:pt x="1571" y="233"/>
                    </a:lnTo>
                    <a:lnTo>
                      <a:pt x="1629" y="175"/>
                    </a:lnTo>
                    <a:lnTo>
                      <a:pt x="1687" y="117"/>
                    </a:lnTo>
                    <a:lnTo>
                      <a:pt x="1745" y="0"/>
                    </a:lnTo>
                    <a:close/>
                  </a:path>
                </a:pathLst>
              </a:custGeom>
              <a:solidFill>
                <a:srgbClr val="EC63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1067;p38"/>
              <p:cNvSpPr/>
              <p:nvPr/>
            </p:nvSpPr>
            <p:spPr>
              <a:xfrm>
                <a:off x="3935800" y="1529625"/>
                <a:ext cx="43650" cy="205100"/>
              </a:xfrm>
              <a:custGeom>
                <a:avLst/>
                <a:gdLst/>
                <a:ahLst/>
                <a:cxnLst/>
                <a:rect l="l" t="t" r="r" b="b"/>
                <a:pathLst>
                  <a:path w="1746" h="8204" fill="none" extrusionOk="0">
                    <a:moveTo>
                      <a:pt x="1687" y="0"/>
                    </a:moveTo>
                    <a:lnTo>
                      <a:pt x="1687" y="0"/>
                    </a:lnTo>
                    <a:lnTo>
                      <a:pt x="1629" y="58"/>
                    </a:lnTo>
                    <a:lnTo>
                      <a:pt x="1629" y="58"/>
                    </a:lnTo>
                    <a:lnTo>
                      <a:pt x="1513" y="117"/>
                    </a:lnTo>
                    <a:lnTo>
                      <a:pt x="1513" y="175"/>
                    </a:lnTo>
                    <a:lnTo>
                      <a:pt x="1455" y="233"/>
                    </a:lnTo>
                    <a:lnTo>
                      <a:pt x="1455" y="233"/>
                    </a:lnTo>
                    <a:lnTo>
                      <a:pt x="1280" y="349"/>
                    </a:lnTo>
                    <a:lnTo>
                      <a:pt x="1280" y="349"/>
                    </a:lnTo>
                    <a:lnTo>
                      <a:pt x="1164" y="524"/>
                    </a:lnTo>
                    <a:lnTo>
                      <a:pt x="1164" y="524"/>
                    </a:lnTo>
                    <a:lnTo>
                      <a:pt x="989" y="698"/>
                    </a:lnTo>
                    <a:lnTo>
                      <a:pt x="989" y="698"/>
                    </a:lnTo>
                    <a:lnTo>
                      <a:pt x="931" y="815"/>
                    </a:lnTo>
                    <a:lnTo>
                      <a:pt x="931" y="815"/>
                    </a:lnTo>
                    <a:lnTo>
                      <a:pt x="815" y="989"/>
                    </a:lnTo>
                    <a:lnTo>
                      <a:pt x="815" y="989"/>
                    </a:lnTo>
                    <a:lnTo>
                      <a:pt x="524" y="1571"/>
                    </a:lnTo>
                    <a:lnTo>
                      <a:pt x="233" y="2269"/>
                    </a:lnTo>
                    <a:lnTo>
                      <a:pt x="233" y="2269"/>
                    </a:lnTo>
                    <a:lnTo>
                      <a:pt x="117" y="3084"/>
                    </a:lnTo>
                    <a:lnTo>
                      <a:pt x="117" y="3084"/>
                    </a:lnTo>
                    <a:lnTo>
                      <a:pt x="0" y="4014"/>
                    </a:lnTo>
                    <a:lnTo>
                      <a:pt x="0" y="4014"/>
                    </a:lnTo>
                    <a:lnTo>
                      <a:pt x="0" y="4247"/>
                    </a:lnTo>
                    <a:lnTo>
                      <a:pt x="0" y="4247"/>
                    </a:lnTo>
                    <a:lnTo>
                      <a:pt x="0" y="4480"/>
                    </a:lnTo>
                    <a:lnTo>
                      <a:pt x="0" y="4480"/>
                    </a:lnTo>
                    <a:lnTo>
                      <a:pt x="58" y="4887"/>
                    </a:lnTo>
                    <a:lnTo>
                      <a:pt x="58" y="4887"/>
                    </a:lnTo>
                    <a:lnTo>
                      <a:pt x="117" y="5352"/>
                    </a:lnTo>
                    <a:lnTo>
                      <a:pt x="117" y="5352"/>
                    </a:lnTo>
                    <a:lnTo>
                      <a:pt x="175" y="5760"/>
                    </a:lnTo>
                    <a:lnTo>
                      <a:pt x="175" y="5760"/>
                    </a:lnTo>
                    <a:lnTo>
                      <a:pt x="407" y="6458"/>
                    </a:lnTo>
                    <a:lnTo>
                      <a:pt x="407" y="6458"/>
                    </a:lnTo>
                    <a:lnTo>
                      <a:pt x="640" y="7098"/>
                    </a:lnTo>
                    <a:lnTo>
                      <a:pt x="640" y="7098"/>
                    </a:lnTo>
                    <a:lnTo>
                      <a:pt x="873" y="7563"/>
                    </a:lnTo>
                    <a:lnTo>
                      <a:pt x="1106" y="7912"/>
                    </a:lnTo>
                    <a:lnTo>
                      <a:pt x="1106" y="7912"/>
                    </a:lnTo>
                    <a:lnTo>
                      <a:pt x="1338" y="8203"/>
                    </a:lnTo>
                    <a:lnTo>
                      <a:pt x="1338" y="8203"/>
                    </a:lnTo>
                    <a:lnTo>
                      <a:pt x="1338" y="8203"/>
                    </a:lnTo>
                    <a:lnTo>
                      <a:pt x="1338" y="8203"/>
                    </a:lnTo>
                    <a:lnTo>
                      <a:pt x="1338" y="8087"/>
                    </a:lnTo>
                    <a:lnTo>
                      <a:pt x="1222" y="7854"/>
                    </a:lnTo>
                    <a:lnTo>
                      <a:pt x="1222" y="7854"/>
                    </a:lnTo>
                    <a:lnTo>
                      <a:pt x="873" y="6981"/>
                    </a:lnTo>
                    <a:lnTo>
                      <a:pt x="873" y="6981"/>
                    </a:lnTo>
                    <a:lnTo>
                      <a:pt x="698" y="6400"/>
                    </a:lnTo>
                    <a:lnTo>
                      <a:pt x="698" y="6400"/>
                    </a:lnTo>
                    <a:lnTo>
                      <a:pt x="524" y="5702"/>
                    </a:lnTo>
                    <a:lnTo>
                      <a:pt x="524" y="5702"/>
                    </a:lnTo>
                    <a:lnTo>
                      <a:pt x="466" y="5294"/>
                    </a:lnTo>
                    <a:lnTo>
                      <a:pt x="466" y="5294"/>
                    </a:lnTo>
                    <a:lnTo>
                      <a:pt x="407" y="4887"/>
                    </a:lnTo>
                    <a:lnTo>
                      <a:pt x="407" y="4887"/>
                    </a:lnTo>
                    <a:lnTo>
                      <a:pt x="349" y="4480"/>
                    </a:lnTo>
                    <a:lnTo>
                      <a:pt x="349" y="4480"/>
                    </a:lnTo>
                    <a:lnTo>
                      <a:pt x="349" y="4247"/>
                    </a:lnTo>
                    <a:lnTo>
                      <a:pt x="349" y="4247"/>
                    </a:lnTo>
                    <a:lnTo>
                      <a:pt x="349" y="4014"/>
                    </a:lnTo>
                    <a:lnTo>
                      <a:pt x="349" y="4014"/>
                    </a:lnTo>
                    <a:lnTo>
                      <a:pt x="407" y="3142"/>
                    </a:lnTo>
                    <a:lnTo>
                      <a:pt x="407" y="3142"/>
                    </a:lnTo>
                    <a:lnTo>
                      <a:pt x="582" y="2386"/>
                    </a:lnTo>
                    <a:lnTo>
                      <a:pt x="582" y="2386"/>
                    </a:lnTo>
                    <a:lnTo>
                      <a:pt x="815" y="1687"/>
                    </a:lnTo>
                    <a:lnTo>
                      <a:pt x="1047" y="1106"/>
                    </a:lnTo>
                    <a:lnTo>
                      <a:pt x="1047" y="1106"/>
                    </a:lnTo>
                    <a:lnTo>
                      <a:pt x="1106" y="989"/>
                    </a:lnTo>
                    <a:lnTo>
                      <a:pt x="1106" y="989"/>
                    </a:lnTo>
                    <a:lnTo>
                      <a:pt x="1164" y="873"/>
                    </a:lnTo>
                    <a:lnTo>
                      <a:pt x="1164" y="873"/>
                    </a:lnTo>
                    <a:lnTo>
                      <a:pt x="1280" y="640"/>
                    </a:lnTo>
                    <a:lnTo>
                      <a:pt x="1280" y="640"/>
                    </a:lnTo>
                    <a:lnTo>
                      <a:pt x="1396" y="466"/>
                    </a:lnTo>
                    <a:lnTo>
                      <a:pt x="1396" y="466"/>
                    </a:lnTo>
                    <a:lnTo>
                      <a:pt x="1513" y="291"/>
                    </a:lnTo>
                    <a:lnTo>
                      <a:pt x="1513" y="291"/>
                    </a:lnTo>
                    <a:lnTo>
                      <a:pt x="1571" y="233"/>
                    </a:lnTo>
                    <a:lnTo>
                      <a:pt x="1629" y="175"/>
                    </a:lnTo>
                    <a:lnTo>
                      <a:pt x="1629" y="175"/>
                    </a:lnTo>
                    <a:lnTo>
                      <a:pt x="1687" y="117"/>
                    </a:lnTo>
                    <a:lnTo>
                      <a:pt x="1687" y="117"/>
                    </a:lnTo>
                    <a:lnTo>
                      <a:pt x="1745" y="0"/>
                    </a:lnTo>
                    <a:lnTo>
                      <a:pt x="1745" y="0"/>
                    </a:lnTo>
                    <a:lnTo>
                      <a:pt x="1687" y="0"/>
                    </a:lnTo>
                  </a:path>
                </a:pathLst>
              </a:custGeom>
              <a:solidFill>
                <a:srgbClr val="FFFFFF">
                  <a:alpha val="10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1068;p38"/>
              <p:cNvSpPr/>
              <p:nvPr/>
            </p:nvSpPr>
            <p:spPr>
              <a:xfrm>
                <a:off x="3979425" y="1533975"/>
                <a:ext cx="10200" cy="187650"/>
              </a:xfrm>
              <a:custGeom>
                <a:avLst/>
                <a:gdLst/>
                <a:ahLst/>
                <a:cxnLst/>
                <a:rect l="l" t="t" r="r" b="b"/>
                <a:pathLst>
                  <a:path w="408" h="7506" extrusionOk="0">
                    <a:moveTo>
                      <a:pt x="233" y="1"/>
                    </a:moveTo>
                    <a:lnTo>
                      <a:pt x="175" y="59"/>
                    </a:lnTo>
                    <a:lnTo>
                      <a:pt x="117" y="292"/>
                    </a:lnTo>
                    <a:lnTo>
                      <a:pt x="59" y="1106"/>
                    </a:lnTo>
                    <a:lnTo>
                      <a:pt x="0" y="3782"/>
                    </a:lnTo>
                    <a:lnTo>
                      <a:pt x="59" y="6400"/>
                    </a:lnTo>
                    <a:lnTo>
                      <a:pt x="117" y="7215"/>
                    </a:lnTo>
                    <a:lnTo>
                      <a:pt x="175" y="7447"/>
                    </a:lnTo>
                    <a:lnTo>
                      <a:pt x="233" y="7506"/>
                    </a:lnTo>
                    <a:lnTo>
                      <a:pt x="233" y="7447"/>
                    </a:lnTo>
                    <a:lnTo>
                      <a:pt x="291" y="7215"/>
                    </a:lnTo>
                    <a:lnTo>
                      <a:pt x="350" y="6400"/>
                    </a:lnTo>
                    <a:lnTo>
                      <a:pt x="408" y="3782"/>
                    </a:lnTo>
                    <a:lnTo>
                      <a:pt x="350" y="1106"/>
                    </a:lnTo>
                    <a:lnTo>
                      <a:pt x="291" y="292"/>
                    </a:lnTo>
                    <a:lnTo>
                      <a:pt x="233" y="59"/>
                    </a:lnTo>
                    <a:lnTo>
                      <a:pt x="233" y="1"/>
                    </a:lnTo>
                    <a:close/>
                  </a:path>
                </a:pathLst>
              </a:custGeom>
              <a:solidFill>
                <a:srgbClr val="B8EF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1069;p38"/>
              <p:cNvSpPr/>
              <p:nvPr/>
            </p:nvSpPr>
            <p:spPr>
              <a:xfrm>
                <a:off x="3979425" y="1533975"/>
                <a:ext cx="10200" cy="187650"/>
              </a:xfrm>
              <a:custGeom>
                <a:avLst/>
                <a:gdLst/>
                <a:ahLst/>
                <a:cxnLst/>
                <a:rect l="l" t="t" r="r" b="b"/>
                <a:pathLst>
                  <a:path w="408" h="7506" fill="none" extrusionOk="0">
                    <a:moveTo>
                      <a:pt x="233" y="1"/>
                    </a:moveTo>
                    <a:lnTo>
                      <a:pt x="233" y="1"/>
                    </a:lnTo>
                    <a:lnTo>
                      <a:pt x="175" y="59"/>
                    </a:lnTo>
                    <a:lnTo>
                      <a:pt x="117" y="292"/>
                    </a:lnTo>
                    <a:lnTo>
                      <a:pt x="59" y="1106"/>
                    </a:lnTo>
                    <a:lnTo>
                      <a:pt x="0" y="3782"/>
                    </a:lnTo>
                    <a:lnTo>
                      <a:pt x="0" y="3782"/>
                    </a:lnTo>
                    <a:lnTo>
                      <a:pt x="59" y="6400"/>
                    </a:lnTo>
                    <a:lnTo>
                      <a:pt x="117" y="7215"/>
                    </a:lnTo>
                    <a:lnTo>
                      <a:pt x="175" y="7447"/>
                    </a:lnTo>
                    <a:lnTo>
                      <a:pt x="233" y="7506"/>
                    </a:lnTo>
                    <a:lnTo>
                      <a:pt x="233" y="7506"/>
                    </a:lnTo>
                    <a:lnTo>
                      <a:pt x="233" y="7447"/>
                    </a:lnTo>
                    <a:lnTo>
                      <a:pt x="291" y="7215"/>
                    </a:lnTo>
                    <a:lnTo>
                      <a:pt x="350" y="6400"/>
                    </a:lnTo>
                    <a:lnTo>
                      <a:pt x="408" y="3782"/>
                    </a:lnTo>
                    <a:lnTo>
                      <a:pt x="408" y="3782"/>
                    </a:lnTo>
                    <a:lnTo>
                      <a:pt x="350" y="1106"/>
                    </a:lnTo>
                    <a:lnTo>
                      <a:pt x="291" y="292"/>
                    </a:lnTo>
                    <a:lnTo>
                      <a:pt x="233" y="59"/>
                    </a:lnTo>
                    <a:lnTo>
                      <a:pt x="233" y="1"/>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1070;p38"/>
              <p:cNvSpPr/>
              <p:nvPr/>
            </p:nvSpPr>
            <p:spPr>
              <a:xfrm>
                <a:off x="4014325" y="1531075"/>
                <a:ext cx="29125" cy="180375"/>
              </a:xfrm>
              <a:custGeom>
                <a:avLst/>
                <a:gdLst/>
                <a:ahLst/>
                <a:cxnLst/>
                <a:rect l="l" t="t" r="r" b="b"/>
                <a:pathLst>
                  <a:path w="1165" h="7215" extrusionOk="0">
                    <a:moveTo>
                      <a:pt x="1" y="0"/>
                    </a:moveTo>
                    <a:lnTo>
                      <a:pt x="59" y="59"/>
                    </a:lnTo>
                    <a:lnTo>
                      <a:pt x="117" y="291"/>
                    </a:lnTo>
                    <a:lnTo>
                      <a:pt x="292" y="582"/>
                    </a:lnTo>
                    <a:lnTo>
                      <a:pt x="408" y="989"/>
                    </a:lnTo>
                    <a:lnTo>
                      <a:pt x="524" y="1513"/>
                    </a:lnTo>
                    <a:lnTo>
                      <a:pt x="641" y="2153"/>
                    </a:lnTo>
                    <a:lnTo>
                      <a:pt x="757" y="2851"/>
                    </a:lnTo>
                    <a:lnTo>
                      <a:pt x="815" y="3549"/>
                    </a:lnTo>
                    <a:lnTo>
                      <a:pt x="815" y="4306"/>
                    </a:lnTo>
                    <a:lnTo>
                      <a:pt x="815" y="5004"/>
                    </a:lnTo>
                    <a:lnTo>
                      <a:pt x="641" y="6167"/>
                    </a:lnTo>
                    <a:lnTo>
                      <a:pt x="524" y="6923"/>
                    </a:lnTo>
                    <a:lnTo>
                      <a:pt x="466" y="7156"/>
                    </a:lnTo>
                    <a:lnTo>
                      <a:pt x="466" y="7214"/>
                    </a:lnTo>
                    <a:lnTo>
                      <a:pt x="524" y="7156"/>
                    </a:lnTo>
                    <a:lnTo>
                      <a:pt x="641" y="6982"/>
                    </a:lnTo>
                    <a:lnTo>
                      <a:pt x="873" y="6225"/>
                    </a:lnTo>
                    <a:lnTo>
                      <a:pt x="1048" y="5644"/>
                    </a:lnTo>
                    <a:lnTo>
                      <a:pt x="1106" y="5004"/>
                    </a:lnTo>
                    <a:lnTo>
                      <a:pt x="1164" y="4306"/>
                    </a:lnTo>
                    <a:lnTo>
                      <a:pt x="1164" y="3549"/>
                    </a:lnTo>
                    <a:lnTo>
                      <a:pt x="1106" y="2793"/>
                    </a:lnTo>
                    <a:lnTo>
                      <a:pt x="990" y="2095"/>
                    </a:lnTo>
                    <a:lnTo>
                      <a:pt x="815" y="1455"/>
                    </a:lnTo>
                    <a:lnTo>
                      <a:pt x="641" y="931"/>
                    </a:lnTo>
                    <a:lnTo>
                      <a:pt x="466" y="524"/>
                    </a:lnTo>
                    <a:lnTo>
                      <a:pt x="350" y="350"/>
                    </a:lnTo>
                    <a:lnTo>
                      <a:pt x="233" y="233"/>
                    </a:lnTo>
                    <a:lnTo>
                      <a:pt x="175" y="117"/>
                    </a:lnTo>
                    <a:lnTo>
                      <a:pt x="117" y="59"/>
                    </a:lnTo>
                    <a:lnTo>
                      <a:pt x="59" y="0"/>
                    </a:lnTo>
                    <a:close/>
                  </a:path>
                </a:pathLst>
              </a:custGeom>
              <a:solidFill>
                <a:srgbClr val="EC63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1071;p38"/>
              <p:cNvSpPr/>
              <p:nvPr/>
            </p:nvSpPr>
            <p:spPr>
              <a:xfrm>
                <a:off x="4014325" y="1531075"/>
                <a:ext cx="29125" cy="180375"/>
              </a:xfrm>
              <a:custGeom>
                <a:avLst/>
                <a:gdLst/>
                <a:ahLst/>
                <a:cxnLst/>
                <a:rect l="l" t="t" r="r" b="b"/>
                <a:pathLst>
                  <a:path w="1165" h="7215" fill="none" extrusionOk="0">
                    <a:moveTo>
                      <a:pt x="59" y="0"/>
                    </a:moveTo>
                    <a:lnTo>
                      <a:pt x="59" y="0"/>
                    </a:lnTo>
                    <a:lnTo>
                      <a:pt x="1" y="0"/>
                    </a:lnTo>
                    <a:lnTo>
                      <a:pt x="1" y="0"/>
                    </a:lnTo>
                    <a:lnTo>
                      <a:pt x="59" y="59"/>
                    </a:lnTo>
                    <a:lnTo>
                      <a:pt x="117" y="291"/>
                    </a:lnTo>
                    <a:lnTo>
                      <a:pt x="292" y="582"/>
                    </a:lnTo>
                    <a:lnTo>
                      <a:pt x="408" y="989"/>
                    </a:lnTo>
                    <a:lnTo>
                      <a:pt x="408" y="989"/>
                    </a:lnTo>
                    <a:lnTo>
                      <a:pt x="524" y="1513"/>
                    </a:lnTo>
                    <a:lnTo>
                      <a:pt x="641" y="2153"/>
                    </a:lnTo>
                    <a:lnTo>
                      <a:pt x="641" y="2153"/>
                    </a:lnTo>
                    <a:lnTo>
                      <a:pt x="757" y="2851"/>
                    </a:lnTo>
                    <a:lnTo>
                      <a:pt x="815" y="3549"/>
                    </a:lnTo>
                    <a:lnTo>
                      <a:pt x="815" y="3549"/>
                    </a:lnTo>
                    <a:lnTo>
                      <a:pt x="815" y="4306"/>
                    </a:lnTo>
                    <a:lnTo>
                      <a:pt x="815" y="5004"/>
                    </a:lnTo>
                    <a:lnTo>
                      <a:pt x="815" y="5004"/>
                    </a:lnTo>
                    <a:lnTo>
                      <a:pt x="641" y="6167"/>
                    </a:lnTo>
                    <a:lnTo>
                      <a:pt x="641" y="6167"/>
                    </a:lnTo>
                    <a:lnTo>
                      <a:pt x="524" y="6923"/>
                    </a:lnTo>
                    <a:lnTo>
                      <a:pt x="466" y="7156"/>
                    </a:lnTo>
                    <a:lnTo>
                      <a:pt x="466" y="7214"/>
                    </a:lnTo>
                    <a:lnTo>
                      <a:pt x="466" y="7214"/>
                    </a:lnTo>
                    <a:lnTo>
                      <a:pt x="466" y="7214"/>
                    </a:lnTo>
                    <a:lnTo>
                      <a:pt x="466" y="7214"/>
                    </a:lnTo>
                    <a:lnTo>
                      <a:pt x="524" y="7156"/>
                    </a:lnTo>
                    <a:lnTo>
                      <a:pt x="641" y="6982"/>
                    </a:lnTo>
                    <a:lnTo>
                      <a:pt x="873" y="6225"/>
                    </a:lnTo>
                    <a:lnTo>
                      <a:pt x="873" y="6225"/>
                    </a:lnTo>
                    <a:lnTo>
                      <a:pt x="1048" y="5644"/>
                    </a:lnTo>
                    <a:lnTo>
                      <a:pt x="1106" y="5004"/>
                    </a:lnTo>
                    <a:lnTo>
                      <a:pt x="1106" y="5004"/>
                    </a:lnTo>
                    <a:lnTo>
                      <a:pt x="1164" y="4306"/>
                    </a:lnTo>
                    <a:lnTo>
                      <a:pt x="1164" y="3549"/>
                    </a:lnTo>
                    <a:lnTo>
                      <a:pt x="1164" y="3549"/>
                    </a:lnTo>
                    <a:lnTo>
                      <a:pt x="1106" y="2793"/>
                    </a:lnTo>
                    <a:lnTo>
                      <a:pt x="990" y="2095"/>
                    </a:lnTo>
                    <a:lnTo>
                      <a:pt x="990" y="2095"/>
                    </a:lnTo>
                    <a:lnTo>
                      <a:pt x="815" y="1455"/>
                    </a:lnTo>
                    <a:lnTo>
                      <a:pt x="641" y="931"/>
                    </a:lnTo>
                    <a:lnTo>
                      <a:pt x="641" y="931"/>
                    </a:lnTo>
                    <a:lnTo>
                      <a:pt x="466" y="524"/>
                    </a:lnTo>
                    <a:lnTo>
                      <a:pt x="466" y="524"/>
                    </a:lnTo>
                    <a:lnTo>
                      <a:pt x="350" y="350"/>
                    </a:lnTo>
                    <a:lnTo>
                      <a:pt x="350" y="350"/>
                    </a:lnTo>
                    <a:lnTo>
                      <a:pt x="233" y="233"/>
                    </a:lnTo>
                    <a:lnTo>
                      <a:pt x="233" y="233"/>
                    </a:lnTo>
                    <a:lnTo>
                      <a:pt x="175" y="117"/>
                    </a:lnTo>
                    <a:lnTo>
                      <a:pt x="175" y="117"/>
                    </a:lnTo>
                    <a:lnTo>
                      <a:pt x="117" y="59"/>
                    </a:lnTo>
                    <a:lnTo>
                      <a:pt x="117" y="59"/>
                    </a:lnTo>
                    <a:lnTo>
                      <a:pt x="59" y="0"/>
                    </a:lnTo>
                  </a:path>
                </a:pathLst>
              </a:custGeom>
              <a:solidFill>
                <a:srgbClr val="FFFFFF">
                  <a:alpha val="10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1072;p38"/>
              <p:cNvSpPr/>
              <p:nvPr/>
            </p:nvSpPr>
            <p:spPr>
              <a:xfrm>
                <a:off x="4044875" y="1533975"/>
                <a:ext cx="37825" cy="142575"/>
              </a:xfrm>
              <a:custGeom>
                <a:avLst/>
                <a:gdLst/>
                <a:ahLst/>
                <a:cxnLst/>
                <a:rect l="l" t="t" r="r" b="b"/>
                <a:pathLst>
                  <a:path w="1513" h="5703" extrusionOk="0">
                    <a:moveTo>
                      <a:pt x="0" y="1"/>
                    </a:moveTo>
                    <a:lnTo>
                      <a:pt x="117" y="234"/>
                    </a:lnTo>
                    <a:lnTo>
                      <a:pt x="408" y="757"/>
                    </a:lnTo>
                    <a:lnTo>
                      <a:pt x="582" y="1164"/>
                    </a:lnTo>
                    <a:lnTo>
                      <a:pt x="757" y="1630"/>
                    </a:lnTo>
                    <a:lnTo>
                      <a:pt x="931" y="2153"/>
                    </a:lnTo>
                    <a:lnTo>
                      <a:pt x="1048" y="2735"/>
                    </a:lnTo>
                    <a:lnTo>
                      <a:pt x="1106" y="3026"/>
                    </a:lnTo>
                    <a:lnTo>
                      <a:pt x="1106" y="3317"/>
                    </a:lnTo>
                    <a:lnTo>
                      <a:pt x="1164" y="3899"/>
                    </a:lnTo>
                    <a:lnTo>
                      <a:pt x="1164" y="4829"/>
                    </a:lnTo>
                    <a:lnTo>
                      <a:pt x="1106" y="5469"/>
                    </a:lnTo>
                    <a:lnTo>
                      <a:pt x="1048" y="5644"/>
                    </a:lnTo>
                    <a:lnTo>
                      <a:pt x="1106" y="5702"/>
                    </a:lnTo>
                    <a:lnTo>
                      <a:pt x="1222" y="5469"/>
                    </a:lnTo>
                    <a:lnTo>
                      <a:pt x="1397" y="4829"/>
                    </a:lnTo>
                    <a:lnTo>
                      <a:pt x="1455" y="4364"/>
                    </a:lnTo>
                    <a:lnTo>
                      <a:pt x="1513" y="3840"/>
                    </a:lnTo>
                    <a:lnTo>
                      <a:pt x="1455" y="3259"/>
                    </a:lnTo>
                    <a:lnTo>
                      <a:pt x="1455" y="2968"/>
                    </a:lnTo>
                    <a:lnTo>
                      <a:pt x="1397" y="2677"/>
                    </a:lnTo>
                    <a:lnTo>
                      <a:pt x="1222" y="2037"/>
                    </a:lnTo>
                    <a:lnTo>
                      <a:pt x="1048" y="1513"/>
                    </a:lnTo>
                    <a:lnTo>
                      <a:pt x="873" y="1048"/>
                    </a:lnTo>
                    <a:lnTo>
                      <a:pt x="640" y="641"/>
                    </a:lnTo>
                    <a:lnTo>
                      <a:pt x="408" y="292"/>
                    </a:lnTo>
                    <a:lnTo>
                      <a:pt x="233" y="117"/>
                    </a:lnTo>
                    <a:lnTo>
                      <a:pt x="0" y="1"/>
                    </a:lnTo>
                    <a:close/>
                  </a:path>
                </a:pathLst>
              </a:custGeom>
              <a:solidFill>
                <a:srgbClr val="B8EF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1073;p38"/>
              <p:cNvSpPr/>
              <p:nvPr/>
            </p:nvSpPr>
            <p:spPr>
              <a:xfrm>
                <a:off x="4044875" y="1533975"/>
                <a:ext cx="37825" cy="142575"/>
              </a:xfrm>
              <a:custGeom>
                <a:avLst/>
                <a:gdLst/>
                <a:ahLst/>
                <a:cxnLst/>
                <a:rect l="l" t="t" r="r" b="b"/>
                <a:pathLst>
                  <a:path w="1513" h="5703" fill="none" extrusionOk="0">
                    <a:moveTo>
                      <a:pt x="0" y="1"/>
                    </a:moveTo>
                    <a:lnTo>
                      <a:pt x="0" y="1"/>
                    </a:lnTo>
                    <a:lnTo>
                      <a:pt x="0" y="1"/>
                    </a:lnTo>
                    <a:lnTo>
                      <a:pt x="0" y="1"/>
                    </a:lnTo>
                    <a:lnTo>
                      <a:pt x="117" y="234"/>
                    </a:lnTo>
                    <a:lnTo>
                      <a:pt x="117" y="234"/>
                    </a:lnTo>
                    <a:lnTo>
                      <a:pt x="408" y="757"/>
                    </a:lnTo>
                    <a:lnTo>
                      <a:pt x="408" y="757"/>
                    </a:lnTo>
                    <a:lnTo>
                      <a:pt x="582" y="1164"/>
                    </a:lnTo>
                    <a:lnTo>
                      <a:pt x="757" y="1630"/>
                    </a:lnTo>
                    <a:lnTo>
                      <a:pt x="931" y="2153"/>
                    </a:lnTo>
                    <a:lnTo>
                      <a:pt x="1048" y="2735"/>
                    </a:lnTo>
                    <a:lnTo>
                      <a:pt x="1048" y="2735"/>
                    </a:lnTo>
                    <a:lnTo>
                      <a:pt x="1106" y="3026"/>
                    </a:lnTo>
                    <a:lnTo>
                      <a:pt x="1106" y="3026"/>
                    </a:lnTo>
                    <a:lnTo>
                      <a:pt x="1106" y="3317"/>
                    </a:lnTo>
                    <a:lnTo>
                      <a:pt x="1106" y="3317"/>
                    </a:lnTo>
                    <a:lnTo>
                      <a:pt x="1164" y="3899"/>
                    </a:lnTo>
                    <a:lnTo>
                      <a:pt x="1164" y="3899"/>
                    </a:lnTo>
                    <a:lnTo>
                      <a:pt x="1164" y="4829"/>
                    </a:lnTo>
                    <a:lnTo>
                      <a:pt x="1164" y="4829"/>
                    </a:lnTo>
                    <a:lnTo>
                      <a:pt x="1106" y="5469"/>
                    </a:lnTo>
                    <a:lnTo>
                      <a:pt x="1048" y="5644"/>
                    </a:lnTo>
                    <a:lnTo>
                      <a:pt x="1106" y="5702"/>
                    </a:lnTo>
                    <a:lnTo>
                      <a:pt x="1106" y="5702"/>
                    </a:lnTo>
                    <a:lnTo>
                      <a:pt x="1106" y="5702"/>
                    </a:lnTo>
                    <a:lnTo>
                      <a:pt x="1106" y="5702"/>
                    </a:lnTo>
                    <a:lnTo>
                      <a:pt x="1222" y="5469"/>
                    </a:lnTo>
                    <a:lnTo>
                      <a:pt x="1222" y="5469"/>
                    </a:lnTo>
                    <a:lnTo>
                      <a:pt x="1397" y="4829"/>
                    </a:lnTo>
                    <a:lnTo>
                      <a:pt x="1397" y="4829"/>
                    </a:lnTo>
                    <a:lnTo>
                      <a:pt x="1455" y="4364"/>
                    </a:lnTo>
                    <a:lnTo>
                      <a:pt x="1513" y="3840"/>
                    </a:lnTo>
                    <a:lnTo>
                      <a:pt x="1513" y="3840"/>
                    </a:lnTo>
                    <a:lnTo>
                      <a:pt x="1455" y="3259"/>
                    </a:lnTo>
                    <a:lnTo>
                      <a:pt x="1455" y="3259"/>
                    </a:lnTo>
                    <a:lnTo>
                      <a:pt x="1455" y="2968"/>
                    </a:lnTo>
                    <a:lnTo>
                      <a:pt x="1455" y="2968"/>
                    </a:lnTo>
                    <a:lnTo>
                      <a:pt x="1397" y="2677"/>
                    </a:lnTo>
                    <a:lnTo>
                      <a:pt x="1397" y="2677"/>
                    </a:lnTo>
                    <a:lnTo>
                      <a:pt x="1222" y="2037"/>
                    </a:lnTo>
                    <a:lnTo>
                      <a:pt x="1048" y="1513"/>
                    </a:lnTo>
                    <a:lnTo>
                      <a:pt x="873" y="1048"/>
                    </a:lnTo>
                    <a:lnTo>
                      <a:pt x="640" y="641"/>
                    </a:lnTo>
                    <a:lnTo>
                      <a:pt x="640" y="641"/>
                    </a:lnTo>
                    <a:lnTo>
                      <a:pt x="408" y="292"/>
                    </a:lnTo>
                    <a:lnTo>
                      <a:pt x="233" y="117"/>
                    </a:lnTo>
                    <a:lnTo>
                      <a:pt x="233" y="117"/>
                    </a:lnTo>
                    <a:lnTo>
                      <a:pt x="0" y="1"/>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1074;p38"/>
              <p:cNvSpPr/>
              <p:nvPr/>
            </p:nvSpPr>
            <p:spPr>
              <a:xfrm>
                <a:off x="4076875" y="1542700"/>
                <a:ext cx="39275" cy="96025"/>
              </a:xfrm>
              <a:custGeom>
                <a:avLst/>
                <a:gdLst/>
                <a:ahLst/>
                <a:cxnLst/>
                <a:rect l="l" t="t" r="r" b="b"/>
                <a:pathLst>
                  <a:path w="1571" h="3841" extrusionOk="0">
                    <a:moveTo>
                      <a:pt x="0" y="1"/>
                    </a:moveTo>
                    <a:lnTo>
                      <a:pt x="117" y="117"/>
                    </a:lnTo>
                    <a:lnTo>
                      <a:pt x="349" y="524"/>
                    </a:lnTo>
                    <a:lnTo>
                      <a:pt x="698" y="1048"/>
                    </a:lnTo>
                    <a:lnTo>
                      <a:pt x="873" y="1397"/>
                    </a:lnTo>
                    <a:lnTo>
                      <a:pt x="1047" y="1804"/>
                    </a:lnTo>
                    <a:lnTo>
                      <a:pt x="1222" y="2561"/>
                    </a:lnTo>
                    <a:lnTo>
                      <a:pt x="1280" y="3201"/>
                    </a:lnTo>
                    <a:lnTo>
                      <a:pt x="1338" y="3666"/>
                    </a:lnTo>
                    <a:lnTo>
                      <a:pt x="1396" y="3841"/>
                    </a:lnTo>
                    <a:lnTo>
                      <a:pt x="1455" y="3782"/>
                    </a:lnTo>
                    <a:lnTo>
                      <a:pt x="1455" y="3666"/>
                    </a:lnTo>
                    <a:lnTo>
                      <a:pt x="1571" y="3201"/>
                    </a:lnTo>
                    <a:lnTo>
                      <a:pt x="1571" y="2910"/>
                    </a:lnTo>
                    <a:lnTo>
                      <a:pt x="1571" y="2502"/>
                    </a:lnTo>
                    <a:lnTo>
                      <a:pt x="1455" y="2095"/>
                    </a:lnTo>
                    <a:lnTo>
                      <a:pt x="1338" y="1688"/>
                    </a:lnTo>
                    <a:lnTo>
                      <a:pt x="1164" y="1281"/>
                    </a:lnTo>
                    <a:lnTo>
                      <a:pt x="989" y="874"/>
                    </a:lnTo>
                    <a:lnTo>
                      <a:pt x="757" y="583"/>
                    </a:lnTo>
                    <a:lnTo>
                      <a:pt x="524" y="350"/>
                    </a:lnTo>
                    <a:lnTo>
                      <a:pt x="233" y="59"/>
                    </a:lnTo>
                    <a:lnTo>
                      <a:pt x="58" y="1"/>
                    </a:lnTo>
                    <a:close/>
                  </a:path>
                </a:pathLst>
              </a:custGeom>
              <a:solidFill>
                <a:srgbClr val="EC63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1075;p38"/>
              <p:cNvSpPr/>
              <p:nvPr/>
            </p:nvSpPr>
            <p:spPr>
              <a:xfrm>
                <a:off x="4076875" y="1542700"/>
                <a:ext cx="39275" cy="96025"/>
              </a:xfrm>
              <a:custGeom>
                <a:avLst/>
                <a:gdLst/>
                <a:ahLst/>
                <a:cxnLst/>
                <a:rect l="l" t="t" r="r" b="b"/>
                <a:pathLst>
                  <a:path w="1571" h="3841" fill="none" extrusionOk="0">
                    <a:moveTo>
                      <a:pt x="58" y="1"/>
                    </a:moveTo>
                    <a:lnTo>
                      <a:pt x="58" y="1"/>
                    </a:lnTo>
                    <a:lnTo>
                      <a:pt x="0" y="1"/>
                    </a:lnTo>
                    <a:lnTo>
                      <a:pt x="0" y="1"/>
                    </a:lnTo>
                    <a:lnTo>
                      <a:pt x="117" y="117"/>
                    </a:lnTo>
                    <a:lnTo>
                      <a:pt x="349" y="524"/>
                    </a:lnTo>
                    <a:lnTo>
                      <a:pt x="349" y="524"/>
                    </a:lnTo>
                    <a:lnTo>
                      <a:pt x="698" y="1048"/>
                    </a:lnTo>
                    <a:lnTo>
                      <a:pt x="873" y="1397"/>
                    </a:lnTo>
                    <a:lnTo>
                      <a:pt x="1047" y="1804"/>
                    </a:lnTo>
                    <a:lnTo>
                      <a:pt x="1047" y="1804"/>
                    </a:lnTo>
                    <a:lnTo>
                      <a:pt x="1222" y="2561"/>
                    </a:lnTo>
                    <a:lnTo>
                      <a:pt x="1280" y="3201"/>
                    </a:lnTo>
                    <a:lnTo>
                      <a:pt x="1280" y="3201"/>
                    </a:lnTo>
                    <a:lnTo>
                      <a:pt x="1338" y="3666"/>
                    </a:lnTo>
                    <a:lnTo>
                      <a:pt x="1396" y="3841"/>
                    </a:lnTo>
                    <a:lnTo>
                      <a:pt x="1396" y="3841"/>
                    </a:lnTo>
                    <a:lnTo>
                      <a:pt x="1396" y="3841"/>
                    </a:lnTo>
                    <a:lnTo>
                      <a:pt x="1396" y="3841"/>
                    </a:lnTo>
                    <a:lnTo>
                      <a:pt x="1455" y="3782"/>
                    </a:lnTo>
                    <a:lnTo>
                      <a:pt x="1455" y="3666"/>
                    </a:lnTo>
                    <a:lnTo>
                      <a:pt x="1571" y="3201"/>
                    </a:lnTo>
                    <a:lnTo>
                      <a:pt x="1571" y="3201"/>
                    </a:lnTo>
                    <a:lnTo>
                      <a:pt x="1571" y="2910"/>
                    </a:lnTo>
                    <a:lnTo>
                      <a:pt x="1571" y="2502"/>
                    </a:lnTo>
                    <a:lnTo>
                      <a:pt x="1571" y="2502"/>
                    </a:lnTo>
                    <a:lnTo>
                      <a:pt x="1455" y="2095"/>
                    </a:lnTo>
                    <a:lnTo>
                      <a:pt x="1338" y="1688"/>
                    </a:lnTo>
                    <a:lnTo>
                      <a:pt x="1338" y="1688"/>
                    </a:lnTo>
                    <a:lnTo>
                      <a:pt x="1164" y="1281"/>
                    </a:lnTo>
                    <a:lnTo>
                      <a:pt x="989" y="874"/>
                    </a:lnTo>
                    <a:lnTo>
                      <a:pt x="989" y="874"/>
                    </a:lnTo>
                    <a:lnTo>
                      <a:pt x="757" y="583"/>
                    </a:lnTo>
                    <a:lnTo>
                      <a:pt x="524" y="350"/>
                    </a:lnTo>
                    <a:lnTo>
                      <a:pt x="524" y="350"/>
                    </a:lnTo>
                    <a:lnTo>
                      <a:pt x="233" y="59"/>
                    </a:lnTo>
                    <a:lnTo>
                      <a:pt x="58" y="1"/>
                    </a:lnTo>
                  </a:path>
                </a:pathLst>
              </a:custGeom>
              <a:solidFill>
                <a:srgbClr val="FFFFFF">
                  <a:alpha val="10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1076;p38"/>
              <p:cNvSpPr/>
              <p:nvPr/>
            </p:nvSpPr>
            <p:spPr>
              <a:xfrm>
                <a:off x="3943075" y="1749225"/>
                <a:ext cx="104725" cy="55300"/>
              </a:xfrm>
              <a:custGeom>
                <a:avLst/>
                <a:gdLst/>
                <a:ahLst/>
                <a:cxnLst/>
                <a:rect l="l" t="t" r="r" b="b"/>
                <a:pathLst>
                  <a:path w="4189" h="2212" extrusionOk="0">
                    <a:moveTo>
                      <a:pt x="2327" y="1"/>
                    </a:moveTo>
                    <a:lnTo>
                      <a:pt x="1920" y="59"/>
                    </a:lnTo>
                    <a:lnTo>
                      <a:pt x="1745" y="117"/>
                    </a:lnTo>
                    <a:lnTo>
                      <a:pt x="1629" y="175"/>
                    </a:lnTo>
                    <a:lnTo>
                      <a:pt x="1105" y="175"/>
                    </a:lnTo>
                    <a:lnTo>
                      <a:pt x="989" y="292"/>
                    </a:lnTo>
                    <a:lnTo>
                      <a:pt x="756" y="234"/>
                    </a:lnTo>
                    <a:lnTo>
                      <a:pt x="582" y="292"/>
                    </a:lnTo>
                    <a:lnTo>
                      <a:pt x="407" y="350"/>
                    </a:lnTo>
                    <a:lnTo>
                      <a:pt x="291" y="524"/>
                    </a:lnTo>
                    <a:lnTo>
                      <a:pt x="116" y="524"/>
                    </a:lnTo>
                    <a:lnTo>
                      <a:pt x="0" y="583"/>
                    </a:lnTo>
                    <a:lnTo>
                      <a:pt x="0" y="641"/>
                    </a:lnTo>
                    <a:lnTo>
                      <a:pt x="756" y="1397"/>
                    </a:lnTo>
                    <a:lnTo>
                      <a:pt x="1047" y="1688"/>
                    </a:lnTo>
                    <a:lnTo>
                      <a:pt x="1280" y="2037"/>
                    </a:lnTo>
                    <a:lnTo>
                      <a:pt x="1745" y="2153"/>
                    </a:lnTo>
                    <a:lnTo>
                      <a:pt x="2211" y="2212"/>
                    </a:lnTo>
                    <a:lnTo>
                      <a:pt x="2676" y="2153"/>
                    </a:lnTo>
                    <a:lnTo>
                      <a:pt x="3142" y="2037"/>
                    </a:lnTo>
                    <a:lnTo>
                      <a:pt x="3316" y="1746"/>
                    </a:lnTo>
                    <a:lnTo>
                      <a:pt x="3549" y="1455"/>
                    </a:lnTo>
                    <a:lnTo>
                      <a:pt x="4189" y="815"/>
                    </a:lnTo>
                    <a:lnTo>
                      <a:pt x="4131" y="757"/>
                    </a:lnTo>
                    <a:lnTo>
                      <a:pt x="4014" y="757"/>
                    </a:lnTo>
                    <a:lnTo>
                      <a:pt x="4014" y="641"/>
                    </a:lnTo>
                    <a:lnTo>
                      <a:pt x="3956" y="583"/>
                    </a:lnTo>
                    <a:lnTo>
                      <a:pt x="3840" y="466"/>
                    </a:lnTo>
                    <a:lnTo>
                      <a:pt x="3607" y="408"/>
                    </a:lnTo>
                    <a:lnTo>
                      <a:pt x="3432" y="466"/>
                    </a:lnTo>
                    <a:lnTo>
                      <a:pt x="3316" y="292"/>
                    </a:lnTo>
                    <a:lnTo>
                      <a:pt x="3083" y="234"/>
                    </a:lnTo>
                    <a:lnTo>
                      <a:pt x="2967" y="234"/>
                    </a:lnTo>
                    <a:lnTo>
                      <a:pt x="2851" y="292"/>
                    </a:lnTo>
                    <a:lnTo>
                      <a:pt x="2793" y="175"/>
                    </a:lnTo>
                    <a:lnTo>
                      <a:pt x="2618" y="117"/>
                    </a:lnTo>
                    <a:lnTo>
                      <a:pt x="232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1077;p38"/>
              <p:cNvSpPr/>
              <p:nvPr/>
            </p:nvSpPr>
            <p:spPr>
              <a:xfrm>
                <a:off x="4011425" y="1523800"/>
                <a:ext cx="25" cy="25"/>
              </a:xfrm>
              <a:custGeom>
                <a:avLst/>
                <a:gdLst/>
                <a:ahLst/>
                <a:cxnLst/>
                <a:rect l="l" t="t" r="r" b="b"/>
                <a:pathLst>
                  <a:path w="1" h="1" extrusionOk="0">
                    <a:moveTo>
                      <a:pt x="0" y="1"/>
                    </a:moveTo>
                    <a:lnTo>
                      <a:pt x="0" y="1"/>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1078;p38"/>
              <p:cNvSpPr/>
              <p:nvPr/>
            </p:nvSpPr>
            <p:spPr>
              <a:xfrm>
                <a:off x="4017250" y="1523800"/>
                <a:ext cx="25" cy="25"/>
              </a:xfrm>
              <a:custGeom>
                <a:avLst/>
                <a:gdLst/>
                <a:ahLst/>
                <a:cxnLst/>
                <a:rect l="l" t="t" r="r" b="b"/>
                <a:pathLst>
                  <a:path w="1" h="1" extrusionOk="0">
                    <a:moveTo>
                      <a:pt x="0" y="1"/>
                    </a:moveTo>
                    <a:lnTo>
                      <a:pt x="0" y="1"/>
                    </a:lnTo>
                    <a:lnTo>
                      <a:pt x="0" y="1"/>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27" name="Google Shape;1491;p43"/>
          <p:cNvGrpSpPr/>
          <p:nvPr/>
        </p:nvGrpSpPr>
        <p:grpSpPr>
          <a:xfrm rot="-482903">
            <a:off x="5150546" y="3556252"/>
            <a:ext cx="1484579" cy="1126603"/>
            <a:chOff x="789350" y="3615675"/>
            <a:chExt cx="452350" cy="343275"/>
          </a:xfrm>
        </p:grpSpPr>
        <p:sp>
          <p:nvSpPr>
            <p:cNvPr id="328" name="Google Shape;1492;p43"/>
            <p:cNvSpPr/>
            <p:nvPr/>
          </p:nvSpPr>
          <p:spPr>
            <a:xfrm>
              <a:off x="789350" y="3615675"/>
              <a:ext cx="452350" cy="343275"/>
            </a:xfrm>
            <a:custGeom>
              <a:avLst/>
              <a:gdLst/>
              <a:ahLst/>
              <a:cxnLst/>
              <a:rect l="l" t="t" r="r" b="b"/>
              <a:pathLst>
                <a:path w="18094" h="13731" extrusionOk="0">
                  <a:moveTo>
                    <a:pt x="757" y="11520"/>
                  </a:moveTo>
                  <a:lnTo>
                    <a:pt x="757" y="11520"/>
                  </a:lnTo>
                  <a:lnTo>
                    <a:pt x="1106" y="11985"/>
                  </a:lnTo>
                  <a:lnTo>
                    <a:pt x="1513" y="12392"/>
                  </a:lnTo>
                  <a:lnTo>
                    <a:pt x="2037" y="12858"/>
                  </a:lnTo>
                  <a:lnTo>
                    <a:pt x="2618" y="13207"/>
                  </a:lnTo>
                  <a:lnTo>
                    <a:pt x="2618" y="13207"/>
                  </a:lnTo>
                  <a:lnTo>
                    <a:pt x="3084" y="13439"/>
                  </a:lnTo>
                  <a:lnTo>
                    <a:pt x="3491" y="13614"/>
                  </a:lnTo>
                  <a:lnTo>
                    <a:pt x="3898" y="13672"/>
                  </a:lnTo>
                  <a:lnTo>
                    <a:pt x="4306" y="13730"/>
                  </a:lnTo>
                  <a:lnTo>
                    <a:pt x="4713" y="13730"/>
                  </a:lnTo>
                  <a:lnTo>
                    <a:pt x="5062" y="13614"/>
                  </a:lnTo>
                  <a:lnTo>
                    <a:pt x="5353" y="13498"/>
                  </a:lnTo>
                  <a:lnTo>
                    <a:pt x="5644" y="13381"/>
                  </a:lnTo>
                  <a:lnTo>
                    <a:pt x="5934" y="13207"/>
                  </a:lnTo>
                  <a:lnTo>
                    <a:pt x="6167" y="12974"/>
                  </a:lnTo>
                  <a:lnTo>
                    <a:pt x="6400" y="12741"/>
                  </a:lnTo>
                  <a:lnTo>
                    <a:pt x="6574" y="12450"/>
                  </a:lnTo>
                  <a:lnTo>
                    <a:pt x="6865" y="11927"/>
                  </a:lnTo>
                  <a:lnTo>
                    <a:pt x="6982" y="11345"/>
                  </a:lnTo>
                  <a:lnTo>
                    <a:pt x="6982" y="11345"/>
                  </a:lnTo>
                  <a:lnTo>
                    <a:pt x="7098" y="10938"/>
                  </a:lnTo>
                  <a:lnTo>
                    <a:pt x="7272" y="10647"/>
                  </a:lnTo>
                  <a:lnTo>
                    <a:pt x="7563" y="10414"/>
                  </a:lnTo>
                  <a:lnTo>
                    <a:pt x="7854" y="10240"/>
                  </a:lnTo>
                  <a:lnTo>
                    <a:pt x="8087" y="10123"/>
                  </a:lnTo>
                  <a:lnTo>
                    <a:pt x="8320" y="10065"/>
                  </a:lnTo>
                  <a:lnTo>
                    <a:pt x="8552" y="10065"/>
                  </a:lnTo>
                  <a:lnTo>
                    <a:pt x="8552" y="10065"/>
                  </a:lnTo>
                  <a:lnTo>
                    <a:pt x="9076" y="9949"/>
                  </a:lnTo>
                  <a:lnTo>
                    <a:pt x="9483" y="9832"/>
                  </a:lnTo>
                  <a:lnTo>
                    <a:pt x="9832" y="9600"/>
                  </a:lnTo>
                  <a:lnTo>
                    <a:pt x="10065" y="9367"/>
                  </a:lnTo>
                  <a:lnTo>
                    <a:pt x="10298" y="9076"/>
                  </a:lnTo>
                  <a:lnTo>
                    <a:pt x="10414" y="8727"/>
                  </a:lnTo>
                  <a:lnTo>
                    <a:pt x="10530" y="8436"/>
                  </a:lnTo>
                  <a:lnTo>
                    <a:pt x="10588" y="8087"/>
                  </a:lnTo>
                  <a:lnTo>
                    <a:pt x="10588" y="7447"/>
                  </a:lnTo>
                  <a:lnTo>
                    <a:pt x="10530" y="6866"/>
                  </a:lnTo>
                  <a:lnTo>
                    <a:pt x="10414" y="6342"/>
                  </a:lnTo>
                  <a:lnTo>
                    <a:pt x="10414" y="6342"/>
                  </a:lnTo>
                  <a:lnTo>
                    <a:pt x="15417" y="3259"/>
                  </a:lnTo>
                  <a:lnTo>
                    <a:pt x="15417" y="3259"/>
                  </a:lnTo>
                  <a:lnTo>
                    <a:pt x="15650" y="3317"/>
                  </a:lnTo>
                  <a:lnTo>
                    <a:pt x="15824" y="3375"/>
                  </a:lnTo>
                  <a:lnTo>
                    <a:pt x="15824" y="3375"/>
                  </a:lnTo>
                  <a:lnTo>
                    <a:pt x="15824" y="3491"/>
                  </a:lnTo>
                  <a:lnTo>
                    <a:pt x="15882" y="3666"/>
                  </a:lnTo>
                  <a:lnTo>
                    <a:pt x="15882" y="3666"/>
                  </a:lnTo>
                  <a:lnTo>
                    <a:pt x="15999" y="3782"/>
                  </a:lnTo>
                  <a:lnTo>
                    <a:pt x="16115" y="3840"/>
                  </a:lnTo>
                  <a:lnTo>
                    <a:pt x="16232" y="3840"/>
                  </a:lnTo>
                  <a:lnTo>
                    <a:pt x="16348" y="3782"/>
                  </a:lnTo>
                  <a:lnTo>
                    <a:pt x="16348" y="3782"/>
                  </a:lnTo>
                  <a:lnTo>
                    <a:pt x="16464" y="3666"/>
                  </a:lnTo>
                  <a:lnTo>
                    <a:pt x="16522" y="3549"/>
                  </a:lnTo>
                  <a:lnTo>
                    <a:pt x="16522" y="3433"/>
                  </a:lnTo>
                  <a:lnTo>
                    <a:pt x="16522" y="3317"/>
                  </a:lnTo>
                  <a:lnTo>
                    <a:pt x="16522" y="3317"/>
                  </a:lnTo>
                  <a:lnTo>
                    <a:pt x="16406" y="3200"/>
                  </a:lnTo>
                  <a:lnTo>
                    <a:pt x="16464" y="3200"/>
                  </a:lnTo>
                  <a:lnTo>
                    <a:pt x="16639" y="3084"/>
                  </a:lnTo>
                  <a:lnTo>
                    <a:pt x="16639" y="3084"/>
                  </a:lnTo>
                  <a:lnTo>
                    <a:pt x="16639" y="3200"/>
                  </a:lnTo>
                  <a:lnTo>
                    <a:pt x="16639" y="3200"/>
                  </a:lnTo>
                  <a:lnTo>
                    <a:pt x="16755" y="3317"/>
                  </a:lnTo>
                  <a:lnTo>
                    <a:pt x="16871" y="3375"/>
                  </a:lnTo>
                  <a:lnTo>
                    <a:pt x="17046" y="3375"/>
                  </a:lnTo>
                  <a:lnTo>
                    <a:pt x="17162" y="3317"/>
                  </a:lnTo>
                  <a:lnTo>
                    <a:pt x="17162" y="3317"/>
                  </a:lnTo>
                  <a:lnTo>
                    <a:pt x="17279" y="3200"/>
                  </a:lnTo>
                  <a:lnTo>
                    <a:pt x="17337" y="3084"/>
                  </a:lnTo>
                  <a:lnTo>
                    <a:pt x="17337" y="2968"/>
                  </a:lnTo>
                  <a:lnTo>
                    <a:pt x="17279" y="2793"/>
                  </a:lnTo>
                  <a:lnTo>
                    <a:pt x="17279" y="2793"/>
                  </a:lnTo>
                  <a:lnTo>
                    <a:pt x="17221" y="2735"/>
                  </a:lnTo>
                  <a:lnTo>
                    <a:pt x="17395" y="2619"/>
                  </a:lnTo>
                  <a:lnTo>
                    <a:pt x="17395" y="2619"/>
                  </a:lnTo>
                  <a:lnTo>
                    <a:pt x="17395" y="2619"/>
                  </a:lnTo>
                  <a:lnTo>
                    <a:pt x="17453" y="2735"/>
                  </a:lnTo>
                  <a:lnTo>
                    <a:pt x="17453" y="2735"/>
                  </a:lnTo>
                  <a:lnTo>
                    <a:pt x="17570" y="2793"/>
                  </a:lnTo>
                  <a:lnTo>
                    <a:pt x="17686" y="2851"/>
                  </a:lnTo>
                  <a:lnTo>
                    <a:pt x="17802" y="2910"/>
                  </a:lnTo>
                  <a:lnTo>
                    <a:pt x="17919" y="2851"/>
                  </a:lnTo>
                  <a:lnTo>
                    <a:pt x="17919" y="2851"/>
                  </a:lnTo>
                  <a:lnTo>
                    <a:pt x="18035" y="2735"/>
                  </a:lnTo>
                  <a:lnTo>
                    <a:pt x="18093" y="2619"/>
                  </a:lnTo>
                  <a:lnTo>
                    <a:pt x="18093" y="2502"/>
                  </a:lnTo>
                  <a:lnTo>
                    <a:pt x="18093" y="2328"/>
                  </a:lnTo>
                  <a:lnTo>
                    <a:pt x="18093" y="2328"/>
                  </a:lnTo>
                  <a:lnTo>
                    <a:pt x="17977" y="2211"/>
                  </a:lnTo>
                  <a:lnTo>
                    <a:pt x="17802" y="2153"/>
                  </a:lnTo>
                  <a:lnTo>
                    <a:pt x="17802" y="2153"/>
                  </a:lnTo>
                  <a:lnTo>
                    <a:pt x="17919" y="1921"/>
                  </a:lnTo>
                  <a:lnTo>
                    <a:pt x="17919" y="1630"/>
                  </a:lnTo>
                  <a:lnTo>
                    <a:pt x="17919" y="1339"/>
                  </a:lnTo>
                  <a:lnTo>
                    <a:pt x="17802" y="1048"/>
                  </a:lnTo>
                  <a:lnTo>
                    <a:pt x="17802" y="1048"/>
                  </a:lnTo>
                  <a:lnTo>
                    <a:pt x="17570" y="815"/>
                  </a:lnTo>
                  <a:lnTo>
                    <a:pt x="17337" y="641"/>
                  </a:lnTo>
                  <a:lnTo>
                    <a:pt x="17104" y="524"/>
                  </a:lnTo>
                  <a:lnTo>
                    <a:pt x="16813" y="466"/>
                  </a:lnTo>
                  <a:lnTo>
                    <a:pt x="16813" y="466"/>
                  </a:lnTo>
                  <a:lnTo>
                    <a:pt x="16813" y="350"/>
                  </a:lnTo>
                  <a:lnTo>
                    <a:pt x="16755" y="175"/>
                  </a:lnTo>
                  <a:lnTo>
                    <a:pt x="16755" y="175"/>
                  </a:lnTo>
                  <a:lnTo>
                    <a:pt x="16639" y="59"/>
                  </a:lnTo>
                  <a:lnTo>
                    <a:pt x="16522" y="1"/>
                  </a:lnTo>
                  <a:lnTo>
                    <a:pt x="16406" y="1"/>
                  </a:lnTo>
                  <a:lnTo>
                    <a:pt x="16232" y="59"/>
                  </a:lnTo>
                  <a:lnTo>
                    <a:pt x="16232" y="59"/>
                  </a:lnTo>
                  <a:lnTo>
                    <a:pt x="16173" y="175"/>
                  </a:lnTo>
                  <a:lnTo>
                    <a:pt x="16115" y="292"/>
                  </a:lnTo>
                  <a:lnTo>
                    <a:pt x="16115" y="408"/>
                  </a:lnTo>
                  <a:lnTo>
                    <a:pt x="16115" y="583"/>
                  </a:lnTo>
                  <a:lnTo>
                    <a:pt x="16115" y="583"/>
                  </a:lnTo>
                  <a:lnTo>
                    <a:pt x="16232" y="641"/>
                  </a:lnTo>
                  <a:lnTo>
                    <a:pt x="16173" y="641"/>
                  </a:lnTo>
                  <a:lnTo>
                    <a:pt x="15999" y="757"/>
                  </a:lnTo>
                  <a:lnTo>
                    <a:pt x="15999" y="757"/>
                  </a:lnTo>
                  <a:lnTo>
                    <a:pt x="15999" y="641"/>
                  </a:lnTo>
                  <a:lnTo>
                    <a:pt x="15999" y="641"/>
                  </a:lnTo>
                  <a:lnTo>
                    <a:pt x="15882" y="583"/>
                  </a:lnTo>
                  <a:lnTo>
                    <a:pt x="15766" y="524"/>
                  </a:lnTo>
                  <a:lnTo>
                    <a:pt x="15592" y="524"/>
                  </a:lnTo>
                  <a:lnTo>
                    <a:pt x="15475" y="524"/>
                  </a:lnTo>
                  <a:lnTo>
                    <a:pt x="15475" y="524"/>
                  </a:lnTo>
                  <a:lnTo>
                    <a:pt x="15359" y="641"/>
                  </a:lnTo>
                  <a:lnTo>
                    <a:pt x="15301" y="757"/>
                  </a:lnTo>
                  <a:lnTo>
                    <a:pt x="15301" y="932"/>
                  </a:lnTo>
                  <a:lnTo>
                    <a:pt x="15359" y="1048"/>
                  </a:lnTo>
                  <a:lnTo>
                    <a:pt x="15359" y="1048"/>
                  </a:lnTo>
                  <a:lnTo>
                    <a:pt x="15417" y="1106"/>
                  </a:lnTo>
                  <a:lnTo>
                    <a:pt x="15243" y="1222"/>
                  </a:lnTo>
                  <a:lnTo>
                    <a:pt x="15243" y="1222"/>
                  </a:lnTo>
                  <a:lnTo>
                    <a:pt x="15243" y="1222"/>
                  </a:lnTo>
                  <a:lnTo>
                    <a:pt x="15184" y="1164"/>
                  </a:lnTo>
                  <a:lnTo>
                    <a:pt x="15184" y="1164"/>
                  </a:lnTo>
                  <a:lnTo>
                    <a:pt x="15068" y="1048"/>
                  </a:lnTo>
                  <a:lnTo>
                    <a:pt x="14952" y="990"/>
                  </a:lnTo>
                  <a:lnTo>
                    <a:pt x="14835" y="990"/>
                  </a:lnTo>
                  <a:lnTo>
                    <a:pt x="14719" y="1048"/>
                  </a:lnTo>
                  <a:lnTo>
                    <a:pt x="14719" y="1048"/>
                  </a:lnTo>
                  <a:lnTo>
                    <a:pt x="14603" y="1106"/>
                  </a:lnTo>
                  <a:lnTo>
                    <a:pt x="14544" y="1222"/>
                  </a:lnTo>
                  <a:lnTo>
                    <a:pt x="14544" y="1397"/>
                  </a:lnTo>
                  <a:lnTo>
                    <a:pt x="14544" y="1513"/>
                  </a:lnTo>
                  <a:lnTo>
                    <a:pt x="14544" y="1513"/>
                  </a:lnTo>
                  <a:lnTo>
                    <a:pt x="14661" y="1630"/>
                  </a:lnTo>
                  <a:lnTo>
                    <a:pt x="14835" y="1688"/>
                  </a:lnTo>
                  <a:lnTo>
                    <a:pt x="14835" y="1688"/>
                  </a:lnTo>
                  <a:lnTo>
                    <a:pt x="14719" y="1862"/>
                  </a:lnTo>
                  <a:lnTo>
                    <a:pt x="14719" y="2095"/>
                  </a:lnTo>
                  <a:lnTo>
                    <a:pt x="9658" y="5120"/>
                  </a:lnTo>
                  <a:lnTo>
                    <a:pt x="9658" y="5120"/>
                  </a:lnTo>
                  <a:lnTo>
                    <a:pt x="9134" y="4713"/>
                  </a:lnTo>
                  <a:lnTo>
                    <a:pt x="8669" y="4422"/>
                  </a:lnTo>
                  <a:lnTo>
                    <a:pt x="8087" y="4131"/>
                  </a:lnTo>
                  <a:lnTo>
                    <a:pt x="7796" y="4073"/>
                  </a:lnTo>
                  <a:lnTo>
                    <a:pt x="7447" y="4015"/>
                  </a:lnTo>
                  <a:lnTo>
                    <a:pt x="7156" y="4015"/>
                  </a:lnTo>
                  <a:lnTo>
                    <a:pt x="6807" y="4073"/>
                  </a:lnTo>
                  <a:lnTo>
                    <a:pt x="6458" y="4189"/>
                  </a:lnTo>
                  <a:lnTo>
                    <a:pt x="6167" y="4422"/>
                  </a:lnTo>
                  <a:lnTo>
                    <a:pt x="5818" y="4713"/>
                  </a:lnTo>
                  <a:lnTo>
                    <a:pt x="5527" y="5062"/>
                  </a:lnTo>
                  <a:lnTo>
                    <a:pt x="5527" y="5062"/>
                  </a:lnTo>
                  <a:lnTo>
                    <a:pt x="5411" y="5237"/>
                  </a:lnTo>
                  <a:lnTo>
                    <a:pt x="5236" y="5411"/>
                  </a:lnTo>
                  <a:lnTo>
                    <a:pt x="5004" y="5644"/>
                  </a:lnTo>
                  <a:lnTo>
                    <a:pt x="4771" y="5818"/>
                  </a:lnTo>
                  <a:lnTo>
                    <a:pt x="4422" y="5935"/>
                  </a:lnTo>
                  <a:lnTo>
                    <a:pt x="4073" y="5993"/>
                  </a:lnTo>
                  <a:lnTo>
                    <a:pt x="3666" y="5877"/>
                  </a:lnTo>
                  <a:lnTo>
                    <a:pt x="3666" y="5877"/>
                  </a:lnTo>
                  <a:lnTo>
                    <a:pt x="3084" y="5760"/>
                  </a:lnTo>
                  <a:lnTo>
                    <a:pt x="2502" y="5760"/>
                  </a:lnTo>
                  <a:lnTo>
                    <a:pt x="2153" y="5760"/>
                  </a:lnTo>
                  <a:lnTo>
                    <a:pt x="1862" y="5877"/>
                  </a:lnTo>
                  <a:lnTo>
                    <a:pt x="1571" y="5993"/>
                  </a:lnTo>
                  <a:lnTo>
                    <a:pt x="1280" y="6109"/>
                  </a:lnTo>
                  <a:lnTo>
                    <a:pt x="989" y="6342"/>
                  </a:lnTo>
                  <a:lnTo>
                    <a:pt x="757" y="6575"/>
                  </a:lnTo>
                  <a:lnTo>
                    <a:pt x="524" y="6866"/>
                  </a:lnTo>
                  <a:lnTo>
                    <a:pt x="350" y="7156"/>
                  </a:lnTo>
                  <a:lnTo>
                    <a:pt x="175" y="7505"/>
                  </a:lnTo>
                  <a:lnTo>
                    <a:pt x="59" y="7913"/>
                  </a:lnTo>
                  <a:lnTo>
                    <a:pt x="1" y="8378"/>
                  </a:lnTo>
                  <a:lnTo>
                    <a:pt x="1" y="8902"/>
                  </a:lnTo>
                  <a:lnTo>
                    <a:pt x="1" y="8902"/>
                  </a:lnTo>
                  <a:lnTo>
                    <a:pt x="59" y="9658"/>
                  </a:lnTo>
                  <a:lnTo>
                    <a:pt x="233" y="10356"/>
                  </a:lnTo>
                  <a:lnTo>
                    <a:pt x="466" y="10996"/>
                  </a:lnTo>
                  <a:lnTo>
                    <a:pt x="757" y="11520"/>
                  </a:lnTo>
                  <a:lnTo>
                    <a:pt x="757" y="11520"/>
                  </a:lnTo>
                  <a:close/>
                </a:path>
              </a:pathLst>
            </a:custGeom>
            <a:solidFill>
              <a:schemeClr val="accent4"/>
            </a:solidFill>
            <a:ln w="76200" cap="flat" cmpd="sng">
              <a:solidFill>
                <a:schemeClr val="accent4"/>
              </a:solidFill>
              <a:prstDash val="solid"/>
              <a:round/>
              <a:headEnd type="none" w="sm" len="sm"/>
              <a:tailEnd type="none" w="sm" len="sm"/>
            </a:ln>
            <a:effectLst>
              <a:outerShdw blurRad="57150" algn="bl" rotWithShape="0">
                <a:schemeClr val="accent3">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9" name="Google Shape;1493;p43"/>
            <p:cNvGrpSpPr/>
            <p:nvPr/>
          </p:nvGrpSpPr>
          <p:grpSpPr>
            <a:xfrm>
              <a:off x="789350" y="3615675"/>
              <a:ext cx="452350" cy="343275"/>
              <a:chOff x="789350" y="3615675"/>
              <a:chExt cx="452350" cy="343275"/>
            </a:xfrm>
          </p:grpSpPr>
          <p:sp>
            <p:nvSpPr>
              <p:cNvPr id="330" name="Google Shape;1494;p43"/>
              <p:cNvSpPr/>
              <p:nvPr/>
            </p:nvSpPr>
            <p:spPr>
              <a:xfrm>
                <a:off x="789350" y="3714575"/>
                <a:ext cx="264725" cy="244375"/>
              </a:xfrm>
              <a:custGeom>
                <a:avLst/>
                <a:gdLst/>
                <a:ahLst/>
                <a:cxnLst/>
                <a:rect l="l" t="t" r="r" b="b"/>
                <a:pathLst>
                  <a:path w="10589" h="9775" extrusionOk="0">
                    <a:moveTo>
                      <a:pt x="7214" y="1"/>
                    </a:moveTo>
                    <a:lnTo>
                      <a:pt x="6865" y="59"/>
                    </a:lnTo>
                    <a:lnTo>
                      <a:pt x="6516" y="175"/>
                    </a:lnTo>
                    <a:lnTo>
                      <a:pt x="6167" y="408"/>
                    </a:lnTo>
                    <a:lnTo>
                      <a:pt x="5876" y="699"/>
                    </a:lnTo>
                    <a:lnTo>
                      <a:pt x="5527" y="1106"/>
                    </a:lnTo>
                    <a:lnTo>
                      <a:pt x="5411" y="1281"/>
                    </a:lnTo>
                    <a:lnTo>
                      <a:pt x="5236" y="1455"/>
                    </a:lnTo>
                    <a:lnTo>
                      <a:pt x="5004" y="1630"/>
                    </a:lnTo>
                    <a:lnTo>
                      <a:pt x="4771" y="1804"/>
                    </a:lnTo>
                    <a:lnTo>
                      <a:pt x="4422" y="1979"/>
                    </a:lnTo>
                    <a:lnTo>
                      <a:pt x="4073" y="1979"/>
                    </a:lnTo>
                    <a:lnTo>
                      <a:pt x="3666" y="1921"/>
                    </a:lnTo>
                    <a:lnTo>
                      <a:pt x="3084" y="1804"/>
                    </a:lnTo>
                    <a:lnTo>
                      <a:pt x="2502" y="1746"/>
                    </a:lnTo>
                    <a:lnTo>
                      <a:pt x="2153" y="1804"/>
                    </a:lnTo>
                    <a:lnTo>
                      <a:pt x="1862" y="1862"/>
                    </a:lnTo>
                    <a:lnTo>
                      <a:pt x="1571" y="1979"/>
                    </a:lnTo>
                    <a:lnTo>
                      <a:pt x="1280" y="2153"/>
                    </a:lnTo>
                    <a:lnTo>
                      <a:pt x="989" y="2328"/>
                    </a:lnTo>
                    <a:lnTo>
                      <a:pt x="757" y="2619"/>
                    </a:lnTo>
                    <a:lnTo>
                      <a:pt x="524" y="2851"/>
                    </a:lnTo>
                    <a:lnTo>
                      <a:pt x="350" y="3200"/>
                    </a:lnTo>
                    <a:lnTo>
                      <a:pt x="175" y="3549"/>
                    </a:lnTo>
                    <a:lnTo>
                      <a:pt x="59" y="3957"/>
                    </a:lnTo>
                    <a:lnTo>
                      <a:pt x="1" y="4422"/>
                    </a:lnTo>
                    <a:lnTo>
                      <a:pt x="1" y="4946"/>
                    </a:lnTo>
                    <a:lnTo>
                      <a:pt x="59" y="5702"/>
                    </a:lnTo>
                    <a:lnTo>
                      <a:pt x="233" y="6400"/>
                    </a:lnTo>
                    <a:lnTo>
                      <a:pt x="466" y="6982"/>
                    </a:lnTo>
                    <a:lnTo>
                      <a:pt x="757" y="7505"/>
                    </a:lnTo>
                    <a:lnTo>
                      <a:pt x="1106" y="7971"/>
                    </a:lnTo>
                    <a:lnTo>
                      <a:pt x="1513" y="8436"/>
                    </a:lnTo>
                    <a:lnTo>
                      <a:pt x="2037" y="8843"/>
                    </a:lnTo>
                    <a:lnTo>
                      <a:pt x="2618" y="9251"/>
                    </a:lnTo>
                    <a:lnTo>
                      <a:pt x="3084" y="9483"/>
                    </a:lnTo>
                    <a:lnTo>
                      <a:pt x="3491" y="9600"/>
                    </a:lnTo>
                    <a:lnTo>
                      <a:pt x="3898" y="9716"/>
                    </a:lnTo>
                    <a:lnTo>
                      <a:pt x="4306" y="9774"/>
                    </a:lnTo>
                    <a:lnTo>
                      <a:pt x="4713" y="9716"/>
                    </a:lnTo>
                    <a:lnTo>
                      <a:pt x="5062" y="9658"/>
                    </a:lnTo>
                    <a:lnTo>
                      <a:pt x="5353" y="9542"/>
                    </a:lnTo>
                    <a:lnTo>
                      <a:pt x="5644" y="9367"/>
                    </a:lnTo>
                    <a:lnTo>
                      <a:pt x="5934" y="9193"/>
                    </a:lnTo>
                    <a:lnTo>
                      <a:pt x="6167" y="9018"/>
                    </a:lnTo>
                    <a:lnTo>
                      <a:pt x="6400" y="8727"/>
                    </a:lnTo>
                    <a:lnTo>
                      <a:pt x="6574" y="8494"/>
                    </a:lnTo>
                    <a:lnTo>
                      <a:pt x="6865" y="7913"/>
                    </a:lnTo>
                    <a:lnTo>
                      <a:pt x="6982" y="7331"/>
                    </a:lnTo>
                    <a:lnTo>
                      <a:pt x="7098" y="6982"/>
                    </a:lnTo>
                    <a:lnTo>
                      <a:pt x="7272" y="6691"/>
                    </a:lnTo>
                    <a:lnTo>
                      <a:pt x="7563" y="6458"/>
                    </a:lnTo>
                    <a:lnTo>
                      <a:pt x="7854" y="6284"/>
                    </a:lnTo>
                    <a:lnTo>
                      <a:pt x="8087" y="6167"/>
                    </a:lnTo>
                    <a:lnTo>
                      <a:pt x="8320" y="6109"/>
                    </a:lnTo>
                    <a:lnTo>
                      <a:pt x="8552" y="6051"/>
                    </a:lnTo>
                    <a:lnTo>
                      <a:pt x="9076" y="5993"/>
                    </a:lnTo>
                    <a:lnTo>
                      <a:pt x="9483" y="5818"/>
                    </a:lnTo>
                    <a:lnTo>
                      <a:pt x="9832" y="5644"/>
                    </a:lnTo>
                    <a:lnTo>
                      <a:pt x="10065" y="5353"/>
                    </a:lnTo>
                    <a:lnTo>
                      <a:pt x="10298" y="5120"/>
                    </a:lnTo>
                    <a:lnTo>
                      <a:pt x="10414" y="4771"/>
                    </a:lnTo>
                    <a:lnTo>
                      <a:pt x="10530" y="4480"/>
                    </a:lnTo>
                    <a:lnTo>
                      <a:pt x="10588" y="4131"/>
                    </a:lnTo>
                    <a:lnTo>
                      <a:pt x="10588" y="3491"/>
                    </a:lnTo>
                    <a:lnTo>
                      <a:pt x="10530" y="2910"/>
                    </a:lnTo>
                    <a:lnTo>
                      <a:pt x="10414" y="2386"/>
                    </a:lnTo>
                    <a:lnTo>
                      <a:pt x="9658" y="1164"/>
                    </a:lnTo>
                    <a:lnTo>
                      <a:pt x="9250" y="815"/>
                    </a:lnTo>
                    <a:lnTo>
                      <a:pt x="8785" y="524"/>
                    </a:lnTo>
                    <a:lnTo>
                      <a:pt x="8203" y="233"/>
                    </a:lnTo>
                    <a:lnTo>
                      <a:pt x="7912" y="117"/>
                    </a:lnTo>
                    <a:lnTo>
                      <a:pt x="7563" y="59"/>
                    </a:lnTo>
                    <a:lnTo>
                      <a:pt x="721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1495;p43"/>
              <p:cNvSpPr/>
              <p:nvPr/>
            </p:nvSpPr>
            <p:spPr>
              <a:xfrm>
                <a:off x="808250" y="3759675"/>
                <a:ext cx="245825" cy="199275"/>
              </a:xfrm>
              <a:custGeom>
                <a:avLst/>
                <a:gdLst/>
                <a:ahLst/>
                <a:cxnLst/>
                <a:rect l="l" t="t" r="r" b="b"/>
                <a:pathLst>
                  <a:path w="9833" h="7971" extrusionOk="0">
                    <a:moveTo>
                      <a:pt x="9309" y="0"/>
                    </a:moveTo>
                    <a:lnTo>
                      <a:pt x="1" y="5701"/>
                    </a:lnTo>
                    <a:lnTo>
                      <a:pt x="350" y="6167"/>
                    </a:lnTo>
                    <a:lnTo>
                      <a:pt x="757" y="6632"/>
                    </a:lnTo>
                    <a:lnTo>
                      <a:pt x="1281" y="7039"/>
                    </a:lnTo>
                    <a:lnTo>
                      <a:pt x="1862" y="7447"/>
                    </a:lnTo>
                    <a:lnTo>
                      <a:pt x="2328" y="7679"/>
                    </a:lnTo>
                    <a:lnTo>
                      <a:pt x="2735" y="7796"/>
                    </a:lnTo>
                    <a:lnTo>
                      <a:pt x="3142" y="7912"/>
                    </a:lnTo>
                    <a:lnTo>
                      <a:pt x="3550" y="7970"/>
                    </a:lnTo>
                    <a:lnTo>
                      <a:pt x="3957" y="7912"/>
                    </a:lnTo>
                    <a:lnTo>
                      <a:pt x="4306" y="7854"/>
                    </a:lnTo>
                    <a:lnTo>
                      <a:pt x="4597" y="7738"/>
                    </a:lnTo>
                    <a:lnTo>
                      <a:pt x="4888" y="7563"/>
                    </a:lnTo>
                    <a:lnTo>
                      <a:pt x="5178" y="7389"/>
                    </a:lnTo>
                    <a:lnTo>
                      <a:pt x="5411" y="7214"/>
                    </a:lnTo>
                    <a:lnTo>
                      <a:pt x="5644" y="6923"/>
                    </a:lnTo>
                    <a:lnTo>
                      <a:pt x="5818" y="6690"/>
                    </a:lnTo>
                    <a:lnTo>
                      <a:pt x="6109" y="6109"/>
                    </a:lnTo>
                    <a:lnTo>
                      <a:pt x="6226" y="5527"/>
                    </a:lnTo>
                    <a:lnTo>
                      <a:pt x="6342" y="5178"/>
                    </a:lnTo>
                    <a:lnTo>
                      <a:pt x="6516" y="4887"/>
                    </a:lnTo>
                    <a:lnTo>
                      <a:pt x="6807" y="4654"/>
                    </a:lnTo>
                    <a:lnTo>
                      <a:pt x="7098" y="4480"/>
                    </a:lnTo>
                    <a:lnTo>
                      <a:pt x="7331" y="4363"/>
                    </a:lnTo>
                    <a:lnTo>
                      <a:pt x="7564" y="4305"/>
                    </a:lnTo>
                    <a:lnTo>
                      <a:pt x="7796" y="4247"/>
                    </a:lnTo>
                    <a:lnTo>
                      <a:pt x="8320" y="4189"/>
                    </a:lnTo>
                    <a:lnTo>
                      <a:pt x="8727" y="4014"/>
                    </a:lnTo>
                    <a:lnTo>
                      <a:pt x="9076" y="3840"/>
                    </a:lnTo>
                    <a:lnTo>
                      <a:pt x="9309" y="3549"/>
                    </a:lnTo>
                    <a:lnTo>
                      <a:pt x="9542" y="3316"/>
                    </a:lnTo>
                    <a:lnTo>
                      <a:pt x="9658" y="2967"/>
                    </a:lnTo>
                    <a:lnTo>
                      <a:pt x="9774" y="2676"/>
                    </a:lnTo>
                    <a:lnTo>
                      <a:pt x="9832" y="2327"/>
                    </a:lnTo>
                    <a:lnTo>
                      <a:pt x="9832" y="1687"/>
                    </a:lnTo>
                    <a:lnTo>
                      <a:pt x="9774" y="1106"/>
                    </a:lnTo>
                    <a:lnTo>
                      <a:pt x="9658" y="582"/>
                    </a:lnTo>
                    <a:lnTo>
                      <a:pt x="930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1496;p43"/>
              <p:cNvSpPr/>
              <p:nvPr/>
            </p:nvSpPr>
            <p:spPr>
              <a:xfrm>
                <a:off x="808250" y="3759675"/>
                <a:ext cx="245825" cy="199275"/>
              </a:xfrm>
              <a:custGeom>
                <a:avLst/>
                <a:gdLst/>
                <a:ahLst/>
                <a:cxnLst/>
                <a:rect l="l" t="t" r="r" b="b"/>
                <a:pathLst>
                  <a:path w="9833" h="7971" fill="none" extrusionOk="0">
                    <a:moveTo>
                      <a:pt x="9309" y="0"/>
                    </a:moveTo>
                    <a:lnTo>
                      <a:pt x="9658" y="582"/>
                    </a:lnTo>
                    <a:lnTo>
                      <a:pt x="9658" y="582"/>
                    </a:lnTo>
                    <a:lnTo>
                      <a:pt x="9774" y="1106"/>
                    </a:lnTo>
                    <a:lnTo>
                      <a:pt x="9832" y="1687"/>
                    </a:lnTo>
                    <a:lnTo>
                      <a:pt x="9832" y="2327"/>
                    </a:lnTo>
                    <a:lnTo>
                      <a:pt x="9774" y="2676"/>
                    </a:lnTo>
                    <a:lnTo>
                      <a:pt x="9658" y="2967"/>
                    </a:lnTo>
                    <a:lnTo>
                      <a:pt x="9542" y="3316"/>
                    </a:lnTo>
                    <a:lnTo>
                      <a:pt x="9309" y="3549"/>
                    </a:lnTo>
                    <a:lnTo>
                      <a:pt x="9076" y="3840"/>
                    </a:lnTo>
                    <a:lnTo>
                      <a:pt x="8727" y="4014"/>
                    </a:lnTo>
                    <a:lnTo>
                      <a:pt x="8320" y="4189"/>
                    </a:lnTo>
                    <a:lnTo>
                      <a:pt x="7796" y="4247"/>
                    </a:lnTo>
                    <a:lnTo>
                      <a:pt x="7796" y="4247"/>
                    </a:lnTo>
                    <a:lnTo>
                      <a:pt x="7564" y="4305"/>
                    </a:lnTo>
                    <a:lnTo>
                      <a:pt x="7331" y="4363"/>
                    </a:lnTo>
                    <a:lnTo>
                      <a:pt x="7098" y="4480"/>
                    </a:lnTo>
                    <a:lnTo>
                      <a:pt x="6807" y="4654"/>
                    </a:lnTo>
                    <a:lnTo>
                      <a:pt x="6516" y="4887"/>
                    </a:lnTo>
                    <a:lnTo>
                      <a:pt x="6342" y="5178"/>
                    </a:lnTo>
                    <a:lnTo>
                      <a:pt x="6226" y="5527"/>
                    </a:lnTo>
                    <a:lnTo>
                      <a:pt x="6226" y="5527"/>
                    </a:lnTo>
                    <a:lnTo>
                      <a:pt x="6109" y="6109"/>
                    </a:lnTo>
                    <a:lnTo>
                      <a:pt x="5818" y="6690"/>
                    </a:lnTo>
                    <a:lnTo>
                      <a:pt x="5644" y="6923"/>
                    </a:lnTo>
                    <a:lnTo>
                      <a:pt x="5411" y="7214"/>
                    </a:lnTo>
                    <a:lnTo>
                      <a:pt x="5178" y="7389"/>
                    </a:lnTo>
                    <a:lnTo>
                      <a:pt x="4888" y="7563"/>
                    </a:lnTo>
                    <a:lnTo>
                      <a:pt x="4597" y="7738"/>
                    </a:lnTo>
                    <a:lnTo>
                      <a:pt x="4306" y="7854"/>
                    </a:lnTo>
                    <a:lnTo>
                      <a:pt x="3957" y="7912"/>
                    </a:lnTo>
                    <a:lnTo>
                      <a:pt x="3550" y="7970"/>
                    </a:lnTo>
                    <a:lnTo>
                      <a:pt x="3142" y="7912"/>
                    </a:lnTo>
                    <a:lnTo>
                      <a:pt x="2735" y="7796"/>
                    </a:lnTo>
                    <a:lnTo>
                      <a:pt x="2328" y="7679"/>
                    </a:lnTo>
                    <a:lnTo>
                      <a:pt x="1862" y="7447"/>
                    </a:lnTo>
                    <a:lnTo>
                      <a:pt x="1862" y="7447"/>
                    </a:lnTo>
                    <a:lnTo>
                      <a:pt x="1281" y="7039"/>
                    </a:lnTo>
                    <a:lnTo>
                      <a:pt x="757" y="6632"/>
                    </a:lnTo>
                    <a:lnTo>
                      <a:pt x="350" y="6167"/>
                    </a:lnTo>
                    <a:lnTo>
                      <a:pt x="1" y="5701"/>
                    </a:lnTo>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1497;p43"/>
              <p:cNvSpPr/>
              <p:nvPr/>
            </p:nvSpPr>
            <p:spPr>
              <a:xfrm>
                <a:off x="918800" y="3766950"/>
                <a:ext cx="81450" cy="81450"/>
              </a:xfrm>
              <a:custGeom>
                <a:avLst/>
                <a:gdLst/>
                <a:ahLst/>
                <a:cxnLst/>
                <a:rect l="l" t="t" r="r" b="b"/>
                <a:pathLst>
                  <a:path w="3258" h="3258" extrusionOk="0">
                    <a:moveTo>
                      <a:pt x="1396" y="0"/>
                    </a:moveTo>
                    <a:lnTo>
                      <a:pt x="1105" y="58"/>
                    </a:lnTo>
                    <a:lnTo>
                      <a:pt x="815" y="233"/>
                    </a:lnTo>
                    <a:lnTo>
                      <a:pt x="524" y="407"/>
                    </a:lnTo>
                    <a:lnTo>
                      <a:pt x="349" y="640"/>
                    </a:lnTo>
                    <a:lnTo>
                      <a:pt x="175" y="931"/>
                    </a:lnTo>
                    <a:lnTo>
                      <a:pt x="58" y="1222"/>
                    </a:lnTo>
                    <a:lnTo>
                      <a:pt x="0" y="1513"/>
                    </a:lnTo>
                    <a:lnTo>
                      <a:pt x="58" y="1862"/>
                    </a:lnTo>
                    <a:lnTo>
                      <a:pt x="116" y="2153"/>
                    </a:lnTo>
                    <a:lnTo>
                      <a:pt x="233" y="2443"/>
                    </a:lnTo>
                    <a:lnTo>
                      <a:pt x="466" y="2734"/>
                    </a:lnTo>
                    <a:lnTo>
                      <a:pt x="698" y="2909"/>
                    </a:lnTo>
                    <a:lnTo>
                      <a:pt x="989" y="3083"/>
                    </a:lnTo>
                    <a:lnTo>
                      <a:pt x="1280" y="3200"/>
                    </a:lnTo>
                    <a:lnTo>
                      <a:pt x="1571" y="3258"/>
                    </a:lnTo>
                    <a:lnTo>
                      <a:pt x="1862" y="3200"/>
                    </a:lnTo>
                    <a:lnTo>
                      <a:pt x="2211" y="3142"/>
                    </a:lnTo>
                    <a:lnTo>
                      <a:pt x="2502" y="3025"/>
                    </a:lnTo>
                    <a:lnTo>
                      <a:pt x="2734" y="2793"/>
                    </a:lnTo>
                    <a:lnTo>
                      <a:pt x="2967" y="2560"/>
                    </a:lnTo>
                    <a:lnTo>
                      <a:pt x="3142" y="2269"/>
                    </a:lnTo>
                    <a:lnTo>
                      <a:pt x="3200" y="1978"/>
                    </a:lnTo>
                    <a:lnTo>
                      <a:pt x="3258" y="1687"/>
                    </a:lnTo>
                    <a:lnTo>
                      <a:pt x="3258" y="1396"/>
                    </a:lnTo>
                    <a:lnTo>
                      <a:pt x="3200" y="1047"/>
                    </a:lnTo>
                    <a:lnTo>
                      <a:pt x="3025" y="756"/>
                    </a:lnTo>
                    <a:lnTo>
                      <a:pt x="2851" y="524"/>
                    </a:lnTo>
                    <a:lnTo>
                      <a:pt x="2618" y="291"/>
                    </a:lnTo>
                    <a:lnTo>
                      <a:pt x="2327" y="116"/>
                    </a:lnTo>
                    <a:lnTo>
                      <a:pt x="2036" y="58"/>
                    </a:lnTo>
                    <a:lnTo>
                      <a:pt x="174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1498;p43"/>
              <p:cNvSpPr/>
              <p:nvPr/>
            </p:nvSpPr>
            <p:spPr>
              <a:xfrm>
                <a:off x="837350" y="3828025"/>
                <a:ext cx="53825" cy="75650"/>
              </a:xfrm>
              <a:custGeom>
                <a:avLst/>
                <a:gdLst/>
                <a:ahLst/>
                <a:cxnLst/>
                <a:rect l="l" t="t" r="r" b="b"/>
                <a:pathLst>
                  <a:path w="2153" h="3026" extrusionOk="0">
                    <a:moveTo>
                      <a:pt x="466" y="0"/>
                    </a:moveTo>
                    <a:lnTo>
                      <a:pt x="0" y="233"/>
                    </a:lnTo>
                    <a:lnTo>
                      <a:pt x="1687" y="3026"/>
                    </a:lnTo>
                    <a:lnTo>
                      <a:pt x="2153" y="2735"/>
                    </a:lnTo>
                    <a:lnTo>
                      <a:pt x="46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1499;p43"/>
              <p:cNvSpPr/>
              <p:nvPr/>
            </p:nvSpPr>
            <p:spPr>
              <a:xfrm>
                <a:off x="972600" y="3662225"/>
                <a:ext cx="209450" cy="146925"/>
              </a:xfrm>
              <a:custGeom>
                <a:avLst/>
                <a:gdLst/>
                <a:ahLst/>
                <a:cxnLst/>
                <a:rect l="l" t="t" r="r" b="b"/>
                <a:pathLst>
                  <a:path w="8378" h="5877" extrusionOk="0">
                    <a:moveTo>
                      <a:pt x="7680" y="0"/>
                    </a:moveTo>
                    <a:lnTo>
                      <a:pt x="1" y="4654"/>
                    </a:lnTo>
                    <a:lnTo>
                      <a:pt x="757" y="5876"/>
                    </a:lnTo>
                    <a:lnTo>
                      <a:pt x="8378" y="1222"/>
                    </a:lnTo>
                    <a:lnTo>
                      <a:pt x="768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1500;p43"/>
              <p:cNvSpPr/>
              <p:nvPr/>
            </p:nvSpPr>
            <p:spPr>
              <a:xfrm>
                <a:off x="1157300" y="3627325"/>
                <a:ext cx="80025" cy="72725"/>
              </a:xfrm>
              <a:custGeom>
                <a:avLst/>
                <a:gdLst/>
                <a:ahLst/>
                <a:cxnLst/>
                <a:rect l="l" t="t" r="r" b="b"/>
                <a:pathLst>
                  <a:path w="3201" h="2909" extrusionOk="0">
                    <a:moveTo>
                      <a:pt x="1921" y="0"/>
                    </a:moveTo>
                    <a:lnTo>
                      <a:pt x="1688" y="58"/>
                    </a:lnTo>
                    <a:lnTo>
                      <a:pt x="1455" y="175"/>
                    </a:lnTo>
                    <a:lnTo>
                      <a:pt x="525" y="756"/>
                    </a:lnTo>
                    <a:lnTo>
                      <a:pt x="350" y="873"/>
                    </a:lnTo>
                    <a:lnTo>
                      <a:pt x="176" y="1047"/>
                    </a:lnTo>
                    <a:lnTo>
                      <a:pt x="59" y="1222"/>
                    </a:lnTo>
                    <a:lnTo>
                      <a:pt x="1" y="1455"/>
                    </a:lnTo>
                    <a:lnTo>
                      <a:pt x="1" y="1687"/>
                    </a:lnTo>
                    <a:lnTo>
                      <a:pt x="1" y="1920"/>
                    </a:lnTo>
                    <a:lnTo>
                      <a:pt x="59" y="2094"/>
                    </a:lnTo>
                    <a:lnTo>
                      <a:pt x="117" y="2327"/>
                    </a:lnTo>
                    <a:lnTo>
                      <a:pt x="292" y="2502"/>
                    </a:lnTo>
                    <a:lnTo>
                      <a:pt x="466" y="2676"/>
                    </a:lnTo>
                    <a:lnTo>
                      <a:pt x="641" y="2793"/>
                    </a:lnTo>
                    <a:lnTo>
                      <a:pt x="874" y="2851"/>
                    </a:lnTo>
                    <a:lnTo>
                      <a:pt x="1048" y="2909"/>
                    </a:lnTo>
                    <a:lnTo>
                      <a:pt x="1281" y="2851"/>
                    </a:lnTo>
                    <a:lnTo>
                      <a:pt x="1514" y="2793"/>
                    </a:lnTo>
                    <a:lnTo>
                      <a:pt x="1746" y="2734"/>
                    </a:lnTo>
                    <a:lnTo>
                      <a:pt x="2677" y="2153"/>
                    </a:lnTo>
                    <a:lnTo>
                      <a:pt x="2852" y="1978"/>
                    </a:lnTo>
                    <a:lnTo>
                      <a:pt x="3026" y="1804"/>
                    </a:lnTo>
                    <a:lnTo>
                      <a:pt x="3142" y="1629"/>
                    </a:lnTo>
                    <a:lnTo>
                      <a:pt x="3201" y="1455"/>
                    </a:lnTo>
                    <a:lnTo>
                      <a:pt x="3201" y="1222"/>
                    </a:lnTo>
                    <a:lnTo>
                      <a:pt x="3201" y="989"/>
                    </a:lnTo>
                    <a:lnTo>
                      <a:pt x="3142" y="756"/>
                    </a:lnTo>
                    <a:lnTo>
                      <a:pt x="3084" y="582"/>
                    </a:lnTo>
                    <a:lnTo>
                      <a:pt x="2910" y="349"/>
                    </a:lnTo>
                    <a:lnTo>
                      <a:pt x="2735" y="233"/>
                    </a:lnTo>
                    <a:lnTo>
                      <a:pt x="2561" y="117"/>
                    </a:lnTo>
                    <a:lnTo>
                      <a:pt x="2328" y="58"/>
                    </a:lnTo>
                    <a:lnTo>
                      <a:pt x="215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1501;p43"/>
              <p:cNvSpPr/>
              <p:nvPr/>
            </p:nvSpPr>
            <p:spPr>
              <a:xfrm>
                <a:off x="1192225" y="3615675"/>
                <a:ext cx="17475" cy="17475"/>
              </a:xfrm>
              <a:custGeom>
                <a:avLst/>
                <a:gdLst/>
                <a:ahLst/>
                <a:cxnLst/>
                <a:rect l="l" t="t" r="r" b="b"/>
                <a:pathLst>
                  <a:path w="699" h="699" extrusionOk="0">
                    <a:moveTo>
                      <a:pt x="291" y="1"/>
                    </a:moveTo>
                    <a:lnTo>
                      <a:pt x="117" y="59"/>
                    </a:lnTo>
                    <a:lnTo>
                      <a:pt x="58" y="175"/>
                    </a:lnTo>
                    <a:lnTo>
                      <a:pt x="0" y="292"/>
                    </a:lnTo>
                    <a:lnTo>
                      <a:pt x="0" y="408"/>
                    </a:lnTo>
                    <a:lnTo>
                      <a:pt x="0" y="524"/>
                    </a:lnTo>
                    <a:lnTo>
                      <a:pt x="117" y="641"/>
                    </a:lnTo>
                    <a:lnTo>
                      <a:pt x="233" y="699"/>
                    </a:lnTo>
                    <a:lnTo>
                      <a:pt x="407" y="699"/>
                    </a:lnTo>
                    <a:lnTo>
                      <a:pt x="524" y="641"/>
                    </a:lnTo>
                    <a:lnTo>
                      <a:pt x="640" y="583"/>
                    </a:lnTo>
                    <a:lnTo>
                      <a:pt x="698" y="466"/>
                    </a:lnTo>
                    <a:lnTo>
                      <a:pt x="698" y="292"/>
                    </a:lnTo>
                    <a:lnTo>
                      <a:pt x="640" y="175"/>
                    </a:lnTo>
                    <a:lnTo>
                      <a:pt x="524" y="59"/>
                    </a:lnTo>
                    <a:lnTo>
                      <a:pt x="4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1502;p43"/>
              <p:cNvSpPr/>
              <p:nvPr/>
            </p:nvSpPr>
            <p:spPr>
              <a:xfrm>
                <a:off x="1171850" y="3627325"/>
                <a:ext cx="17475" cy="18925"/>
              </a:xfrm>
              <a:custGeom>
                <a:avLst/>
                <a:gdLst/>
                <a:ahLst/>
                <a:cxnLst/>
                <a:rect l="l" t="t" r="r" b="b"/>
                <a:pathLst>
                  <a:path w="699" h="757" extrusionOk="0">
                    <a:moveTo>
                      <a:pt x="292" y="0"/>
                    </a:moveTo>
                    <a:lnTo>
                      <a:pt x="175" y="58"/>
                    </a:lnTo>
                    <a:lnTo>
                      <a:pt x="59" y="175"/>
                    </a:lnTo>
                    <a:lnTo>
                      <a:pt x="1" y="291"/>
                    </a:lnTo>
                    <a:lnTo>
                      <a:pt x="1" y="407"/>
                    </a:lnTo>
                    <a:lnTo>
                      <a:pt x="59" y="582"/>
                    </a:lnTo>
                    <a:lnTo>
                      <a:pt x="175" y="640"/>
                    </a:lnTo>
                    <a:lnTo>
                      <a:pt x="292" y="698"/>
                    </a:lnTo>
                    <a:lnTo>
                      <a:pt x="408" y="756"/>
                    </a:lnTo>
                    <a:lnTo>
                      <a:pt x="524" y="698"/>
                    </a:lnTo>
                    <a:lnTo>
                      <a:pt x="641" y="582"/>
                    </a:lnTo>
                    <a:lnTo>
                      <a:pt x="699" y="466"/>
                    </a:lnTo>
                    <a:lnTo>
                      <a:pt x="699" y="291"/>
                    </a:lnTo>
                    <a:lnTo>
                      <a:pt x="699" y="175"/>
                    </a:lnTo>
                    <a:lnTo>
                      <a:pt x="582" y="58"/>
                    </a:lnTo>
                    <a:lnTo>
                      <a:pt x="46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1503;p43"/>
              <p:cNvSpPr/>
              <p:nvPr/>
            </p:nvSpPr>
            <p:spPr>
              <a:xfrm>
                <a:off x="1152950" y="3638950"/>
                <a:ext cx="17475" cy="18925"/>
              </a:xfrm>
              <a:custGeom>
                <a:avLst/>
                <a:gdLst/>
                <a:ahLst/>
                <a:cxnLst/>
                <a:rect l="l" t="t" r="r" b="b"/>
                <a:pathLst>
                  <a:path w="699" h="757" extrusionOk="0">
                    <a:moveTo>
                      <a:pt x="291" y="1"/>
                    </a:moveTo>
                    <a:lnTo>
                      <a:pt x="175" y="59"/>
                    </a:lnTo>
                    <a:lnTo>
                      <a:pt x="59" y="175"/>
                    </a:lnTo>
                    <a:lnTo>
                      <a:pt x="0" y="291"/>
                    </a:lnTo>
                    <a:lnTo>
                      <a:pt x="0" y="408"/>
                    </a:lnTo>
                    <a:lnTo>
                      <a:pt x="0" y="582"/>
                    </a:lnTo>
                    <a:lnTo>
                      <a:pt x="117" y="699"/>
                    </a:lnTo>
                    <a:lnTo>
                      <a:pt x="233" y="757"/>
                    </a:lnTo>
                    <a:lnTo>
                      <a:pt x="408" y="757"/>
                    </a:lnTo>
                    <a:lnTo>
                      <a:pt x="524" y="699"/>
                    </a:lnTo>
                    <a:lnTo>
                      <a:pt x="640" y="582"/>
                    </a:lnTo>
                    <a:lnTo>
                      <a:pt x="699" y="466"/>
                    </a:lnTo>
                    <a:lnTo>
                      <a:pt x="699" y="350"/>
                    </a:lnTo>
                    <a:lnTo>
                      <a:pt x="640" y="175"/>
                    </a:lnTo>
                    <a:lnTo>
                      <a:pt x="524" y="117"/>
                    </a:lnTo>
                    <a:lnTo>
                      <a:pt x="408" y="59"/>
                    </a:lnTo>
                    <a:lnTo>
                      <a:pt x="2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1504;p43"/>
              <p:cNvSpPr/>
              <p:nvPr/>
            </p:nvSpPr>
            <p:spPr>
              <a:xfrm>
                <a:off x="1224225" y="3669500"/>
                <a:ext cx="17475" cy="17475"/>
              </a:xfrm>
              <a:custGeom>
                <a:avLst/>
                <a:gdLst/>
                <a:ahLst/>
                <a:cxnLst/>
                <a:rect l="l" t="t" r="r" b="b"/>
                <a:pathLst>
                  <a:path w="699" h="699" extrusionOk="0">
                    <a:moveTo>
                      <a:pt x="291" y="0"/>
                    </a:moveTo>
                    <a:lnTo>
                      <a:pt x="175" y="58"/>
                    </a:lnTo>
                    <a:lnTo>
                      <a:pt x="58" y="117"/>
                    </a:lnTo>
                    <a:lnTo>
                      <a:pt x="0" y="291"/>
                    </a:lnTo>
                    <a:lnTo>
                      <a:pt x="0" y="407"/>
                    </a:lnTo>
                    <a:lnTo>
                      <a:pt x="58" y="524"/>
                    </a:lnTo>
                    <a:lnTo>
                      <a:pt x="175" y="640"/>
                    </a:lnTo>
                    <a:lnTo>
                      <a:pt x="291" y="698"/>
                    </a:lnTo>
                    <a:lnTo>
                      <a:pt x="407" y="698"/>
                    </a:lnTo>
                    <a:lnTo>
                      <a:pt x="524" y="640"/>
                    </a:lnTo>
                    <a:lnTo>
                      <a:pt x="640" y="582"/>
                    </a:lnTo>
                    <a:lnTo>
                      <a:pt x="698" y="466"/>
                    </a:lnTo>
                    <a:lnTo>
                      <a:pt x="698" y="291"/>
                    </a:lnTo>
                    <a:lnTo>
                      <a:pt x="698" y="175"/>
                    </a:lnTo>
                    <a:lnTo>
                      <a:pt x="582" y="58"/>
                    </a:lnTo>
                    <a:lnTo>
                      <a:pt x="46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1505;p43"/>
              <p:cNvSpPr/>
              <p:nvPr/>
            </p:nvSpPr>
            <p:spPr>
              <a:xfrm>
                <a:off x="1205300" y="3681125"/>
                <a:ext cx="17475" cy="17475"/>
              </a:xfrm>
              <a:custGeom>
                <a:avLst/>
                <a:gdLst/>
                <a:ahLst/>
                <a:cxnLst/>
                <a:rect l="l" t="t" r="r" b="b"/>
                <a:pathLst>
                  <a:path w="699" h="699" extrusionOk="0">
                    <a:moveTo>
                      <a:pt x="292" y="1"/>
                    </a:moveTo>
                    <a:lnTo>
                      <a:pt x="117" y="59"/>
                    </a:lnTo>
                    <a:lnTo>
                      <a:pt x="59" y="175"/>
                    </a:lnTo>
                    <a:lnTo>
                      <a:pt x="1" y="292"/>
                    </a:lnTo>
                    <a:lnTo>
                      <a:pt x="1" y="408"/>
                    </a:lnTo>
                    <a:lnTo>
                      <a:pt x="1" y="582"/>
                    </a:lnTo>
                    <a:lnTo>
                      <a:pt x="117" y="641"/>
                    </a:lnTo>
                    <a:lnTo>
                      <a:pt x="233" y="699"/>
                    </a:lnTo>
                    <a:lnTo>
                      <a:pt x="524" y="699"/>
                    </a:lnTo>
                    <a:lnTo>
                      <a:pt x="641" y="582"/>
                    </a:lnTo>
                    <a:lnTo>
                      <a:pt x="699" y="466"/>
                    </a:lnTo>
                    <a:lnTo>
                      <a:pt x="699" y="292"/>
                    </a:lnTo>
                    <a:lnTo>
                      <a:pt x="641" y="175"/>
                    </a:lnTo>
                    <a:lnTo>
                      <a:pt x="524" y="59"/>
                    </a:lnTo>
                    <a:lnTo>
                      <a:pt x="40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1506;p43"/>
              <p:cNvSpPr/>
              <p:nvPr/>
            </p:nvSpPr>
            <p:spPr>
              <a:xfrm>
                <a:off x="1184950" y="3692775"/>
                <a:ext cx="17475" cy="18925"/>
              </a:xfrm>
              <a:custGeom>
                <a:avLst/>
                <a:gdLst/>
                <a:ahLst/>
                <a:cxnLst/>
                <a:rect l="l" t="t" r="r" b="b"/>
                <a:pathLst>
                  <a:path w="699" h="757" extrusionOk="0">
                    <a:moveTo>
                      <a:pt x="291" y="0"/>
                    </a:moveTo>
                    <a:lnTo>
                      <a:pt x="175" y="58"/>
                    </a:lnTo>
                    <a:lnTo>
                      <a:pt x="58" y="175"/>
                    </a:lnTo>
                    <a:lnTo>
                      <a:pt x="0" y="291"/>
                    </a:lnTo>
                    <a:lnTo>
                      <a:pt x="0" y="407"/>
                    </a:lnTo>
                    <a:lnTo>
                      <a:pt x="58" y="582"/>
                    </a:lnTo>
                    <a:lnTo>
                      <a:pt x="175" y="698"/>
                    </a:lnTo>
                    <a:lnTo>
                      <a:pt x="291" y="756"/>
                    </a:lnTo>
                    <a:lnTo>
                      <a:pt x="408" y="756"/>
                    </a:lnTo>
                    <a:lnTo>
                      <a:pt x="524" y="698"/>
                    </a:lnTo>
                    <a:lnTo>
                      <a:pt x="640" y="582"/>
                    </a:lnTo>
                    <a:lnTo>
                      <a:pt x="698" y="465"/>
                    </a:lnTo>
                    <a:lnTo>
                      <a:pt x="698" y="349"/>
                    </a:lnTo>
                    <a:lnTo>
                      <a:pt x="698" y="175"/>
                    </a:lnTo>
                    <a:lnTo>
                      <a:pt x="582" y="58"/>
                    </a:lnTo>
                    <a:lnTo>
                      <a:pt x="46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1507;p43"/>
              <p:cNvSpPr/>
              <p:nvPr/>
            </p:nvSpPr>
            <p:spPr>
              <a:xfrm>
                <a:off x="927525" y="3775675"/>
                <a:ext cx="64000" cy="64000"/>
              </a:xfrm>
              <a:custGeom>
                <a:avLst/>
                <a:gdLst/>
                <a:ahLst/>
                <a:cxnLst/>
                <a:rect l="l" t="t" r="r" b="b"/>
                <a:pathLst>
                  <a:path w="2560" h="2560" extrusionOk="0">
                    <a:moveTo>
                      <a:pt x="1106" y="0"/>
                    </a:moveTo>
                    <a:lnTo>
                      <a:pt x="873" y="58"/>
                    </a:lnTo>
                    <a:lnTo>
                      <a:pt x="640" y="175"/>
                    </a:lnTo>
                    <a:lnTo>
                      <a:pt x="407" y="349"/>
                    </a:lnTo>
                    <a:lnTo>
                      <a:pt x="233" y="524"/>
                    </a:lnTo>
                    <a:lnTo>
                      <a:pt x="117" y="698"/>
                    </a:lnTo>
                    <a:lnTo>
                      <a:pt x="58" y="989"/>
                    </a:lnTo>
                    <a:lnTo>
                      <a:pt x="0" y="1222"/>
                    </a:lnTo>
                    <a:lnTo>
                      <a:pt x="0" y="1455"/>
                    </a:lnTo>
                    <a:lnTo>
                      <a:pt x="58" y="1687"/>
                    </a:lnTo>
                    <a:lnTo>
                      <a:pt x="175" y="1920"/>
                    </a:lnTo>
                    <a:lnTo>
                      <a:pt x="349" y="2153"/>
                    </a:lnTo>
                    <a:lnTo>
                      <a:pt x="524" y="2327"/>
                    </a:lnTo>
                    <a:lnTo>
                      <a:pt x="756" y="2444"/>
                    </a:lnTo>
                    <a:lnTo>
                      <a:pt x="989" y="2502"/>
                    </a:lnTo>
                    <a:lnTo>
                      <a:pt x="1222" y="2560"/>
                    </a:lnTo>
                    <a:lnTo>
                      <a:pt x="1455" y="2560"/>
                    </a:lnTo>
                    <a:lnTo>
                      <a:pt x="1745" y="2502"/>
                    </a:lnTo>
                    <a:lnTo>
                      <a:pt x="1978" y="2385"/>
                    </a:lnTo>
                    <a:lnTo>
                      <a:pt x="2153" y="2211"/>
                    </a:lnTo>
                    <a:lnTo>
                      <a:pt x="2327" y="2036"/>
                    </a:lnTo>
                    <a:lnTo>
                      <a:pt x="2444" y="1804"/>
                    </a:lnTo>
                    <a:lnTo>
                      <a:pt x="2560" y="1571"/>
                    </a:lnTo>
                    <a:lnTo>
                      <a:pt x="2560" y="1338"/>
                    </a:lnTo>
                    <a:lnTo>
                      <a:pt x="2560" y="1105"/>
                    </a:lnTo>
                    <a:lnTo>
                      <a:pt x="2502" y="815"/>
                    </a:lnTo>
                    <a:lnTo>
                      <a:pt x="2385" y="582"/>
                    </a:lnTo>
                    <a:lnTo>
                      <a:pt x="2211" y="407"/>
                    </a:lnTo>
                    <a:lnTo>
                      <a:pt x="2036" y="233"/>
                    </a:lnTo>
                    <a:lnTo>
                      <a:pt x="1804" y="116"/>
                    </a:lnTo>
                    <a:lnTo>
                      <a:pt x="157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44" name="Google Shape;1553;p43"/>
          <p:cNvGrpSpPr/>
          <p:nvPr/>
        </p:nvGrpSpPr>
        <p:grpSpPr>
          <a:xfrm rot="-2341540">
            <a:off x="2831512" y="3750607"/>
            <a:ext cx="827905" cy="514679"/>
            <a:chOff x="414125" y="3225900"/>
            <a:chExt cx="269075" cy="167275"/>
          </a:xfrm>
        </p:grpSpPr>
        <p:sp>
          <p:nvSpPr>
            <p:cNvPr id="345" name="Google Shape;1554;p43"/>
            <p:cNvSpPr/>
            <p:nvPr/>
          </p:nvSpPr>
          <p:spPr>
            <a:xfrm>
              <a:off x="414125" y="3226625"/>
              <a:ext cx="269075" cy="165825"/>
            </a:xfrm>
            <a:custGeom>
              <a:avLst/>
              <a:gdLst/>
              <a:ahLst/>
              <a:cxnLst/>
              <a:rect l="l" t="t" r="r" b="b"/>
              <a:pathLst>
                <a:path w="10763" h="6633" extrusionOk="0">
                  <a:moveTo>
                    <a:pt x="4247" y="6516"/>
                  </a:moveTo>
                  <a:lnTo>
                    <a:pt x="4247" y="6516"/>
                  </a:lnTo>
                  <a:lnTo>
                    <a:pt x="4771" y="6575"/>
                  </a:lnTo>
                  <a:lnTo>
                    <a:pt x="5352" y="6633"/>
                  </a:lnTo>
                  <a:lnTo>
                    <a:pt x="5876" y="6633"/>
                  </a:lnTo>
                  <a:lnTo>
                    <a:pt x="6399" y="6575"/>
                  </a:lnTo>
                  <a:lnTo>
                    <a:pt x="6923" y="6458"/>
                  </a:lnTo>
                  <a:lnTo>
                    <a:pt x="7388" y="6284"/>
                  </a:lnTo>
                  <a:lnTo>
                    <a:pt x="7912" y="6051"/>
                  </a:lnTo>
                  <a:lnTo>
                    <a:pt x="8319" y="5818"/>
                  </a:lnTo>
                  <a:lnTo>
                    <a:pt x="8785" y="5527"/>
                  </a:lnTo>
                  <a:lnTo>
                    <a:pt x="9192" y="5178"/>
                  </a:lnTo>
                  <a:lnTo>
                    <a:pt x="9541" y="4771"/>
                  </a:lnTo>
                  <a:lnTo>
                    <a:pt x="9832" y="4364"/>
                  </a:lnTo>
                  <a:lnTo>
                    <a:pt x="10123" y="3957"/>
                  </a:lnTo>
                  <a:lnTo>
                    <a:pt x="10414" y="3433"/>
                  </a:lnTo>
                  <a:lnTo>
                    <a:pt x="10588" y="2968"/>
                  </a:lnTo>
                  <a:lnTo>
                    <a:pt x="10763" y="2444"/>
                  </a:lnTo>
                  <a:lnTo>
                    <a:pt x="4538" y="990"/>
                  </a:lnTo>
                  <a:lnTo>
                    <a:pt x="4538" y="990"/>
                  </a:lnTo>
                  <a:lnTo>
                    <a:pt x="4538" y="1164"/>
                  </a:lnTo>
                  <a:lnTo>
                    <a:pt x="4538" y="1339"/>
                  </a:lnTo>
                  <a:lnTo>
                    <a:pt x="4422" y="1455"/>
                  </a:lnTo>
                  <a:lnTo>
                    <a:pt x="4363" y="1630"/>
                  </a:lnTo>
                  <a:lnTo>
                    <a:pt x="4247" y="1746"/>
                  </a:lnTo>
                  <a:lnTo>
                    <a:pt x="4072" y="1804"/>
                  </a:lnTo>
                  <a:lnTo>
                    <a:pt x="3898" y="1862"/>
                  </a:lnTo>
                  <a:lnTo>
                    <a:pt x="3665" y="1804"/>
                  </a:lnTo>
                  <a:lnTo>
                    <a:pt x="3665" y="1804"/>
                  </a:lnTo>
                  <a:lnTo>
                    <a:pt x="3491" y="1746"/>
                  </a:lnTo>
                  <a:lnTo>
                    <a:pt x="3491" y="1746"/>
                  </a:lnTo>
                  <a:lnTo>
                    <a:pt x="3374" y="1979"/>
                  </a:lnTo>
                  <a:lnTo>
                    <a:pt x="3200" y="2153"/>
                  </a:lnTo>
                  <a:lnTo>
                    <a:pt x="2967" y="2270"/>
                  </a:lnTo>
                  <a:lnTo>
                    <a:pt x="2676" y="2270"/>
                  </a:lnTo>
                  <a:lnTo>
                    <a:pt x="2676" y="2270"/>
                  </a:lnTo>
                  <a:lnTo>
                    <a:pt x="2502" y="2211"/>
                  </a:lnTo>
                  <a:lnTo>
                    <a:pt x="2385" y="2095"/>
                  </a:lnTo>
                  <a:lnTo>
                    <a:pt x="2327" y="1979"/>
                  </a:lnTo>
                  <a:lnTo>
                    <a:pt x="2269" y="1862"/>
                  </a:lnTo>
                  <a:lnTo>
                    <a:pt x="2211" y="1571"/>
                  </a:lnTo>
                  <a:lnTo>
                    <a:pt x="2327" y="1339"/>
                  </a:lnTo>
                  <a:lnTo>
                    <a:pt x="2327" y="1339"/>
                  </a:lnTo>
                  <a:lnTo>
                    <a:pt x="2327" y="1339"/>
                  </a:lnTo>
                  <a:lnTo>
                    <a:pt x="2036" y="1281"/>
                  </a:lnTo>
                  <a:lnTo>
                    <a:pt x="2036" y="1281"/>
                  </a:lnTo>
                  <a:lnTo>
                    <a:pt x="2036" y="1281"/>
                  </a:lnTo>
                  <a:lnTo>
                    <a:pt x="1804" y="1164"/>
                  </a:lnTo>
                  <a:lnTo>
                    <a:pt x="1629" y="990"/>
                  </a:lnTo>
                  <a:lnTo>
                    <a:pt x="1629" y="990"/>
                  </a:lnTo>
                  <a:lnTo>
                    <a:pt x="1571" y="699"/>
                  </a:lnTo>
                  <a:lnTo>
                    <a:pt x="1629" y="466"/>
                  </a:lnTo>
                  <a:lnTo>
                    <a:pt x="1629" y="466"/>
                  </a:lnTo>
                  <a:lnTo>
                    <a:pt x="1687" y="350"/>
                  </a:lnTo>
                  <a:lnTo>
                    <a:pt x="175" y="1"/>
                  </a:lnTo>
                  <a:lnTo>
                    <a:pt x="175" y="1"/>
                  </a:lnTo>
                  <a:lnTo>
                    <a:pt x="58" y="524"/>
                  </a:lnTo>
                  <a:lnTo>
                    <a:pt x="0" y="1106"/>
                  </a:lnTo>
                  <a:lnTo>
                    <a:pt x="58" y="1630"/>
                  </a:lnTo>
                  <a:lnTo>
                    <a:pt x="117" y="2153"/>
                  </a:lnTo>
                  <a:lnTo>
                    <a:pt x="233" y="2677"/>
                  </a:lnTo>
                  <a:lnTo>
                    <a:pt x="407" y="3142"/>
                  </a:lnTo>
                  <a:lnTo>
                    <a:pt x="582" y="3608"/>
                  </a:lnTo>
                  <a:lnTo>
                    <a:pt x="873" y="4073"/>
                  </a:lnTo>
                  <a:lnTo>
                    <a:pt x="1164" y="4538"/>
                  </a:lnTo>
                  <a:lnTo>
                    <a:pt x="1513" y="4888"/>
                  </a:lnTo>
                  <a:lnTo>
                    <a:pt x="1862" y="5295"/>
                  </a:lnTo>
                  <a:lnTo>
                    <a:pt x="2269" y="5586"/>
                  </a:lnTo>
                  <a:lnTo>
                    <a:pt x="2734" y="5877"/>
                  </a:lnTo>
                  <a:lnTo>
                    <a:pt x="3200" y="6167"/>
                  </a:lnTo>
                  <a:lnTo>
                    <a:pt x="3723" y="6342"/>
                  </a:lnTo>
                  <a:lnTo>
                    <a:pt x="4247" y="6516"/>
                  </a:lnTo>
                  <a:lnTo>
                    <a:pt x="4247" y="6516"/>
                  </a:lnTo>
                  <a:close/>
                </a:path>
              </a:pathLst>
            </a:custGeom>
            <a:solidFill>
              <a:schemeClr val="accent4"/>
            </a:solidFill>
            <a:ln w="76200" cap="flat" cmpd="sng">
              <a:solidFill>
                <a:schemeClr val="accent4"/>
              </a:solidFill>
              <a:prstDash val="solid"/>
              <a:round/>
              <a:headEnd type="none" w="sm" len="sm"/>
              <a:tailEnd type="none" w="sm" len="sm"/>
            </a:ln>
            <a:effectLst>
              <a:outerShdw blurRad="57150" algn="bl" rotWithShape="0">
                <a:schemeClr val="accent3">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46" name="Google Shape;1555;p43"/>
            <p:cNvGrpSpPr/>
            <p:nvPr/>
          </p:nvGrpSpPr>
          <p:grpSpPr>
            <a:xfrm>
              <a:off x="414125" y="3225900"/>
              <a:ext cx="269075" cy="167275"/>
              <a:chOff x="1717850" y="275925"/>
              <a:chExt cx="269075" cy="167275"/>
            </a:xfrm>
          </p:grpSpPr>
          <p:sp>
            <p:nvSpPr>
              <p:cNvPr id="347" name="Google Shape;1556;p43"/>
              <p:cNvSpPr/>
              <p:nvPr/>
            </p:nvSpPr>
            <p:spPr>
              <a:xfrm>
                <a:off x="1717850" y="275925"/>
                <a:ext cx="269075" cy="167275"/>
              </a:xfrm>
              <a:custGeom>
                <a:avLst/>
                <a:gdLst/>
                <a:ahLst/>
                <a:cxnLst/>
                <a:rect l="l" t="t" r="r" b="b"/>
                <a:pathLst>
                  <a:path w="10763" h="6691" extrusionOk="0">
                    <a:moveTo>
                      <a:pt x="175" y="1"/>
                    </a:moveTo>
                    <a:lnTo>
                      <a:pt x="58" y="582"/>
                    </a:lnTo>
                    <a:lnTo>
                      <a:pt x="0" y="1106"/>
                    </a:lnTo>
                    <a:lnTo>
                      <a:pt x="58" y="1630"/>
                    </a:lnTo>
                    <a:lnTo>
                      <a:pt x="117" y="2211"/>
                    </a:lnTo>
                    <a:lnTo>
                      <a:pt x="233" y="2677"/>
                    </a:lnTo>
                    <a:lnTo>
                      <a:pt x="407" y="3200"/>
                    </a:lnTo>
                    <a:lnTo>
                      <a:pt x="582" y="3666"/>
                    </a:lnTo>
                    <a:lnTo>
                      <a:pt x="873" y="4131"/>
                    </a:lnTo>
                    <a:lnTo>
                      <a:pt x="1164" y="4538"/>
                    </a:lnTo>
                    <a:lnTo>
                      <a:pt x="1513" y="4946"/>
                    </a:lnTo>
                    <a:lnTo>
                      <a:pt x="1862" y="5295"/>
                    </a:lnTo>
                    <a:lnTo>
                      <a:pt x="2269" y="5644"/>
                    </a:lnTo>
                    <a:lnTo>
                      <a:pt x="2734" y="5935"/>
                    </a:lnTo>
                    <a:lnTo>
                      <a:pt x="3200" y="6167"/>
                    </a:lnTo>
                    <a:lnTo>
                      <a:pt x="3723" y="6400"/>
                    </a:lnTo>
                    <a:lnTo>
                      <a:pt x="4247" y="6516"/>
                    </a:lnTo>
                    <a:lnTo>
                      <a:pt x="4771" y="6633"/>
                    </a:lnTo>
                    <a:lnTo>
                      <a:pt x="5352" y="6691"/>
                    </a:lnTo>
                    <a:lnTo>
                      <a:pt x="5876" y="6633"/>
                    </a:lnTo>
                    <a:lnTo>
                      <a:pt x="6399" y="6574"/>
                    </a:lnTo>
                    <a:lnTo>
                      <a:pt x="6923" y="6458"/>
                    </a:lnTo>
                    <a:lnTo>
                      <a:pt x="7388" y="6284"/>
                    </a:lnTo>
                    <a:lnTo>
                      <a:pt x="7912" y="6109"/>
                    </a:lnTo>
                    <a:lnTo>
                      <a:pt x="8319" y="5818"/>
                    </a:lnTo>
                    <a:lnTo>
                      <a:pt x="8785" y="5527"/>
                    </a:lnTo>
                    <a:lnTo>
                      <a:pt x="9192" y="5236"/>
                    </a:lnTo>
                    <a:lnTo>
                      <a:pt x="9541" y="4829"/>
                    </a:lnTo>
                    <a:lnTo>
                      <a:pt x="9832" y="4422"/>
                    </a:lnTo>
                    <a:lnTo>
                      <a:pt x="10123" y="3957"/>
                    </a:lnTo>
                    <a:lnTo>
                      <a:pt x="10414" y="3491"/>
                    </a:lnTo>
                    <a:lnTo>
                      <a:pt x="10588" y="2968"/>
                    </a:lnTo>
                    <a:lnTo>
                      <a:pt x="10763" y="2444"/>
                    </a:lnTo>
                    <a:lnTo>
                      <a:pt x="4538" y="1048"/>
                    </a:lnTo>
                    <a:lnTo>
                      <a:pt x="4538" y="1222"/>
                    </a:lnTo>
                    <a:lnTo>
                      <a:pt x="4538" y="1339"/>
                    </a:lnTo>
                    <a:lnTo>
                      <a:pt x="4422" y="1513"/>
                    </a:lnTo>
                    <a:lnTo>
                      <a:pt x="4363" y="1630"/>
                    </a:lnTo>
                    <a:lnTo>
                      <a:pt x="4247" y="1746"/>
                    </a:lnTo>
                    <a:lnTo>
                      <a:pt x="4072" y="1862"/>
                    </a:lnTo>
                    <a:lnTo>
                      <a:pt x="3665" y="1862"/>
                    </a:lnTo>
                    <a:lnTo>
                      <a:pt x="3491" y="1804"/>
                    </a:lnTo>
                    <a:lnTo>
                      <a:pt x="3374" y="2037"/>
                    </a:lnTo>
                    <a:lnTo>
                      <a:pt x="3200" y="2211"/>
                    </a:lnTo>
                    <a:lnTo>
                      <a:pt x="2967" y="2328"/>
                    </a:lnTo>
                    <a:lnTo>
                      <a:pt x="2676" y="2269"/>
                    </a:lnTo>
                    <a:lnTo>
                      <a:pt x="2502" y="2211"/>
                    </a:lnTo>
                    <a:lnTo>
                      <a:pt x="2385" y="2153"/>
                    </a:lnTo>
                    <a:lnTo>
                      <a:pt x="2327" y="2037"/>
                    </a:lnTo>
                    <a:lnTo>
                      <a:pt x="2269" y="1920"/>
                    </a:lnTo>
                    <a:lnTo>
                      <a:pt x="2211" y="1630"/>
                    </a:lnTo>
                    <a:lnTo>
                      <a:pt x="2327" y="1339"/>
                    </a:lnTo>
                    <a:lnTo>
                      <a:pt x="2036" y="1339"/>
                    </a:lnTo>
                    <a:lnTo>
                      <a:pt x="1804" y="1222"/>
                    </a:lnTo>
                    <a:lnTo>
                      <a:pt x="1629" y="990"/>
                    </a:lnTo>
                    <a:lnTo>
                      <a:pt x="1571" y="757"/>
                    </a:lnTo>
                    <a:lnTo>
                      <a:pt x="1629" y="524"/>
                    </a:lnTo>
                    <a:lnTo>
                      <a:pt x="1687" y="350"/>
                    </a:lnTo>
                    <a:lnTo>
                      <a:pt x="17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1557;p43"/>
              <p:cNvSpPr/>
              <p:nvPr/>
            </p:nvSpPr>
            <p:spPr>
              <a:xfrm>
                <a:off x="1742575" y="281750"/>
                <a:ext cx="221075" cy="135275"/>
              </a:xfrm>
              <a:custGeom>
                <a:avLst/>
                <a:gdLst/>
                <a:ahLst/>
                <a:cxnLst/>
                <a:rect l="l" t="t" r="r" b="b"/>
                <a:pathLst>
                  <a:path w="8843" h="5411" extrusionOk="0">
                    <a:moveTo>
                      <a:pt x="116" y="0"/>
                    </a:moveTo>
                    <a:lnTo>
                      <a:pt x="58" y="466"/>
                    </a:lnTo>
                    <a:lnTo>
                      <a:pt x="0" y="931"/>
                    </a:lnTo>
                    <a:lnTo>
                      <a:pt x="0" y="1338"/>
                    </a:lnTo>
                    <a:lnTo>
                      <a:pt x="58" y="1746"/>
                    </a:lnTo>
                    <a:lnTo>
                      <a:pt x="175" y="2211"/>
                    </a:lnTo>
                    <a:lnTo>
                      <a:pt x="291" y="2618"/>
                    </a:lnTo>
                    <a:lnTo>
                      <a:pt x="466" y="2967"/>
                    </a:lnTo>
                    <a:lnTo>
                      <a:pt x="698" y="3374"/>
                    </a:lnTo>
                    <a:lnTo>
                      <a:pt x="931" y="3724"/>
                    </a:lnTo>
                    <a:lnTo>
                      <a:pt x="1222" y="4014"/>
                    </a:lnTo>
                    <a:lnTo>
                      <a:pt x="1513" y="4305"/>
                    </a:lnTo>
                    <a:lnTo>
                      <a:pt x="1862" y="4596"/>
                    </a:lnTo>
                    <a:lnTo>
                      <a:pt x="2211" y="4829"/>
                    </a:lnTo>
                    <a:lnTo>
                      <a:pt x="2618" y="5062"/>
                    </a:lnTo>
                    <a:lnTo>
                      <a:pt x="3025" y="5178"/>
                    </a:lnTo>
                    <a:lnTo>
                      <a:pt x="3491" y="5294"/>
                    </a:lnTo>
                    <a:lnTo>
                      <a:pt x="3898" y="5411"/>
                    </a:lnTo>
                    <a:lnTo>
                      <a:pt x="4829" y="5411"/>
                    </a:lnTo>
                    <a:lnTo>
                      <a:pt x="5236" y="5352"/>
                    </a:lnTo>
                    <a:lnTo>
                      <a:pt x="5643" y="5294"/>
                    </a:lnTo>
                    <a:lnTo>
                      <a:pt x="6050" y="5120"/>
                    </a:lnTo>
                    <a:lnTo>
                      <a:pt x="6458" y="4945"/>
                    </a:lnTo>
                    <a:lnTo>
                      <a:pt x="6865" y="4771"/>
                    </a:lnTo>
                    <a:lnTo>
                      <a:pt x="7214" y="4538"/>
                    </a:lnTo>
                    <a:lnTo>
                      <a:pt x="7505" y="4247"/>
                    </a:lnTo>
                    <a:lnTo>
                      <a:pt x="7796" y="3956"/>
                    </a:lnTo>
                    <a:lnTo>
                      <a:pt x="8087" y="3607"/>
                    </a:lnTo>
                    <a:lnTo>
                      <a:pt x="8319" y="3258"/>
                    </a:lnTo>
                    <a:lnTo>
                      <a:pt x="8552" y="2851"/>
                    </a:lnTo>
                    <a:lnTo>
                      <a:pt x="8668" y="2444"/>
                    </a:lnTo>
                    <a:lnTo>
                      <a:pt x="8843" y="2036"/>
                    </a:lnTo>
                    <a:lnTo>
                      <a:pt x="3549" y="815"/>
                    </a:lnTo>
                    <a:lnTo>
                      <a:pt x="3549" y="989"/>
                    </a:lnTo>
                    <a:lnTo>
                      <a:pt x="3549" y="1106"/>
                    </a:lnTo>
                    <a:lnTo>
                      <a:pt x="3433" y="1280"/>
                    </a:lnTo>
                    <a:lnTo>
                      <a:pt x="3374" y="1397"/>
                    </a:lnTo>
                    <a:lnTo>
                      <a:pt x="3258" y="1513"/>
                    </a:lnTo>
                    <a:lnTo>
                      <a:pt x="3083" y="1629"/>
                    </a:lnTo>
                    <a:lnTo>
                      <a:pt x="2676" y="1629"/>
                    </a:lnTo>
                    <a:lnTo>
                      <a:pt x="2502" y="1571"/>
                    </a:lnTo>
                    <a:lnTo>
                      <a:pt x="2385" y="1804"/>
                    </a:lnTo>
                    <a:lnTo>
                      <a:pt x="2211" y="1978"/>
                    </a:lnTo>
                    <a:lnTo>
                      <a:pt x="1978" y="2095"/>
                    </a:lnTo>
                    <a:lnTo>
                      <a:pt x="1687" y="2036"/>
                    </a:lnTo>
                    <a:lnTo>
                      <a:pt x="1513" y="1978"/>
                    </a:lnTo>
                    <a:lnTo>
                      <a:pt x="1396" y="1920"/>
                    </a:lnTo>
                    <a:lnTo>
                      <a:pt x="1338" y="1804"/>
                    </a:lnTo>
                    <a:lnTo>
                      <a:pt x="1280" y="1687"/>
                    </a:lnTo>
                    <a:lnTo>
                      <a:pt x="1222" y="1397"/>
                    </a:lnTo>
                    <a:lnTo>
                      <a:pt x="1338" y="1106"/>
                    </a:lnTo>
                    <a:lnTo>
                      <a:pt x="1047" y="1106"/>
                    </a:lnTo>
                    <a:lnTo>
                      <a:pt x="815" y="989"/>
                    </a:lnTo>
                    <a:lnTo>
                      <a:pt x="640" y="757"/>
                    </a:lnTo>
                    <a:lnTo>
                      <a:pt x="582" y="524"/>
                    </a:lnTo>
                    <a:lnTo>
                      <a:pt x="640" y="291"/>
                    </a:lnTo>
                    <a:lnTo>
                      <a:pt x="698" y="117"/>
                    </a:lnTo>
                    <a:lnTo>
                      <a:pt x="11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1558;p43"/>
              <p:cNvSpPr/>
              <p:nvPr/>
            </p:nvSpPr>
            <p:spPr>
              <a:xfrm>
                <a:off x="1856000" y="358825"/>
                <a:ext cx="5850" cy="8750"/>
              </a:xfrm>
              <a:custGeom>
                <a:avLst/>
                <a:gdLst/>
                <a:ahLst/>
                <a:cxnLst/>
                <a:rect l="l" t="t" r="r" b="b"/>
                <a:pathLst>
                  <a:path w="234" h="350" extrusionOk="0">
                    <a:moveTo>
                      <a:pt x="175" y="1"/>
                    </a:moveTo>
                    <a:lnTo>
                      <a:pt x="1" y="233"/>
                    </a:lnTo>
                    <a:lnTo>
                      <a:pt x="59" y="350"/>
                    </a:lnTo>
                    <a:lnTo>
                      <a:pt x="175" y="350"/>
                    </a:lnTo>
                    <a:lnTo>
                      <a:pt x="234" y="291"/>
                    </a:lnTo>
                    <a:lnTo>
                      <a:pt x="17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1559;p43"/>
              <p:cNvSpPr/>
              <p:nvPr/>
            </p:nvSpPr>
            <p:spPr>
              <a:xfrm>
                <a:off x="1813825" y="373375"/>
                <a:ext cx="5850" cy="8750"/>
              </a:xfrm>
              <a:custGeom>
                <a:avLst/>
                <a:gdLst/>
                <a:ahLst/>
                <a:cxnLst/>
                <a:rect l="l" t="t" r="r" b="b"/>
                <a:pathLst>
                  <a:path w="234" h="350" extrusionOk="0">
                    <a:moveTo>
                      <a:pt x="175" y="0"/>
                    </a:moveTo>
                    <a:lnTo>
                      <a:pt x="1" y="233"/>
                    </a:lnTo>
                    <a:lnTo>
                      <a:pt x="1" y="291"/>
                    </a:lnTo>
                    <a:lnTo>
                      <a:pt x="117" y="349"/>
                    </a:lnTo>
                    <a:lnTo>
                      <a:pt x="175" y="349"/>
                    </a:lnTo>
                    <a:lnTo>
                      <a:pt x="233" y="291"/>
                    </a:lnTo>
                    <a:lnTo>
                      <a:pt x="17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1560;p43"/>
              <p:cNvSpPr/>
              <p:nvPr/>
            </p:nvSpPr>
            <p:spPr>
              <a:xfrm>
                <a:off x="1886550" y="331200"/>
                <a:ext cx="5850" cy="8750"/>
              </a:xfrm>
              <a:custGeom>
                <a:avLst/>
                <a:gdLst/>
                <a:ahLst/>
                <a:cxnLst/>
                <a:rect l="l" t="t" r="r" b="b"/>
                <a:pathLst>
                  <a:path w="234" h="350" extrusionOk="0">
                    <a:moveTo>
                      <a:pt x="175" y="0"/>
                    </a:moveTo>
                    <a:lnTo>
                      <a:pt x="1" y="233"/>
                    </a:lnTo>
                    <a:lnTo>
                      <a:pt x="1" y="291"/>
                    </a:lnTo>
                    <a:lnTo>
                      <a:pt x="117" y="349"/>
                    </a:lnTo>
                    <a:lnTo>
                      <a:pt x="175" y="349"/>
                    </a:lnTo>
                    <a:lnTo>
                      <a:pt x="233" y="291"/>
                    </a:lnTo>
                    <a:lnTo>
                      <a:pt x="17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1561;p43"/>
              <p:cNvSpPr/>
              <p:nvPr/>
            </p:nvSpPr>
            <p:spPr>
              <a:xfrm>
                <a:off x="1872000" y="386450"/>
                <a:ext cx="4400" cy="8775"/>
              </a:xfrm>
              <a:custGeom>
                <a:avLst/>
                <a:gdLst/>
                <a:ahLst/>
                <a:cxnLst/>
                <a:rect l="l" t="t" r="r" b="b"/>
                <a:pathLst>
                  <a:path w="176" h="351" extrusionOk="0">
                    <a:moveTo>
                      <a:pt x="117" y="1"/>
                    </a:moveTo>
                    <a:lnTo>
                      <a:pt x="1" y="234"/>
                    </a:lnTo>
                    <a:lnTo>
                      <a:pt x="1" y="292"/>
                    </a:lnTo>
                    <a:lnTo>
                      <a:pt x="59" y="350"/>
                    </a:lnTo>
                    <a:lnTo>
                      <a:pt x="117" y="350"/>
                    </a:lnTo>
                    <a:lnTo>
                      <a:pt x="175" y="292"/>
                    </a:lnTo>
                    <a:lnTo>
                      <a:pt x="11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1562;p43"/>
              <p:cNvSpPr/>
              <p:nvPr/>
            </p:nvSpPr>
            <p:spPr>
              <a:xfrm>
                <a:off x="1841475" y="355925"/>
                <a:ext cx="5825" cy="8750"/>
              </a:xfrm>
              <a:custGeom>
                <a:avLst/>
                <a:gdLst/>
                <a:ahLst/>
                <a:cxnLst/>
                <a:rect l="l" t="t" r="r" b="b"/>
                <a:pathLst>
                  <a:path w="233" h="350" extrusionOk="0">
                    <a:moveTo>
                      <a:pt x="175" y="0"/>
                    </a:moveTo>
                    <a:lnTo>
                      <a:pt x="0" y="233"/>
                    </a:lnTo>
                    <a:lnTo>
                      <a:pt x="0" y="291"/>
                    </a:lnTo>
                    <a:lnTo>
                      <a:pt x="116" y="349"/>
                    </a:lnTo>
                    <a:lnTo>
                      <a:pt x="175" y="349"/>
                    </a:lnTo>
                    <a:lnTo>
                      <a:pt x="233" y="291"/>
                    </a:lnTo>
                    <a:lnTo>
                      <a:pt x="17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1563;p43"/>
              <p:cNvSpPr/>
              <p:nvPr/>
            </p:nvSpPr>
            <p:spPr>
              <a:xfrm>
                <a:off x="1896725" y="369000"/>
                <a:ext cx="4400" cy="8750"/>
              </a:xfrm>
              <a:custGeom>
                <a:avLst/>
                <a:gdLst/>
                <a:ahLst/>
                <a:cxnLst/>
                <a:rect l="l" t="t" r="r" b="b"/>
                <a:pathLst>
                  <a:path w="176" h="350" extrusionOk="0">
                    <a:moveTo>
                      <a:pt x="117" y="1"/>
                    </a:moveTo>
                    <a:lnTo>
                      <a:pt x="1" y="234"/>
                    </a:lnTo>
                    <a:lnTo>
                      <a:pt x="1" y="292"/>
                    </a:lnTo>
                    <a:lnTo>
                      <a:pt x="59" y="350"/>
                    </a:lnTo>
                    <a:lnTo>
                      <a:pt x="117" y="292"/>
                    </a:lnTo>
                    <a:lnTo>
                      <a:pt x="175" y="234"/>
                    </a:lnTo>
                    <a:lnTo>
                      <a:pt x="11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1564;p43"/>
              <p:cNvSpPr/>
              <p:nvPr/>
            </p:nvSpPr>
            <p:spPr>
              <a:xfrm>
                <a:off x="1800750" y="347200"/>
                <a:ext cx="5825" cy="8750"/>
              </a:xfrm>
              <a:custGeom>
                <a:avLst/>
                <a:gdLst/>
                <a:ahLst/>
                <a:cxnLst/>
                <a:rect l="l" t="t" r="r" b="b"/>
                <a:pathLst>
                  <a:path w="233" h="350" extrusionOk="0">
                    <a:moveTo>
                      <a:pt x="175" y="0"/>
                    </a:moveTo>
                    <a:lnTo>
                      <a:pt x="0" y="233"/>
                    </a:lnTo>
                    <a:lnTo>
                      <a:pt x="58" y="291"/>
                    </a:lnTo>
                    <a:lnTo>
                      <a:pt x="117" y="349"/>
                    </a:lnTo>
                    <a:lnTo>
                      <a:pt x="175" y="349"/>
                    </a:lnTo>
                    <a:lnTo>
                      <a:pt x="233" y="233"/>
                    </a:lnTo>
                    <a:lnTo>
                      <a:pt x="17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73"/>
        <p:cNvGrpSpPr/>
        <p:nvPr/>
      </p:nvGrpSpPr>
      <p:grpSpPr>
        <a:xfrm>
          <a:off x="0" y="0"/>
          <a:ext cx="0" cy="0"/>
          <a:chOff x="0" y="0"/>
          <a:chExt cx="0" cy="0"/>
        </a:xfrm>
      </p:grpSpPr>
      <p:sp>
        <p:nvSpPr>
          <p:cNvPr id="574" name="Google Shape;574;p34"/>
          <p:cNvSpPr/>
          <p:nvPr/>
        </p:nvSpPr>
        <p:spPr>
          <a:xfrm flipH="1">
            <a:off x="2503145" y="2200513"/>
            <a:ext cx="3854686" cy="378958"/>
          </a:xfrm>
          <a:prstGeom prst="wedgeRectCallout">
            <a:avLst>
              <a:gd name="adj1" fmla="val -54098"/>
              <a:gd name="adj2" fmla="val 8462"/>
            </a:avLst>
          </a:prstGeom>
          <a:solidFill>
            <a:schemeClr val="dk2"/>
          </a:solidFill>
          <a:ln w="28575" cap="flat" cmpd="sng">
            <a:solidFill>
              <a:schemeClr val="accent4"/>
            </a:solidFill>
            <a:prstDash val="solid"/>
            <a:round/>
            <a:headEnd type="none" w="sm" len="sm"/>
            <a:tailEnd type="none" w="sm" len="sm"/>
          </a:ln>
          <a:effectLst>
            <a:outerShdw blurRad="57150" dist="19050" dir="5400000" algn="bl" rotWithShape="0">
              <a:schemeClr val="accent3">
                <a:alpha val="50000"/>
              </a:scheme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sz="2400"/>
          </a:p>
        </p:txBody>
      </p:sp>
      <p:sp>
        <p:nvSpPr>
          <p:cNvPr id="575" name="Google Shape;575;p34"/>
          <p:cNvSpPr/>
          <p:nvPr/>
        </p:nvSpPr>
        <p:spPr>
          <a:xfrm>
            <a:off x="1935060" y="1612922"/>
            <a:ext cx="4238982" cy="409920"/>
          </a:xfrm>
          <a:prstGeom prst="wedgeRectCallout">
            <a:avLst>
              <a:gd name="adj1" fmla="val -54371"/>
              <a:gd name="adj2" fmla="val 11025"/>
            </a:avLst>
          </a:prstGeom>
          <a:solidFill>
            <a:schemeClr val="dk1"/>
          </a:solidFill>
          <a:ln w="28575" cap="flat" cmpd="sng">
            <a:solidFill>
              <a:schemeClr val="accent4"/>
            </a:solidFill>
            <a:prstDash val="solid"/>
            <a:round/>
            <a:headEnd type="none" w="sm" len="sm"/>
            <a:tailEnd type="none" w="sm" len="sm"/>
          </a:ln>
          <a:effectLst>
            <a:outerShdw blurRad="57150" dist="19050" dir="5400000" algn="bl" rotWithShape="0">
              <a:schemeClr val="accent3">
                <a:alpha val="50000"/>
              </a:scheme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sz="2400"/>
          </a:p>
        </p:txBody>
      </p:sp>
      <p:grpSp>
        <p:nvGrpSpPr>
          <p:cNvPr id="576" name="Google Shape;576;p34"/>
          <p:cNvGrpSpPr/>
          <p:nvPr/>
        </p:nvGrpSpPr>
        <p:grpSpPr>
          <a:xfrm>
            <a:off x="6625044" y="1877401"/>
            <a:ext cx="798461" cy="664168"/>
            <a:chOff x="2376353" y="3097525"/>
            <a:chExt cx="877014" cy="1065120"/>
          </a:xfrm>
        </p:grpSpPr>
        <p:sp>
          <p:nvSpPr>
            <p:cNvPr id="577" name="Google Shape;577;p34"/>
            <p:cNvSpPr/>
            <p:nvPr/>
          </p:nvSpPr>
          <p:spPr>
            <a:xfrm>
              <a:off x="2376353" y="3097543"/>
              <a:ext cx="877014" cy="1065102"/>
            </a:xfrm>
            <a:custGeom>
              <a:avLst/>
              <a:gdLst/>
              <a:ahLst/>
              <a:cxnLst/>
              <a:rect l="l" t="t" r="r" b="b"/>
              <a:pathLst>
                <a:path w="12902" h="15670" extrusionOk="0">
                  <a:moveTo>
                    <a:pt x="6349" y="1"/>
                  </a:moveTo>
                  <a:lnTo>
                    <a:pt x="6187" y="41"/>
                  </a:lnTo>
                  <a:lnTo>
                    <a:pt x="6064" y="123"/>
                  </a:lnTo>
                  <a:lnTo>
                    <a:pt x="5942" y="204"/>
                  </a:lnTo>
                  <a:lnTo>
                    <a:pt x="5861" y="367"/>
                  </a:lnTo>
                  <a:lnTo>
                    <a:pt x="5780" y="489"/>
                  </a:lnTo>
                  <a:lnTo>
                    <a:pt x="5739" y="652"/>
                  </a:lnTo>
                  <a:lnTo>
                    <a:pt x="5698" y="815"/>
                  </a:lnTo>
                  <a:lnTo>
                    <a:pt x="5535" y="652"/>
                  </a:lnTo>
                  <a:lnTo>
                    <a:pt x="5373" y="530"/>
                  </a:lnTo>
                  <a:lnTo>
                    <a:pt x="5210" y="448"/>
                  </a:lnTo>
                  <a:lnTo>
                    <a:pt x="4966" y="408"/>
                  </a:lnTo>
                  <a:lnTo>
                    <a:pt x="4762" y="448"/>
                  </a:lnTo>
                  <a:lnTo>
                    <a:pt x="4599" y="530"/>
                  </a:lnTo>
                  <a:lnTo>
                    <a:pt x="4436" y="611"/>
                  </a:lnTo>
                  <a:lnTo>
                    <a:pt x="4274" y="733"/>
                  </a:lnTo>
                  <a:lnTo>
                    <a:pt x="4152" y="896"/>
                  </a:lnTo>
                  <a:lnTo>
                    <a:pt x="4111" y="1099"/>
                  </a:lnTo>
                  <a:lnTo>
                    <a:pt x="4029" y="1303"/>
                  </a:lnTo>
                  <a:lnTo>
                    <a:pt x="3989" y="1547"/>
                  </a:lnTo>
                  <a:lnTo>
                    <a:pt x="3989" y="1669"/>
                  </a:lnTo>
                  <a:lnTo>
                    <a:pt x="3867" y="1506"/>
                  </a:lnTo>
                  <a:lnTo>
                    <a:pt x="3704" y="1425"/>
                  </a:lnTo>
                  <a:lnTo>
                    <a:pt x="3500" y="1344"/>
                  </a:lnTo>
                  <a:lnTo>
                    <a:pt x="3338" y="1303"/>
                  </a:lnTo>
                  <a:lnTo>
                    <a:pt x="3093" y="1344"/>
                  </a:lnTo>
                  <a:lnTo>
                    <a:pt x="2890" y="1425"/>
                  </a:lnTo>
                  <a:lnTo>
                    <a:pt x="2727" y="1547"/>
                  </a:lnTo>
                  <a:lnTo>
                    <a:pt x="2564" y="1669"/>
                  </a:lnTo>
                  <a:lnTo>
                    <a:pt x="2442" y="1873"/>
                  </a:lnTo>
                  <a:lnTo>
                    <a:pt x="2361" y="2076"/>
                  </a:lnTo>
                  <a:lnTo>
                    <a:pt x="2279" y="2280"/>
                  </a:lnTo>
                  <a:lnTo>
                    <a:pt x="2279" y="2565"/>
                  </a:lnTo>
                  <a:lnTo>
                    <a:pt x="2279" y="2768"/>
                  </a:lnTo>
                  <a:lnTo>
                    <a:pt x="2361" y="3012"/>
                  </a:lnTo>
                  <a:lnTo>
                    <a:pt x="2442" y="3216"/>
                  </a:lnTo>
                  <a:lnTo>
                    <a:pt x="2564" y="3379"/>
                  </a:lnTo>
                  <a:lnTo>
                    <a:pt x="2320" y="3460"/>
                  </a:lnTo>
                  <a:lnTo>
                    <a:pt x="2117" y="3582"/>
                  </a:lnTo>
                  <a:lnTo>
                    <a:pt x="1913" y="3704"/>
                  </a:lnTo>
                  <a:lnTo>
                    <a:pt x="1750" y="3908"/>
                  </a:lnTo>
                  <a:lnTo>
                    <a:pt x="1588" y="4152"/>
                  </a:lnTo>
                  <a:lnTo>
                    <a:pt x="1506" y="4355"/>
                  </a:lnTo>
                  <a:lnTo>
                    <a:pt x="1425" y="4640"/>
                  </a:lnTo>
                  <a:lnTo>
                    <a:pt x="1425" y="4966"/>
                  </a:lnTo>
                  <a:lnTo>
                    <a:pt x="1425" y="5251"/>
                  </a:lnTo>
                  <a:lnTo>
                    <a:pt x="1506" y="5536"/>
                  </a:lnTo>
                  <a:lnTo>
                    <a:pt x="1628" y="5739"/>
                  </a:lnTo>
                  <a:lnTo>
                    <a:pt x="1791" y="5983"/>
                  </a:lnTo>
                  <a:lnTo>
                    <a:pt x="1954" y="6187"/>
                  </a:lnTo>
                  <a:lnTo>
                    <a:pt x="1995" y="6187"/>
                  </a:lnTo>
                  <a:lnTo>
                    <a:pt x="2035" y="6350"/>
                  </a:lnTo>
                  <a:lnTo>
                    <a:pt x="2198" y="6594"/>
                  </a:lnTo>
                  <a:lnTo>
                    <a:pt x="2402" y="6838"/>
                  </a:lnTo>
                  <a:lnTo>
                    <a:pt x="2524" y="6919"/>
                  </a:lnTo>
                  <a:lnTo>
                    <a:pt x="2564" y="6960"/>
                  </a:lnTo>
                  <a:lnTo>
                    <a:pt x="2564" y="7164"/>
                  </a:lnTo>
                  <a:lnTo>
                    <a:pt x="2646" y="7367"/>
                  </a:lnTo>
                  <a:lnTo>
                    <a:pt x="2727" y="7571"/>
                  </a:lnTo>
                  <a:lnTo>
                    <a:pt x="2849" y="7733"/>
                  </a:lnTo>
                  <a:lnTo>
                    <a:pt x="3012" y="7855"/>
                  </a:lnTo>
                  <a:lnTo>
                    <a:pt x="3134" y="7937"/>
                  </a:lnTo>
                  <a:lnTo>
                    <a:pt x="3338" y="8018"/>
                  </a:lnTo>
                  <a:lnTo>
                    <a:pt x="3500" y="8059"/>
                  </a:lnTo>
                  <a:lnTo>
                    <a:pt x="3663" y="8018"/>
                  </a:lnTo>
                  <a:lnTo>
                    <a:pt x="3745" y="8140"/>
                  </a:lnTo>
                  <a:lnTo>
                    <a:pt x="3948" y="8466"/>
                  </a:lnTo>
                  <a:lnTo>
                    <a:pt x="4192" y="8751"/>
                  </a:lnTo>
                  <a:lnTo>
                    <a:pt x="4436" y="8995"/>
                  </a:lnTo>
                  <a:lnTo>
                    <a:pt x="4762" y="9199"/>
                  </a:lnTo>
                  <a:lnTo>
                    <a:pt x="4966" y="9361"/>
                  </a:lnTo>
                  <a:lnTo>
                    <a:pt x="5210" y="9483"/>
                  </a:lnTo>
                  <a:lnTo>
                    <a:pt x="5210" y="9850"/>
                  </a:lnTo>
                  <a:lnTo>
                    <a:pt x="5210" y="10867"/>
                  </a:lnTo>
                  <a:lnTo>
                    <a:pt x="5006" y="10908"/>
                  </a:lnTo>
                  <a:lnTo>
                    <a:pt x="977" y="11966"/>
                  </a:lnTo>
                  <a:lnTo>
                    <a:pt x="774" y="12047"/>
                  </a:lnTo>
                  <a:lnTo>
                    <a:pt x="570" y="12129"/>
                  </a:lnTo>
                  <a:lnTo>
                    <a:pt x="448" y="12210"/>
                  </a:lnTo>
                  <a:lnTo>
                    <a:pt x="285" y="12373"/>
                  </a:lnTo>
                  <a:lnTo>
                    <a:pt x="163" y="12536"/>
                  </a:lnTo>
                  <a:lnTo>
                    <a:pt x="122" y="12739"/>
                  </a:lnTo>
                  <a:lnTo>
                    <a:pt x="41" y="12943"/>
                  </a:lnTo>
                  <a:lnTo>
                    <a:pt x="0" y="13146"/>
                  </a:lnTo>
                  <a:lnTo>
                    <a:pt x="0" y="15670"/>
                  </a:lnTo>
                  <a:lnTo>
                    <a:pt x="12902" y="15670"/>
                  </a:lnTo>
                  <a:lnTo>
                    <a:pt x="12902" y="13146"/>
                  </a:lnTo>
                  <a:lnTo>
                    <a:pt x="12902" y="12943"/>
                  </a:lnTo>
                  <a:lnTo>
                    <a:pt x="12821" y="12739"/>
                  </a:lnTo>
                  <a:lnTo>
                    <a:pt x="12780" y="12536"/>
                  </a:lnTo>
                  <a:lnTo>
                    <a:pt x="12658" y="12373"/>
                  </a:lnTo>
                  <a:lnTo>
                    <a:pt x="12495" y="12210"/>
                  </a:lnTo>
                  <a:lnTo>
                    <a:pt x="12332" y="12129"/>
                  </a:lnTo>
                  <a:lnTo>
                    <a:pt x="12169" y="12047"/>
                  </a:lnTo>
                  <a:lnTo>
                    <a:pt x="12007" y="11966"/>
                  </a:lnTo>
                  <a:lnTo>
                    <a:pt x="7896" y="10908"/>
                  </a:lnTo>
                  <a:lnTo>
                    <a:pt x="7733" y="10867"/>
                  </a:lnTo>
                  <a:lnTo>
                    <a:pt x="7733" y="9850"/>
                  </a:lnTo>
                  <a:lnTo>
                    <a:pt x="7733" y="9483"/>
                  </a:lnTo>
                  <a:lnTo>
                    <a:pt x="7977" y="9361"/>
                  </a:lnTo>
                  <a:lnTo>
                    <a:pt x="8181" y="9199"/>
                  </a:lnTo>
                  <a:lnTo>
                    <a:pt x="8466" y="8995"/>
                  </a:lnTo>
                  <a:lnTo>
                    <a:pt x="8751" y="8751"/>
                  </a:lnTo>
                  <a:lnTo>
                    <a:pt x="9035" y="8466"/>
                  </a:lnTo>
                  <a:lnTo>
                    <a:pt x="9198" y="8140"/>
                  </a:lnTo>
                  <a:lnTo>
                    <a:pt x="9280" y="8018"/>
                  </a:lnTo>
                  <a:lnTo>
                    <a:pt x="9442" y="8059"/>
                  </a:lnTo>
                  <a:lnTo>
                    <a:pt x="9646" y="8018"/>
                  </a:lnTo>
                  <a:lnTo>
                    <a:pt x="9809" y="7937"/>
                  </a:lnTo>
                  <a:lnTo>
                    <a:pt x="9972" y="7855"/>
                  </a:lnTo>
                  <a:lnTo>
                    <a:pt x="10094" y="7733"/>
                  </a:lnTo>
                  <a:lnTo>
                    <a:pt x="10216" y="7571"/>
                  </a:lnTo>
                  <a:lnTo>
                    <a:pt x="10297" y="7367"/>
                  </a:lnTo>
                  <a:lnTo>
                    <a:pt x="10338" y="7164"/>
                  </a:lnTo>
                  <a:lnTo>
                    <a:pt x="10379" y="6960"/>
                  </a:lnTo>
                  <a:lnTo>
                    <a:pt x="10419" y="6919"/>
                  </a:lnTo>
                  <a:lnTo>
                    <a:pt x="10541" y="6838"/>
                  </a:lnTo>
                  <a:lnTo>
                    <a:pt x="10745" y="6594"/>
                  </a:lnTo>
                  <a:lnTo>
                    <a:pt x="10908" y="6350"/>
                  </a:lnTo>
                  <a:lnTo>
                    <a:pt x="10948" y="6187"/>
                  </a:lnTo>
                  <a:lnTo>
                    <a:pt x="11152" y="5983"/>
                  </a:lnTo>
                  <a:lnTo>
                    <a:pt x="11315" y="5739"/>
                  </a:lnTo>
                  <a:lnTo>
                    <a:pt x="11396" y="5536"/>
                  </a:lnTo>
                  <a:lnTo>
                    <a:pt x="11477" y="5251"/>
                  </a:lnTo>
                  <a:lnTo>
                    <a:pt x="11518" y="4966"/>
                  </a:lnTo>
                  <a:lnTo>
                    <a:pt x="11477" y="4640"/>
                  </a:lnTo>
                  <a:lnTo>
                    <a:pt x="11396" y="4355"/>
                  </a:lnTo>
                  <a:lnTo>
                    <a:pt x="11315" y="4152"/>
                  </a:lnTo>
                  <a:lnTo>
                    <a:pt x="11193" y="3908"/>
                  </a:lnTo>
                  <a:lnTo>
                    <a:pt x="11030" y="3704"/>
                  </a:lnTo>
                  <a:lnTo>
                    <a:pt x="10826" y="3582"/>
                  </a:lnTo>
                  <a:lnTo>
                    <a:pt x="10582" y="3460"/>
                  </a:lnTo>
                  <a:lnTo>
                    <a:pt x="10379" y="3379"/>
                  </a:lnTo>
                  <a:lnTo>
                    <a:pt x="10501" y="3216"/>
                  </a:lnTo>
                  <a:lnTo>
                    <a:pt x="10582" y="3012"/>
                  </a:lnTo>
                  <a:lnTo>
                    <a:pt x="10623" y="2768"/>
                  </a:lnTo>
                  <a:lnTo>
                    <a:pt x="10663" y="2565"/>
                  </a:lnTo>
                  <a:lnTo>
                    <a:pt x="10623" y="2280"/>
                  </a:lnTo>
                  <a:lnTo>
                    <a:pt x="10582" y="2076"/>
                  </a:lnTo>
                  <a:lnTo>
                    <a:pt x="10501" y="1873"/>
                  </a:lnTo>
                  <a:lnTo>
                    <a:pt x="10379" y="1669"/>
                  </a:lnTo>
                  <a:lnTo>
                    <a:pt x="10216" y="1547"/>
                  </a:lnTo>
                  <a:lnTo>
                    <a:pt x="10053" y="1425"/>
                  </a:lnTo>
                  <a:lnTo>
                    <a:pt x="9849" y="1344"/>
                  </a:lnTo>
                  <a:lnTo>
                    <a:pt x="9646" y="1303"/>
                  </a:lnTo>
                  <a:lnTo>
                    <a:pt x="9442" y="1344"/>
                  </a:lnTo>
                  <a:lnTo>
                    <a:pt x="9239" y="1425"/>
                  </a:lnTo>
                  <a:lnTo>
                    <a:pt x="9076" y="1506"/>
                  </a:lnTo>
                  <a:lnTo>
                    <a:pt x="8913" y="1669"/>
                  </a:lnTo>
                  <a:lnTo>
                    <a:pt x="8913" y="1547"/>
                  </a:lnTo>
                  <a:lnTo>
                    <a:pt x="8913" y="1303"/>
                  </a:lnTo>
                  <a:lnTo>
                    <a:pt x="8873" y="1099"/>
                  </a:lnTo>
                  <a:lnTo>
                    <a:pt x="8751" y="896"/>
                  </a:lnTo>
                  <a:lnTo>
                    <a:pt x="8669" y="733"/>
                  </a:lnTo>
                  <a:lnTo>
                    <a:pt x="8506" y="611"/>
                  </a:lnTo>
                  <a:lnTo>
                    <a:pt x="8344" y="530"/>
                  </a:lnTo>
                  <a:lnTo>
                    <a:pt x="8140" y="448"/>
                  </a:lnTo>
                  <a:lnTo>
                    <a:pt x="7937" y="408"/>
                  </a:lnTo>
                  <a:lnTo>
                    <a:pt x="7774" y="448"/>
                  </a:lnTo>
                  <a:lnTo>
                    <a:pt x="7570" y="530"/>
                  </a:lnTo>
                  <a:lnTo>
                    <a:pt x="7367" y="652"/>
                  </a:lnTo>
                  <a:lnTo>
                    <a:pt x="7245" y="815"/>
                  </a:lnTo>
                  <a:lnTo>
                    <a:pt x="7204" y="652"/>
                  </a:lnTo>
                  <a:lnTo>
                    <a:pt x="7123" y="489"/>
                  </a:lnTo>
                  <a:lnTo>
                    <a:pt x="7082" y="367"/>
                  </a:lnTo>
                  <a:lnTo>
                    <a:pt x="6960" y="204"/>
                  </a:lnTo>
                  <a:lnTo>
                    <a:pt x="6878" y="123"/>
                  </a:lnTo>
                  <a:lnTo>
                    <a:pt x="6756" y="41"/>
                  </a:lnTo>
                  <a:lnTo>
                    <a:pt x="6634" y="1"/>
                  </a:lnTo>
                  <a:close/>
                </a:path>
              </a:pathLst>
            </a:custGeom>
            <a:solidFill>
              <a:schemeClr val="accent4"/>
            </a:solidFill>
            <a:ln w="76200" cap="flat" cmpd="sng">
              <a:solidFill>
                <a:schemeClr val="accent4"/>
              </a:solidFill>
              <a:prstDash val="solid"/>
              <a:round/>
              <a:headEnd type="none" w="sm" len="sm"/>
              <a:tailEnd type="none" w="sm" len="sm"/>
            </a:ln>
            <a:effectLst>
              <a:outerShdw blurRad="57150" algn="bl" rotWithShape="0">
                <a:schemeClr val="dk1">
                  <a:alpha val="2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78" name="Google Shape;578;p34"/>
            <p:cNvGrpSpPr/>
            <p:nvPr/>
          </p:nvGrpSpPr>
          <p:grpSpPr>
            <a:xfrm>
              <a:off x="2377717" y="3097525"/>
              <a:ext cx="874295" cy="1065102"/>
              <a:chOff x="819100" y="3083350"/>
              <a:chExt cx="321550" cy="391750"/>
            </a:xfrm>
          </p:grpSpPr>
          <p:sp>
            <p:nvSpPr>
              <p:cNvPr id="579" name="Google Shape;579;p34"/>
              <p:cNvSpPr/>
              <p:nvPr/>
            </p:nvSpPr>
            <p:spPr>
              <a:xfrm>
                <a:off x="854700" y="3083350"/>
                <a:ext cx="251350" cy="201500"/>
              </a:xfrm>
              <a:custGeom>
                <a:avLst/>
                <a:gdLst/>
                <a:ahLst/>
                <a:cxnLst/>
                <a:rect l="l" t="t" r="r" b="b"/>
                <a:pathLst>
                  <a:path w="10054" h="8060" extrusionOk="0">
                    <a:moveTo>
                      <a:pt x="4885" y="1"/>
                    </a:moveTo>
                    <a:lnTo>
                      <a:pt x="4763" y="82"/>
                    </a:lnTo>
                    <a:lnTo>
                      <a:pt x="4600" y="123"/>
                    </a:lnTo>
                    <a:lnTo>
                      <a:pt x="4478" y="204"/>
                    </a:lnTo>
                    <a:lnTo>
                      <a:pt x="4437" y="367"/>
                    </a:lnTo>
                    <a:lnTo>
                      <a:pt x="4315" y="489"/>
                    </a:lnTo>
                    <a:lnTo>
                      <a:pt x="4274" y="652"/>
                    </a:lnTo>
                    <a:lnTo>
                      <a:pt x="4274" y="815"/>
                    </a:lnTo>
                    <a:lnTo>
                      <a:pt x="4111" y="652"/>
                    </a:lnTo>
                    <a:lnTo>
                      <a:pt x="3949" y="530"/>
                    </a:lnTo>
                    <a:lnTo>
                      <a:pt x="3745" y="448"/>
                    </a:lnTo>
                    <a:lnTo>
                      <a:pt x="3501" y="408"/>
                    </a:lnTo>
                    <a:lnTo>
                      <a:pt x="3338" y="448"/>
                    </a:lnTo>
                    <a:lnTo>
                      <a:pt x="3175" y="530"/>
                    </a:lnTo>
                    <a:lnTo>
                      <a:pt x="3013" y="611"/>
                    </a:lnTo>
                    <a:lnTo>
                      <a:pt x="2850" y="733"/>
                    </a:lnTo>
                    <a:lnTo>
                      <a:pt x="2687" y="896"/>
                    </a:lnTo>
                    <a:lnTo>
                      <a:pt x="2646" y="1100"/>
                    </a:lnTo>
                    <a:lnTo>
                      <a:pt x="2565" y="1344"/>
                    </a:lnTo>
                    <a:lnTo>
                      <a:pt x="2524" y="1547"/>
                    </a:lnTo>
                    <a:lnTo>
                      <a:pt x="2524" y="1669"/>
                    </a:lnTo>
                    <a:lnTo>
                      <a:pt x="2402" y="1507"/>
                    </a:lnTo>
                    <a:lnTo>
                      <a:pt x="2239" y="1425"/>
                    </a:lnTo>
                    <a:lnTo>
                      <a:pt x="2076" y="1344"/>
                    </a:lnTo>
                    <a:lnTo>
                      <a:pt x="1629" y="1344"/>
                    </a:lnTo>
                    <a:lnTo>
                      <a:pt x="1425" y="1425"/>
                    </a:lnTo>
                    <a:lnTo>
                      <a:pt x="1262" y="1547"/>
                    </a:lnTo>
                    <a:lnTo>
                      <a:pt x="1100" y="1669"/>
                    </a:lnTo>
                    <a:lnTo>
                      <a:pt x="978" y="1873"/>
                    </a:lnTo>
                    <a:lnTo>
                      <a:pt x="896" y="2076"/>
                    </a:lnTo>
                    <a:lnTo>
                      <a:pt x="815" y="2280"/>
                    </a:lnTo>
                    <a:lnTo>
                      <a:pt x="815" y="2565"/>
                    </a:lnTo>
                    <a:lnTo>
                      <a:pt x="815" y="2768"/>
                    </a:lnTo>
                    <a:lnTo>
                      <a:pt x="896" y="3012"/>
                    </a:lnTo>
                    <a:lnTo>
                      <a:pt x="978" y="3216"/>
                    </a:lnTo>
                    <a:lnTo>
                      <a:pt x="1100" y="3379"/>
                    </a:lnTo>
                    <a:lnTo>
                      <a:pt x="855" y="3460"/>
                    </a:lnTo>
                    <a:lnTo>
                      <a:pt x="652" y="3582"/>
                    </a:lnTo>
                    <a:lnTo>
                      <a:pt x="489" y="3704"/>
                    </a:lnTo>
                    <a:lnTo>
                      <a:pt x="326" y="3908"/>
                    </a:lnTo>
                    <a:lnTo>
                      <a:pt x="164" y="4152"/>
                    </a:lnTo>
                    <a:lnTo>
                      <a:pt x="41" y="4355"/>
                    </a:lnTo>
                    <a:lnTo>
                      <a:pt x="1" y="4640"/>
                    </a:lnTo>
                    <a:lnTo>
                      <a:pt x="1" y="4966"/>
                    </a:lnTo>
                    <a:lnTo>
                      <a:pt x="1" y="5251"/>
                    </a:lnTo>
                    <a:lnTo>
                      <a:pt x="41" y="5536"/>
                    </a:lnTo>
                    <a:lnTo>
                      <a:pt x="164" y="5739"/>
                    </a:lnTo>
                    <a:lnTo>
                      <a:pt x="326" y="5983"/>
                    </a:lnTo>
                    <a:lnTo>
                      <a:pt x="489" y="6187"/>
                    </a:lnTo>
                    <a:lnTo>
                      <a:pt x="733" y="6350"/>
                    </a:lnTo>
                    <a:lnTo>
                      <a:pt x="978" y="6431"/>
                    </a:lnTo>
                    <a:lnTo>
                      <a:pt x="1222" y="6472"/>
                    </a:lnTo>
                    <a:lnTo>
                      <a:pt x="1140" y="6716"/>
                    </a:lnTo>
                    <a:lnTo>
                      <a:pt x="1100" y="6960"/>
                    </a:lnTo>
                    <a:lnTo>
                      <a:pt x="1100" y="7164"/>
                    </a:lnTo>
                    <a:lnTo>
                      <a:pt x="1181" y="7367"/>
                    </a:lnTo>
                    <a:lnTo>
                      <a:pt x="1262" y="7571"/>
                    </a:lnTo>
                    <a:lnTo>
                      <a:pt x="1385" y="7733"/>
                    </a:lnTo>
                    <a:lnTo>
                      <a:pt x="1547" y="7856"/>
                    </a:lnTo>
                    <a:lnTo>
                      <a:pt x="1669" y="7978"/>
                    </a:lnTo>
                    <a:lnTo>
                      <a:pt x="1873" y="8018"/>
                    </a:lnTo>
                    <a:lnTo>
                      <a:pt x="2076" y="8059"/>
                    </a:lnTo>
                    <a:lnTo>
                      <a:pt x="2239" y="8018"/>
                    </a:lnTo>
                    <a:lnTo>
                      <a:pt x="2402" y="7978"/>
                    </a:lnTo>
                    <a:lnTo>
                      <a:pt x="2565" y="7856"/>
                    </a:lnTo>
                    <a:lnTo>
                      <a:pt x="2687" y="7733"/>
                    </a:lnTo>
                    <a:lnTo>
                      <a:pt x="2809" y="7571"/>
                    </a:lnTo>
                    <a:lnTo>
                      <a:pt x="2890" y="7367"/>
                    </a:lnTo>
                    <a:lnTo>
                      <a:pt x="2972" y="7164"/>
                    </a:lnTo>
                    <a:lnTo>
                      <a:pt x="2972" y="6960"/>
                    </a:lnTo>
                    <a:lnTo>
                      <a:pt x="2972" y="6757"/>
                    </a:lnTo>
                    <a:lnTo>
                      <a:pt x="2931" y="6594"/>
                    </a:lnTo>
                    <a:lnTo>
                      <a:pt x="2850" y="6431"/>
                    </a:lnTo>
                    <a:lnTo>
                      <a:pt x="2809" y="6268"/>
                    </a:lnTo>
                    <a:lnTo>
                      <a:pt x="2687" y="6146"/>
                    </a:lnTo>
                    <a:lnTo>
                      <a:pt x="2565" y="6065"/>
                    </a:lnTo>
                    <a:lnTo>
                      <a:pt x="2443" y="5943"/>
                    </a:lnTo>
                    <a:lnTo>
                      <a:pt x="2321" y="5902"/>
                    </a:lnTo>
                    <a:lnTo>
                      <a:pt x="2443" y="5699"/>
                    </a:lnTo>
                    <a:lnTo>
                      <a:pt x="2524" y="5454"/>
                    </a:lnTo>
                    <a:lnTo>
                      <a:pt x="2565" y="5210"/>
                    </a:lnTo>
                    <a:lnTo>
                      <a:pt x="2606" y="4966"/>
                    </a:lnTo>
                    <a:lnTo>
                      <a:pt x="2565" y="4600"/>
                    </a:lnTo>
                    <a:lnTo>
                      <a:pt x="2483" y="4274"/>
                    </a:lnTo>
                    <a:lnTo>
                      <a:pt x="2321" y="3989"/>
                    </a:lnTo>
                    <a:lnTo>
                      <a:pt x="2117" y="3704"/>
                    </a:lnTo>
                    <a:lnTo>
                      <a:pt x="2280" y="3664"/>
                    </a:lnTo>
                    <a:lnTo>
                      <a:pt x="2402" y="3541"/>
                    </a:lnTo>
                    <a:lnTo>
                      <a:pt x="2524" y="3460"/>
                    </a:lnTo>
                    <a:lnTo>
                      <a:pt x="2687" y="3297"/>
                    </a:lnTo>
                    <a:lnTo>
                      <a:pt x="2768" y="3135"/>
                    </a:lnTo>
                    <a:lnTo>
                      <a:pt x="2850" y="2931"/>
                    </a:lnTo>
                    <a:lnTo>
                      <a:pt x="2850" y="2768"/>
                    </a:lnTo>
                    <a:lnTo>
                      <a:pt x="2850" y="2565"/>
                    </a:lnTo>
                    <a:lnTo>
                      <a:pt x="2850" y="2402"/>
                    </a:lnTo>
                    <a:lnTo>
                      <a:pt x="3013" y="2524"/>
                    </a:lnTo>
                    <a:lnTo>
                      <a:pt x="3175" y="2605"/>
                    </a:lnTo>
                    <a:lnTo>
                      <a:pt x="3338" y="2687"/>
                    </a:lnTo>
                    <a:lnTo>
                      <a:pt x="6675" y="2687"/>
                    </a:lnTo>
                    <a:lnTo>
                      <a:pt x="6838" y="2605"/>
                    </a:lnTo>
                    <a:lnTo>
                      <a:pt x="7001" y="2524"/>
                    </a:lnTo>
                    <a:lnTo>
                      <a:pt x="7123" y="2402"/>
                    </a:lnTo>
                    <a:lnTo>
                      <a:pt x="7123" y="2565"/>
                    </a:lnTo>
                    <a:lnTo>
                      <a:pt x="7164" y="2768"/>
                    </a:lnTo>
                    <a:lnTo>
                      <a:pt x="7205" y="2931"/>
                    </a:lnTo>
                    <a:lnTo>
                      <a:pt x="7286" y="3135"/>
                    </a:lnTo>
                    <a:lnTo>
                      <a:pt x="7367" y="3297"/>
                    </a:lnTo>
                    <a:lnTo>
                      <a:pt x="7449" y="3460"/>
                    </a:lnTo>
                    <a:lnTo>
                      <a:pt x="7612" y="3541"/>
                    </a:lnTo>
                    <a:lnTo>
                      <a:pt x="7774" y="3664"/>
                    </a:lnTo>
                    <a:lnTo>
                      <a:pt x="7896" y="3704"/>
                    </a:lnTo>
                    <a:lnTo>
                      <a:pt x="7734" y="3989"/>
                    </a:lnTo>
                    <a:lnTo>
                      <a:pt x="7571" y="4274"/>
                    </a:lnTo>
                    <a:lnTo>
                      <a:pt x="7449" y="4600"/>
                    </a:lnTo>
                    <a:lnTo>
                      <a:pt x="7449" y="4966"/>
                    </a:lnTo>
                    <a:lnTo>
                      <a:pt x="7449" y="5210"/>
                    </a:lnTo>
                    <a:lnTo>
                      <a:pt x="7489" y="5454"/>
                    </a:lnTo>
                    <a:lnTo>
                      <a:pt x="7612" y="5699"/>
                    </a:lnTo>
                    <a:lnTo>
                      <a:pt x="7734" y="5902"/>
                    </a:lnTo>
                    <a:lnTo>
                      <a:pt x="7571" y="5943"/>
                    </a:lnTo>
                    <a:lnTo>
                      <a:pt x="7449" y="6065"/>
                    </a:lnTo>
                    <a:lnTo>
                      <a:pt x="7327" y="6146"/>
                    </a:lnTo>
                    <a:lnTo>
                      <a:pt x="7245" y="6268"/>
                    </a:lnTo>
                    <a:lnTo>
                      <a:pt x="7164" y="6431"/>
                    </a:lnTo>
                    <a:lnTo>
                      <a:pt x="7123" y="6594"/>
                    </a:lnTo>
                    <a:lnTo>
                      <a:pt x="7082" y="6757"/>
                    </a:lnTo>
                    <a:lnTo>
                      <a:pt x="7042" y="6960"/>
                    </a:lnTo>
                    <a:lnTo>
                      <a:pt x="7082" y="7164"/>
                    </a:lnTo>
                    <a:lnTo>
                      <a:pt x="7123" y="7367"/>
                    </a:lnTo>
                    <a:lnTo>
                      <a:pt x="7205" y="7571"/>
                    </a:lnTo>
                    <a:lnTo>
                      <a:pt x="7327" y="7733"/>
                    </a:lnTo>
                    <a:lnTo>
                      <a:pt x="7449" y="7856"/>
                    </a:lnTo>
                    <a:lnTo>
                      <a:pt x="7612" y="7978"/>
                    </a:lnTo>
                    <a:lnTo>
                      <a:pt x="7774" y="8018"/>
                    </a:lnTo>
                    <a:lnTo>
                      <a:pt x="7978" y="8059"/>
                    </a:lnTo>
                    <a:lnTo>
                      <a:pt x="8181" y="8018"/>
                    </a:lnTo>
                    <a:lnTo>
                      <a:pt x="8344" y="7978"/>
                    </a:lnTo>
                    <a:lnTo>
                      <a:pt x="8507" y="7856"/>
                    </a:lnTo>
                    <a:lnTo>
                      <a:pt x="8629" y="7733"/>
                    </a:lnTo>
                    <a:lnTo>
                      <a:pt x="8751" y="7571"/>
                    </a:lnTo>
                    <a:lnTo>
                      <a:pt x="8833" y="7367"/>
                    </a:lnTo>
                    <a:lnTo>
                      <a:pt x="8873" y="7164"/>
                    </a:lnTo>
                    <a:lnTo>
                      <a:pt x="8914" y="6960"/>
                    </a:lnTo>
                    <a:lnTo>
                      <a:pt x="8873" y="6716"/>
                    </a:lnTo>
                    <a:lnTo>
                      <a:pt x="8833" y="6472"/>
                    </a:lnTo>
                    <a:lnTo>
                      <a:pt x="9077" y="6431"/>
                    </a:lnTo>
                    <a:lnTo>
                      <a:pt x="9321" y="6350"/>
                    </a:lnTo>
                    <a:lnTo>
                      <a:pt x="9484" y="6187"/>
                    </a:lnTo>
                    <a:lnTo>
                      <a:pt x="9687" y="5983"/>
                    </a:lnTo>
                    <a:lnTo>
                      <a:pt x="9850" y="5739"/>
                    </a:lnTo>
                    <a:lnTo>
                      <a:pt x="9972" y="5536"/>
                    </a:lnTo>
                    <a:lnTo>
                      <a:pt x="10013" y="5251"/>
                    </a:lnTo>
                    <a:lnTo>
                      <a:pt x="10054" y="4966"/>
                    </a:lnTo>
                    <a:lnTo>
                      <a:pt x="10013" y="4640"/>
                    </a:lnTo>
                    <a:lnTo>
                      <a:pt x="9972" y="4355"/>
                    </a:lnTo>
                    <a:lnTo>
                      <a:pt x="9850" y="4152"/>
                    </a:lnTo>
                    <a:lnTo>
                      <a:pt x="9728" y="3908"/>
                    </a:lnTo>
                    <a:lnTo>
                      <a:pt x="9565" y="3704"/>
                    </a:lnTo>
                    <a:lnTo>
                      <a:pt x="9362" y="3582"/>
                    </a:lnTo>
                    <a:lnTo>
                      <a:pt x="9158" y="3460"/>
                    </a:lnTo>
                    <a:lnTo>
                      <a:pt x="8914" y="3379"/>
                    </a:lnTo>
                    <a:lnTo>
                      <a:pt x="9036" y="3216"/>
                    </a:lnTo>
                    <a:lnTo>
                      <a:pt x="9158" y="3012"/>
                    </a:lnTo>
                    <a:lnTo>
                      <a:pt x="9158" y="2768"/>
                    </a:lnTo>
                    <a:lnTo>
                      <a:pt x="9199" y="2565"/>
                    </a:lnTo>
                    <a:lnTo>
                      <a:pt x="9158" y="2280"/>
                    </a:lnTo>
                    <a:lnTo>
                      <a:pt x="9158" y="2076"/>
                    </a:lnTo>
                    <a:lnTo>
                      <a:pt x="9036" y="1873"/>
                    </a:lnTo>
                    <a:lnTo>
                      <a:pt x="8914" y="1669"/>
                    </a:lnTo>
                    <a:lnTo>
                      <a:pt x="8751" y="1547"/>
                    </a:lnTo>
                    <a:lnTo>
                      <a:pt x="8588" y="1425"/>
                    </a:lnTo>
                    <a:lnTo>
                      <a:pt x="8385" y="1344"/>
                    </a:lnTo>
                    <a:lnTo>
                      <a:pt x="7978" y="1344"/>
                    </a:lnTo>
                    <a:lnTo>
                      <a:pt x="7774" y="1425"/>
                    </a:lnTo>
                    <a:lnTo>
                      <a:pt x="7612" y="1507"/>
                    </a:lnTo>
                    <a:lnTo>
                      <a:pt x="7449" y="1669"/>
                    </a:lnTo>
                    <a:lnTo>
                      <a:pt x="7449" y="1547"/>
                    </a:lnTo>
                    <a:lnTo>
                      <a:pt x="7449" y="1344"/>
                    </a:lnTo>
                    <a:lnTo>
                      <a:pt x="7408" y="1100"/>
                    </a:lnTo>
                    <a:lnTo>
                      <a:pt x="7286" y="896"/>
                    </a:lnTo>
                    <a:lnTo>
                      <a:pt x="7205" y="733"/>
                    </a:lnTo>
                    <a:lnTo>
                      <a:pt x="7042" y="611"/>
                    </a:lnTo>
                    <a:lnTo>
                      <a:pt x="6879" y="530"/>
                    </a:lnTo>
                    <a:lnTo>
                      <a:pt x="6675" y="448"/>
                    </a:lnTo>
                    <a:lnTo>
                      <a:pt x="6472" y="408"/>
                    </a:lnTo>
                    <a:lnTo>
                      <a:pt x="6309" y="448"/>
                    </a:lnTo>
                    <a:lnTo>
                      <a:pt x="6106" y="530"/>
                    </a:lnTo>
                    <a:lnTo>
                      <a:pt x="5902" y="652"/>
                    </a:lnTo>
                    <a:lnTo>
                      <a:pt x="5780" y="815"/>
                    </a:lnTo>
                    <a:lnTo>
                      <a:pt x="5739" y="652"/>
                    </a:lnTo>
                    <a:lnTo>
                      <a:pt x="5699" y="489"/>
                    </a:lnTo>
                    <a:lnTo>
                      <a:pt x="5617" y="367"/>
                    </a:lnTo>
                    <a:lnTo>
                      <a:pt x="5536" y="204"/>
                    </a:lnTo>
                    <a:lnTo>
                      <a:pt x="5414" y="123"/>
                    </a:lnTo>
                    <a:lnTo>
                      <a:pt x="5292" y="82"/>
                    </a:lnTo>
                    <a:lnTo>
                      <a:pt x="5170" y="1"/>
                    </a:ln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34"/>
              <p:cNvSpPr/>
              <p:nvPr/>
            </p:nvSpPr>
            <p:spPr>
              <a:xfrm>
                <a:off x="819100" y="3307200"/>
                <a:ext cx="321550" cy="167900"/>
              </a:xfrm>
              <a:custGeom>
                <a:avLst/>
                <a:gdLst/>
                <a:ahLst/>
                <a:cxnLst/>
                <a:rect l="l" t="t" r="r" b="b"/>
                <a:pathLst>
                  <a:path w="12862" h="6716" extrusionOk="0">
                    <a:moveTo>
                      <a:pt x="5210" y="0"/>
                    </a:moveTo>
                    <a:lnTo>
                      <a:pt x="5210" y="1913"/>
                    </a:lnTo>
                    <a:lnTo>
                      <a:pt x="936" y="3012"/>
                    </a:lnTo>
                    <a:lnTo>
                      <a:pt x="733" y="3094"/>
                    </a:lnTo>
                    <a:lnTo>
                      <a:pt x="529" y="3175"/>
                    </a:lnTo>
                    <a:lnTo>
                      <a:pt x="407" y="3297"/>
                    </a:lnTo>
                    <a:lnTo>
                      <a:pt x="245" y="3419"/>
                    </a:lnTo>
                    <a:lnTo>
                      <a:pt x="163" y="3582"/>
                    </a:lnTo>
                    <a:lnTo>
                      <a:pt x="82" y="3785"/>
                    </a:lnTo>
                    <a:lnTo>
                      <a:pt x="0" y="3989"/>
                    </a:lnTo>
                    <a:lnTo>
                      <a:pt x="0" y="4192"/>
                    </a:lnTo>
                    <a:lnTo>
                      <a:pt x="0" y="6716"/>
                    </a:lnTo>
                    <a:lnTo>
                      <a:pt x="12861" y="6716"/>
                    </a:lnTo>
                    <a:lnTo>
                      <a:pt x="12861" y="4192"/>
                    </a:lnTo>
                    <a:lnTo>
                      <a:pt x="12861" y="3989"/>
                    </a:lnTo>
                    <a:lnTo>
                      <a:pt x="12821" y="3785"/>
                    </a:lnTo>
                    <a:lnTo>
                      <a:pt x="12739" y="3582"/>
                    </a:lnTo>
                    <a:lnTo>
                      <a:pt x="12617" y="3419"/>
                    </a:lnTo>
                    <a:lnTo>
                      <a:pt x="12495" y="3297"/>
                    </a:lnTo>
                    <a:lnTo>
                      <a:pt x="12332" y="3175"/>
                    </a:lnTo>
                    <a:lnTo>
                      <a:pt x="12169" y="3094"/>
                    </a:lnTo>
                    <a:lnTo>
                      <a:pt x="11966" y="3012"/>
                    </a:lnTo>
                    <a:lnTo>
                      <a:pt x="7692" y="1913"/>
                    </a:lnTo>
                    <a:lnTo>
                      <a:pt x="7692" y="0"/>
                    </a:lnTo>
                    <a:close/>
                  </a:path>
                </a:pathLst>
              </a:custGeom>
              <a:solidFill>
                <a:srgbClr val="FFD5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34"/>
              <p:cNvSpPr/>
              <p:nvPr/>
            </p:nvSpPr>
            <p:spPr>
              <a:xfrm>
                <a:off x="949325" y="3307200"/>
                <a:ext cx="62100" cy="30550"/>
              </a:xfrm>
              <a:custGeom>
                <a:avLst/>
                <a:gdLst/>
                <a:ahLst/>
                <a:cxnLst/>
                <a:rect l="l" t="t" r="r" b="b"/>
                <a:pathLst>
                  <a:path w="2484" h="1222" extrusionOk="0">
                    <a:moveTo>
                      <a:pt x="1" y="0"/>
                    </a:moveTo>
                    <a:lnTo>
                      <a:pt x="1" y="896"/>
                    </a:lnTo>
                    <a:lnTo>
                      <a:pt x="286" y="1059"/>
                    </a:lnTo>
                    <a:lnTo>
                      <a:pt x="611" y="1140"/>
                    </a:lnTo>
                    <a:lnTo>
                      <a:pt x="896" y="1181"/>
                    </a:lnTo>
                    <a:lnTo>
                      <a:pt x="1222" y="1221"/>
                    </a:lnTo>
                    <a:lnTo>
                      <a:pt x="1547" y="1181"/>
                    </a:lnTo>
                    <a:lnTo>
                      <a:pt x="1873" y="1140"/>
                    </a:lnTo>
                    <a:lnTo>
                      <a:pt x="2158" y="1059"/>
                    </a:lnTo>
                    <a:lnTo>
                      <a:pt x="2483" y="896"/>
                    </a:lnTo>
                    <a:lnTo>
                      <a:pt x="2483" y="0"/>
                    </a:lnTo>
                    <a:close/>
                  </a:path>
                </a:pathLst>
              </a:custGeom>
              <a:solidFill>
                <a:srgbClr val="000000">
                  <a:alpha val="95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34"/>
              <p:cNvSpPr/>
              <p:nvPr/>
            </p:nvSpPr>
            <p:spPr>
              <a:xfrm>
                <a:off x="819100" y="3356050"/>
                <a:ext cx="160775" cy="119050"/>
              </a:xfrm>
              <a:custGeom>
                <a:avLst/>
                <a:gdLst/>
                <a:ahLst/>
                <a:cxnLst/>
                <a:rect l="l" t="t" r="r" b="b"/>
                <a:pathLst>
                  <a:path w="6431" h="4762" extrusionOk="0">
                    <a:moveTo>
                      <a:pt x="4966" y="0"/>
                    </a:moveTo>
                    <a:lnTo>
                      <a:pt x="936" y="1058"/>
                    </a:lnTo>
                    <a:lnTo>
                      <a:pt x="733" y="1140"/>
                    </a:lnTo>
                    <a:lnTo>
                      <a:pt x="529" y="1221"/>
                    </a:lnTo>
                    <a:lnTo>
                      <a:pt x="407" y="1343"/>
                    </a:lnTo>
                    <a:lnTo>
                      <a:pt x="245" y="1465"/>
                    </a:lnTo>
                    <a:lnTo>
                      <a:pt x="163" y="1628"/>
                    </a:lnTo>
                    <a:lnTo>
                      <a:pt x="82" y="1831"/>
                    </a:lnTo>
                    <a:lnTo>
                      <a:pt x="0" y="2035"/>
                    </a:lnTo>
                    <a:lnTo>
                      <a:pt x="0" y="2238"/>
                    </a:lnTo>
                    <a:lnTo>
                      <a:pt x="0" y="4762"/>
                    </a:lnTo>
                    <a:lnTo>
                      <a:pt x="6431" y="4762"/>
                    </a:lnTo>
                    <a:lnTo>
                      <a:pt x="6431" y="2890"/>
                    </a:lnTo>
                    <a:lnTo>
                      <a:pt x="496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34"/>
              <p:cNvSpPr/>
              <p:nvPr/>
            </p:nvSpPr>
            <p:spPr>
              <a:xfrm>
                <a:off x="979850" y="3356050"/>
                <a:ext cx="160800" cy="119050"/>
              </a:xfrm>
              <a:custGeom>
                <a:avLst/>
                <a:gdLst/>
                <a:ahLst/>
                <a:cxnLst/>
                <a:rect l="l" t="t" r="r" b="b"/>
                <a:pathLst>
                  <a:path w="6432" h="4762" extrusionOk="0">
                    <a:moveTo>
                      <a:pt x="1466" y="0"/>
                    </a:moveTo>
                    <a:lnTo>
                      <a:pt x="1" y="2890"/>
                    </a:lnTo>
                    <a:lnTo>
                      <a:pt x="1" y="4762"/>
                    </a:lnTo>
                    <a:lnTo>
                      <a:pt x="6431" y="4762"/>
                    </a:lnTo>
                    <a:lnTo>
                      <a:pt x="6431" y="2238"/>
                    </a:lnTo>
                    <a:lnTo>
                      <a:pt x="6431" y="2035"/>
                    </a:lnTo>
                    <a:lnTo>
                      <a:pt x="6391" y="1831"/>
                    </a:lnTo>
                    <a:lnTo>
                      <a:pt x="6309" y="1628"/>
                    </a:lnTo>
                    <a:lnTo>
                      <a:pt x="6187" y="1465"/>
                    </a:lnTo>
                    <a:lnTo>
                      <a:pt x="6065" y="1343"/>
                    </a:lnTo>
                    <a:lnTo>
                      <a:pt x="5902" y="1221"/>
                    </a:lnTo>
                    <a:lnTo>
                      <a:pt x="5739" y="1140"/>
                    </a:lnTo>
                    <a:lnTo>
                      <a:pt x="5536" y="1058"/>
                    </a:lnTo>
                    <a:lnTo>
                      <a:pt x="146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34"/>
              <p:cNvSpPr/>
              <p:nvPr/>
            </p:nvSpPr>
            <p:spPr>
              <a:xfrm>
                <a:off x="902525" y="3144400"/>
                <a:ext cx="155700" cy="182150"/>
              </a:xfrm>
              <a:custGeom>
                <a:avLst/>
                <a:gdLst/>
                <a:ahLst/>
                <a:cxnLst/>
                <a:rect l="l" t="t" r="r" b="b"/>
                <a:pathLst>
                  <a:path w="6228" h="7286" extrusionOk="0">
                    <a:moveTo>
                      <a:pt x="1384" y="1"/>
                    </a:moveTo>
                    <a:lnTo>
                      <a:pt x="1059" y="123"/>
                    </a:lnTo>
                    <a:lnTo>
                      <a:pt x="774" y="286"/>
                    </a:lnTo>
                    <a:lnTo>
                      <a:pt x="489" y="489"/>
                    </a:lnTo>
                    <a:lnTo>
                      <a:pt x="286" y="774"/>
                    </a:lnTo>
                    <a:lnTo>
                      <a:pt x="123" y="1059"/>
                    </a:lnTo>
                    <a:lnTo>
                      <a:pt x="1" y="1384"/>
                    </a:lnTo>
                    <a:lnTo>
                      <a:pt x="1" y="1751"/>
                    </a:lnTo>
                    <a:lnTo>
                      <a:pt x="1" y="4274"/>
                    </a:lnTo>
                    <a:lnTo>
                      <a:pt x="1" y="4640"/>
                    </a:lnTo>
                    <a:lnTo>
                      <a:pt x="82" y="5047"/>
                    </a:lnTo>
                    <a:lnTo>
                      <a:pt x="204" y="5373"/>
                    </a:lnTo>
                    <a:lnTo>
                      <a:pt x="367" y="5698"/>
                    </a:lnTo>
                    <a:lnTo>
                      <a:pt x="570" y="6024"/>
                    </a:lnTo>
                    <a:lnTo>
                      <a:pt x="815" y="6309"/>
                    </a:lnTo>
                    <a:lnTo>
                      <a:pt x="1100" y="6553"/>
                    </a:lnTo>
                    <a:lnTo>
                      <a:pt x="1425" y="6797"/>
                    </a:lnTo>
                    <a:lnTo>
                      <a:pt x="1588" y="6919"/>
                    </a:lnTo>
                    <a:lnTo>
                      <a:pt x="1954" y="7082"/>
                    </a:lnTo>
                    <a:lnTo>
                      <a:pt x="2321" y="7204"/>
                    </a:lnTo>
                    <a:lnTo>
                      <a:pt x="2687" y="7286"/>
                    </a:lnTo>
                    <a:lnTo>
                      <a:pt x="3460" y="7286"/>
                    </a:lnTo>
                    <a:lnTo>
                      <a:pt x="3867" y="7204"/>
                    </a:lnTo>
                    <a:lnTo>
                      <a:pt x="4274" y="7082"/>
                    </a:lnTo>
                    <a:lnTo>
                      <a:pt x="4600" y="6919"/>
                    </a:lnTo>
                    <a:lnTo>
                      <a:pt x="4803" y="6797"/>
                    </a:lnTo>
                    <a:lnTo>
                      <a:pt x="5088" y="6553"/>
                    </a:lnTo>
                    <a:lnTo>
                      <a:pt x="5373" y="6309"/>
                    </a:lnTo>
                    <a:lnTo>
                      <a:pt x="5658" y="6024"/>
                    </a:lnTo>
                    <a:lnTo>
                      <a:pt x="5861" y="5698"/>
                    </a:lnTo>
                    <a:lnTo>
                      <a:pt x="5983" y="5373"/>
                    </a:lnTo>
                    <a:lnTo>
                      <a:pt x="6146" y="5047"/>
                    </a:lnTo>
                    <a:lnTo>
                      <a:pt x="6187" y="4640"/>
                    </a:lnTo>
                    <a:lnTo>
                      <a:pt x="6228" y="4274"/>
                    </a:lnTo>
                    <a:lnTo>
                      <a:pt x="6228" y="1751"/>
                    </a:lnTo>
                    <a:lnTo>
                      <a:pt x="6187" y="1384"/>
                    </a:lnTo>
                    <a:lnTo>
                      <a:pt x="6106" y="1059"/>
                    </a:lnTo>
                    <a:lnTo>
                      <a:pt x="5943" y="774"/>
                    </a:lnTo>
                    <a:lnTo>
                      <a:pt x="5699" y="489"/>
                    </a:lnTo>
                    <a:lnTo>
                      <a:pt x="5454" y="286"/>
                    </a:lnTo>
                    <a:lnTo>
                      <a:pt x="5169" y="123"/>
                    </a:lnTo>
                    <a:lnTo>
                      <a:pt x="4844" y="1"/>
                    </a:lnTo>
                    <a:close/>
                  </a:path>
                </a:pathLst>
              </a:custGeom>
              <a:solidFill>
                <a:srgbClr val="FFD5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34"/>
              <p:cNvSpPr/>
              <p:nvPr/>
            </p:nvSpPr>
            <p:spPr>
              <a:xfrm>
                <a:off x="1072450" y="3215625"/>
                <a:ext cx="21400" cy="42750"/>
              </a:xfrm>
              <a:custGeom>
                <a:avLst/>
                <a:gdLst/>
                <a:ahLst/>
                <a:cxnLst/>
                <a:rect l="l" t="t" r="r" b="b"/>
                <a:pathLst>
                  <a:path w="856" h="1710" extrusionOk="0">
                    <a:moveTo>
                      <a:pt x="245" y="1"/>
                    </a:moveTo>
                    <a:lnTo>
                      <a:pt x="163" y="82"/>
                    </a:lnTo>
                    <a:lnTo>
                      <a:pt x="41" y="204"/>
                    </a:lnTo>
                    <a:lnTo>
                      <a:pt x="0" y="326"/>
                    </a:lnTo>
                    <a:lnTo>
                      <a:pt x="0" y="367"/>
                    </a:lnTo>
                    <a:lnTo>
                      <a:pt x="0" y="1629"/>
                    </a:lnTo>
                    <a:lnTo>
                      <a:pt x="0" y="1710"/>
                    </a:lnTo>
                    <a:lnTo>
                      <a:pt x="123" y="1710"/>
                    </a:lnTo>
                    <a:lnTo>
                      <a:pt x="245" y="1629"/>
                    </a:lnTo>
                    <a:lnTo>
                      <a:pt x="367" y="1547"/>
                    </a:lnTo>
                    <a:lnTo>
                      <a:pt x="611" y="1303"/>
                    </a:lnTo>
                    <a:lnTo>
                      <a:pt x="733" y="1059"/>
                    </a:lnTo>
                    <a:lnTo>
                      <a:pt x="814" y="774"/>
                    </a:lnTo>
                    <a:lnTo>
                      <a:pt x="855" y="530"/>
                    </a:lnTo>
                    <a:lnTo>
                      <a:pt x="814" y="326"/>
                    </a:lnTo>
                    <a:lnTo>
                      <a:pt x="733" y="163"/>
                    </a:lnTo>
                    <a:lnTo>
                      <a:pt x="652" y="82"/>
                    </a:lnTo>
                    <a:lnTo>
                      <a:pt x="611" y="41"/>
                    </a:lnTo>
                    <a:lnTo>
                      <a:pt x="448" y="1"/>
                    </a:lnTo>
                    <a:close/>
                  </a:path>
                </a:pathLst>
              </a:custGeom>
              <a:solidFill>
                <a:srgbClr val="FFD5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34"/>
              <p:cNvSpPr/>
              <p:nvPr/>
            </p:nvSpPr>
            <p:spPr>
              <a:xfrm>
                <a:off x="866925" y="3215625"/>
                <a:ext cx="21375" cy="42750"/>
              </a:xfrm>
              <a:custGeom>
                <a:avLst/>
                <a:gdLst/>
                <a:ahLst/>
                <a:cxnLst/>
                <a:rect l="l" t="t" r="r" b="b"/>
                <a:pathLst>
                  <a:path w="855" h="1710" extrusionOk="0">
                    <a:moveTo>
                      <a:pt x="366" y="1"/>
                    </a:moveTo>
                    <a:lnTo>
                      <a:pt x="244" y="41"/>
                    </a:lnTo>
                    <a:lnTo>
                      <a:pt x="163" y="82"/>
                    </a:lnTo>
                    <a:lnTo>
                      <a:pt x="122" y="163"/>
                    </a:lnTo>
                    <a:lnTo>
                      <a:pt x="0" y="326"/>
                    </a:lnTo>
                    <a:lnTo>
                      <a:pt x="0" y="530"/>
                    </a:lnTo>
                    <a:lnTo>
                      <a:pt x="0" y="774"/>
                    </a:lnTo>
                    <a:lnTo>
                      <a:pt x="82" y="1059"/>
                    </a:lnTo>
                    <a:lnTo>
                      <a:pt x="244" y="1303"/>
                    </a:lnTo>
                    <a:lnTo>
                      <a:pt x="448" y="1547"/>
                    </a:lnTo>
                    <a:lnTo>
                      <a:pt x="570" y="1629"/>
                    </a:lnTo>
                    <a:lnTo>
                      <a:pt x="733" y="1710"/>
                    </a:lnTo>
                    <a:lnTo>
                      <a:pt x="855" y="1710"/>
                    </a:lnTo>
                    <a:lnTo>
                      <a:pt x="855" y="1629"/>
                    </a:lnTo>
                    <a:lnTo>
                      <a:pt x="855" y="367"/>
                    </a:lnTo>
                    <a:lnTo>
                      <a:pt x="855" y="326"/>
                    </a:lnTo>
                    <a:lnTo>
                      <a:pt x="773" y="204"/>
                    </a:lnTo>
                    <a:lnTo>
                      <a:pt x="651" y="82"/>
                    </a:lnTo>
                    <a:lnTo>
                      <a:pt x="570" y="1"/>
                    </a:lnTo>
                    <a:close/>
                  </a:path>
                </a:pathLst>
              </a:custGeom>
              <a:solidFill>
                <a:srgbClr val="FFD5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34"/>
              <p:cNvSpPr/>
              <p:nvPr/>
            </p:nvSpPr>
            <p:spPr>
              <a:xfrm>
                <a:off x="1008350" y="3215625"/>
                <a:ext cx="12225" cy="22400"/>
              </a:xfrm>
              <a:custGeom>
                <a:avLst/>
                <a:gdLst/>
                <a:ahLst/>
                <a:cxnLst/>
                <a:rect l="l" t="t" r="r" b="b"/>
                <a:pathLst>
                  <a:path w="489" h="896" extrusionOk="0">
                    <a:moveTo>
                      <a:pt x="163" y="1"/>
                    </a:moveTo>
                    <a:lnTo>
                      <a:pt x="41" y="123"/>
                    </a:lnTo>
                    <a:lnTo>
                      <a:pt x="41" y="285"/>
                    </a:lnTo>
                    <a:lnTo>
                      <a:pt x="0" y="448"/>
                    </a:lnTo>
                    <a:lnTo>
                      <a:pt x="41" y="611"/>
                    </a:lnTo>
                    <a:lnTo>
                      <a:pt x="41" y="774"/>
                    </a:lnTo>
                    <a:lnTo>
                      <a:pt x="163" y="855"/>
                    </a:lnTo>
                    <a:lnTo>
                      <a:pt x="245" y="896"/>
                    </a:lnTo>
                    <a:lnTo>
                      <a:pt x="326" y="855"/>
                    </a:lnTo>
                    <a:lnTo>
                      <a:pt x="448" y="774"/>
                    </a:lnTo>
                    <a:lnTo>
                      <a:pt x="489" y="611"/>
                    </a:lnTo>
                    <a:lnTo>
                      <a:pt x="489" y="448"/>
                    </a:lnTo>
                    <a:lnTo>
                      <a:pt x="489" y="285"/>
                    </a:lnTo>
                    <a:lnTo>
                      <a:pt x="448" y="123"/>
                    </a:lnTo>
                    <a:lnTo>
                      <a:pt x="326" y="1"/>
                    </a:lnTo>
                    <a:close/>
                  </a:path>
                </a:pathLst>
              </a:custGeom>
              <a:solidFill>
                <a:srgbClr val="171719"/>
              </a:solidFill>
              <a:ln w="2025" cap="rnd" cmpd="sng">
                <a:solidFill>
                  <a:srgbClr val="17171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34"/>
              <p:cNvSpPr/>
              <p:nvPr/>
            </p:nvSpPr>
            <p:spPr>
              <a:xfrm>
                <a:off x="939150" y="3215625"/>
                <a:ext cx="13250" cy="22400"/>
              </a:xfrm>
              <a:custGeom>
                <a:avLst/>
                <a:gdLst/>
                <a:ahLst/>
                <a:cxnLst/>
                <a:rect l="l" t="t" r="r" b="b"/>
                <a:pathLst>
                  <a:path w="530" h="896" extrusionOk="0">
                    <a:moveTo>
                      <a:pt x="123" y="1"/>
                    </a:moveTo>
                    <a:lnTo>
                      <a:pt x="82" y="123"/>
                    </a:lnTo>
                    <a:lnTo>
                      <a:pt x="1" y="285"/>
                    </a:lnTo>
                    <a:lnTo>
                      <a:pt x="1" y="448"/>
                    </a:lnTo>
                    <a:lnTo>
                      <a:pt x="1" y="611"/>
                    </a:lnTo>
                    <a:lnTo>
                      <a:pt x="82" y="774"/>
                    </a:lnTo>
                    <a:lnTo>
                      <a:pt x="123" y="855"/>
                    </a:lnTo>
                    <a:lnTo>
                      <a:pt x="286" y="896"/>
                    </a:lnTo>
                    <a:lnTo>
                      <a:pt x="367" y="855"/>
                    </a:lnTo>
                    <a:lnTo>
                      <a:pt x="408" y="774"/>
                    </a:lnTo>
                    <a:lnTo>
                      <a:pt x="489" y="611"/>
                    </a:lnTo>
                    <a:lnTo>
                      <a:pt x="530" y="448"/>
                    </a:lnTo>
                    <a:lnTo>
                      <a:pt x="489" y="285"/>
                    </a:lnTo>
                    <a:lnTo>
                      <a:pt x="408" y="123"/>
                    </a:lnTo>
                    <a:lnTo>
                      <a:pt x="367" y="1"/>
                    </a:lnTo>
                    <a:close/>
                  </a:path>
                </a:pathLst>
              </a:custGeom>
              <a:solidFill>
                <a:srgbClr val="171719"/>
              </a:solidFill>
              <a:ln w="2025" cap="rnd" cmpd="sng">
                <a:solidFill>
                  <a:srgbClr val="17171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34"/>
              <p:cNvSpPr/>
              <p:nvPr/>
            </p:nvSpPr>
            <p:spPr>
              <a:xfrm>
                <a:off x="963575" y="3218675"/>
                <a:ext cx="32575" cy="50900"/>
              </a:xfrm>
              <a:custGeom>
                <a:avLst/>
                <a:gdLst/>
                <a:ahLst/>
                <a:cxnLst/>
                <a:rect l="l" t="t" r="r" b="b"/>
                <a:pathLst>
                  <a:path w="1303" h="2036" extrusionOk="0">
                    <a:moveTo>
                      <a:pt x="652" y="1"/>
                    </a:moveTo>
                    <a:lnTo>
                      <a:pt x="570" y="41"/>
                    </a:lnTo>
                    <a:lnTo>
                      <a:pt x="530" y="82"/>
                    </a:lnTo>
                    <a:lnTo>
                      <a:pt x="448" y="204"/>
                    </a:lnTo>
                    <a:lnTo>
                      <a:pt x="408" y="326"/>
                    </a:lnTo>
                    <a:lnTo>
                      <a:pt x="408" y="652"/>
                    </a:lnTo>
                    <a:lnTo>
                      <a:pt x="367" y="977"/>
                    </a:lnTo>
                    <a:lnTo>
                      <a:pt x="326" y="1140"/>
                    </a:lnTo>
                    <a:lnTo>
                      <a:pt x="286" y="1262"/>
                    </a:lnTo>
                    <a:lnTo>
                      <a:pt x="204" y="1384"/>
                    </a:lnTo>
                    <a:lnTo>
                      <a:pt x="82" y="1507"/>
                    </a:lnTo>
                    <a:lnTo>
                      <a:pt x="82" y="1547"/>
                    </a:lnTo>
                    <a:lnTo>
                      <a:pt x="41" y="1629"/>
                    </a:lnTo>
                    <a:lnTo>
                      <a:pt x="1" y="1710"/>
                    </a:lnTo>
                    <a:lnTo>
                      <a:pt x="41" y="1751"/>
                    </a:lnTo>
                    <a:lnTo>
                      <a:pt x="82" y="1832"/>
                    </a:lnTo>
                    <a:lnTo>
                      <a:pt x="82" y="1873"/>
                    </a:lnTo>
                    <a:lnTo>
                      <a:pt x="245" y="1914"/>
                    </a:lnTo>
                    <a:lnTo>
                      <a:pt x="367" y="1873"/>
                    </a:lnTo>
                    <a:lnTo>
                      <a:pt x="408" y="1954"/>
                    </a:lnTo>
                    <a:lnTo>
                      <a:pt x="530" y="2036"/>
                    </a:lnTo>
                    <a:lnTo>
                      <a:pt x="815" y="2036"/>
                    </a:lnTo>
                    <a:lnTo>
                      <a:pt x="896" y="1954"/>
                    </a:lnTo>
                    <a:lnTo>
                      <a:pt x="977" y="1873"/>
                    </a:lnTo>
                    <a:lnTo>
                      <a:pt x="1100" y="1914"/>
                    </a:lnTo>
                    <a:lnTo>
                      <a:pt x="1181" y="1873"/>
                    </a:lnTo>
                    <a:lnTo>
                      <a:pt x="1262" y="1832"/>
                    </a:lnTo>
                    <a:lnTo>
                      <a:pt x="1303" y="1751"/>
                    </a:lnTo>
                    <a:lnTo>
                      <a:pt x="1303" y="1710"/>
                    </a:lnTo>
                    <a:lnTo>
                      <a:pt x="1303" y="1629"/>
                    </a:lnTo>
                    <a:lnTo>
                      <a:pt x="1262" y="1547"/>
                    </a:lnTo>
                    <a:lnTo>
                      <a:pt x="1222" y="1507"/>
                    </a:lnTo>
                    <a:lnTo>
                      <a:pt x="1100" y="1384"/>
                    </a:lnTo>
                    <a:lnTo>
                      <a:pt x="1018" y="1262"/>
                    </a:lnTo>
                    <a:lnTo>
                      <a:pt x="977" y="1140"/>
                    </a:lnTo>
                    <a:lnTo>
                      <a:pt x="977" y="977"/>
                    </a:lnTo>
                    <a:lnTo>
                      <a:pt x="937" y="652"/>
                    </a:lnTo>
                    <a:lnTo>
                      <a:pt x="855" y="326"/>
                    </a:lnTo>
                    <a:lnTo>
                      <a:pt x="855" y="204"/>
                    </a:lnTo>
                    <a:lnTo>
                      <a:pt x="815" y="82"/>
                    </a:lnTo>
                    <a:lnTo>
                      <a:pt x="733" y="41"/>
                    </a:lnTo>
                    <a:lnTo>
                      <a:pt x="652" y="1"/>
                    </a:lnTo>
                    <a:close/>
                  </a:path>
                </a:pathLst>
              </a:custGeom>
              <a:solidFill>
                <a:srgbClr val="000000">
                  <a:alpha val="95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34"/>
              <p:cNvSpPr/>
              <p:nvPr/>
            </p:nvSpPr>
            <p:spPr>
              <a:xfrm>
                <a:off x="953400" y="3279725"/>
                <a:ext cx="53950" cy="27500"/>
              </a:xfrm>
              <a:custGeom>
                <a:avLst/>
                <a:gdLst/>
                <a:ahLst/>
                <a:cxnLst/>
                <a:rect l="l" t="t" r="r" b="b"/>
                <a:pathLst>
                  <a:path w="2158" h="1100" extrusionOk="0">
                    <a:moveTo>
                      <a:pt x="41" y="1"/>
                    </a:moveTo>
                    <a:lnTo>
                      <a:pt x="1" y="41"/>
                    </a:lnTo>
                    <a:lnTo>
                      <a:pt x="1" y="123"/>
                    </a:lnTo>
                    <a:lnTo>
                      <a:pt x="1" y="285"/>
                    </a:lnTo>
                    <a:lnTo>
                      <a:pt x="82" y="489"/>
                    </a:lnTo>
                    <a:lnTo>
                      <a:pt x="163" y="652"/>
                    </a:lnTo>
                    <a:lnTo>
                      <a:pt x="326" y="815"/>
                    </a:lnTo>
                    <a:lnTo>
                      <a:pt x="489" y="896"/>
                    </a:lnTo>
                    <a:lnTo>
                      <a:pt x="652" y="1018"/>
                    </a:lnTo>
                    <a:lnTo>
                      <a:pt x="855" y="1059"/>
                    </a:lnTo>
                    <a:lnTo>
                      <a:pt x="1059" y="1099"/>
                    </a:lnTo>
                    <a:lnTo>
                      <a:pt x="1262" y="1059"/>
                    </a:lnTo>
                    <a:lnTo>
                      <a:pt x="1466" y="1018"/>
                    </a:lnTo>
                    <a:lnTo>
                      <a:pt x="1629" y="896"/>
                    </a:lnTo>
                    <a:lnTo>
                      <a:pt x="1791" y="815"/>
                    </a:lnTo>
                    <a:lnTo>
                      <a:pt x="1913" y="652"/>
                    </a:lnTo>
                    <a:lnTo>
                      <a:pt x="2076" y="489"/>
                    </a:lnTo>
                    <a:lnTo>
                      <a:pt x="2117" y="285"/>
                    </a:lnTo>
                    <a:lnTo>
                      <a:pt x="2158" y="123"/>
                    </a:lnTo>
                    <a:lnTo>
                      <a:pt x="2117" y="41"/>
                    </a:lnTo>
                    <a:lnTo>
                      <a:pt x="2076" y="1"/>
                    </a:lnTo>
                    <a:close/>
                  </a:path>
                </a:pathLst>
              </a:custGeom>
              <a:solidFill>
                <a:srgbClr val="1D1D1B"/>
              </a:solidFill>
              <a:ln w="2025" cap="rnd" cmpd="sng">
                <a:solidFill>
                  <a:srgbClr val="1D1D1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34"/>
              <p:cNvSpPr/>
              <p:nvPr/>
            </p:nvSpPr>
            <p:spPr>
              <a:xfrm>
                <a:off x="965625" y="3290925"/>
                <a:ext cx="29525" cy="16300"/>
              </a:xfrm>
              <a:custGeom>
                <a:avLst/>
                <a:gdLst/>
                <a:ahLst/>
                <a:cxnLst/>
                <a:rect l="l" t="t" r="r" b="b"/>
                <a:pathLst>
                  <a:path w="1181" h="652" extrusionOk="0">
                    <a:moveTo>
                      <a:pt x="570" y="0"/>
                    </a:moveTo>
                    <a:lnTo>
                      <a:pt x="366" y="41"/>
                    </a:lnTo>
                    <a:lnTo>
                      <a:pt x="204" y="122"/>
                    </a:lnTo>
                    <a:lnTo>
                      <a:pt x="41" y="285"/>
                    </a:lnTo>
                    <a:lnTo>
                      <a:pt x="0" y="448"/>
                    </a:lnTo>
                    <a:lnTo>
                      <a:pt x="122" y="529"/>
                    </a:lnTo>
                    <a:lnTo>
                      <a:pt x="244" y="611"/>
                    </a:lnTo>
                    <a:lnTo>
                      <a:pt x="407" y="611"/>
                    </a:lnTo>
                    <a:lnTo>
                      <a:pt x="570" y="651"/>
                    </a:lnTo>
                    <a:lnTo>
                      <a:pt x="733" y="611"/>
                    </a:lnTo>
                    <a:lnTo>
                      <a:pt x="895" y="611"/>
                    </a:lnTo>
                    <a:lnTo>
                      <a:pt x="1058" y="529"/>
                    </a:lnTo>
                    <a:lnTo>
                      <a:pt x="1180" y="448"/>
                    </a:lnTo>
                    <a:lnTo>
                      <a:pt x="1099" y="285"/>
                    </a:lnTo>
                    <a:lnTo>
                      <a:pt x="936" y="122"/>
                    </a:lnTo>
                    <a:lnTo>
                      <a:pt x="773" y="41"/>
                    </a:lnTo>
                    <a:lnTo>
                      <a:pt x="570" y="0"/>
                    </a:lnTo>
                    <a:close/>
                  </a:path>
                </a:pathLst>
              </a:custGeom>
              <a:solidFill>
                <a:srgbClr val="F27089"/>
              </a:solidFill>
              <a:ln w="2025" cap="rnd" cmpd="sng">
                <a:solidFill>
                  <a:srgbClr val="F2708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34"/>
              <p:cNvSpPr/>
              <p:nvPr/>
            </p:nvSpPr>
            <p:spPr>
              <a:xfrm>
                <a:off x="865900" y="3118975"/>
                <a:ext cx="228950" cy="106850"/>
              </a:xfrm>
              <a:custGeom>
                <a:avLst/>
                <a:gdLst/>
                <a:ahLst/>
                <a:cxnLst/>
                <a:rect l="l" t="t" r="r" b="b"/>
                <a:pathLst>
                  <a:path w="9158" h="4274" extrusionOk="0">
                    <a:moveTo>
                      <a:pt x="3745" y="0"/>
                    </a:moveTo>
                    <a:lnTo>
                      <a:pt x="3541" y="41"/>
                    </a:lnTo>
                    <a:lnTo>
                      <a:pt x="3338" y="82"/>
                    </a:lnTo>
                    <a:lnTo>
                      <a:pt x="3216" y="163"/>
                    </a:lnTo>
                    <a:lnTo>
                      <a:pt x="3053" y="285"/>
                    </a:lnTo>
                    <a:lnTo>
                      <a:pt x="2931" y="407"/>
                    </a:lnTo>
                    <a:lnTo>
                      <a:pt x="2849" y="570"/>
                    </a:lnTo>
                    <a:lnTo>
                      <a:pt x="2768" y="773"/>
                    </a:lnTo>
                    <a:lnTo>
                      <a:pt x="2727" y="977"/>
                    </a:lnTo>
                    <a:lnTo>
                      <a:pt x="2605" y="855"/>
                    </a:lnTo>
                    <a:lnTo>
                      <a:pt x="2442" y="814"/>
                    </a:lnTo>
                    <a:lnTo>
                      <a:pt x="2280" y="773"/>
                    </a:lnTo>
                    <a:lnTo>
                      <a:pt x="2117" y="733"/>
                    </a:lnTo>
                    <a:lnTo>
                      <a:pt x="1954" y="773"/>
                    </a:lnTo>
                    <a:lnTo>
                      <a:pt x="1751" y="855"/>
                    </a:lnTo>
                    <a:lnTo>
                      <a:pt x="1588" y="936"/>
                    </a:lnTo>
                    <a:lnTo>
                      <a:pt x="1425" y="1018"/>
                    </a:lnTo>
                    <a:lnTo>
                      <a:pt x="1303" y="1180"/>
                    </a:lnTo>
                    <a:lnTo>
                      <a:pt x="1181" y="1343"/>
                    </a:lnTo>
                    <a:lnTo>
                      <a:pt x="1140" y="1547"/>
                    </a:lnTo>
                    <a:lnTo>
                      <a:pt x="1140" y="1791"/>
                    </a:lnTo>
                    <a:lnTo>
                      <a:pt x="1140" y="1994"/>
                    </a:lnTo>
                    <a:lnTo>
                      <a:pt x="1221" y="2198"/>
                    </a:lnTo>
                    <a:lnTo>
                      <a:pt x="814" y="2198"/>
                    </a:lnTo>
                    <a:lnTo>
                      <a:pt x="611" y="2279"/>
                    </a:lnTo>
                    <a:lnTo>
                      <a:pt x="448" y="2361"/>
                    </a:lnTo>
                    <a:lnTo>
                      <a:pt x="285" y="2483"/>
                    </a:lnTo>
                    <a:lnTo>
                      <a:pt x="163" y="2646"/>
                    </a:lnTo>
                    <a:lnTo>
                      <a:pt x="41" y="2808"/>
                    </a:lnTo>
                    <a:lnTo>
                      <a:pt x="0" y="3012"/>
                    </a:lnTo>
                    <a:lnTo>
                      <a:pt x="0" y="3215"/>
                    </a:lnTo>
                    <a:lnTo>
                      <a:pt x="0" y="3419"/>
                    </a:lnTo>
                    <a:lnTo>
                      <a:pt x="41" y="3622"/>
                    </a:lnTo>
                    <a:lnTo>
                      <a:pt x="163" y="3826"/>
                    </a:lnTo>
                    <a:lnTo>
                      <a:pt x="285" y="3948"/>
                    </a:lnTo>
                    <a:lnTo>
                      <a:pt x="448" y="4070"/>
                    </a:lnTo>
                    <a:lnTo>
                      <a:pt x="611" y="4192"/>
                    </a:lnTo>
                    <a:lnTo>
                      <a:pt x="814" y="4233"/>
                    </a:lnTo>
                    <a:lnTo>
                      <a:pt x="1018" y="4274"/>
                    </a:lnTo>
                    <a:lnTo>
                      <a:pt x="1221" y="4233"/>
                    </a:lnTo>
                    <a:lnTo>
                      <a:pt x="1425" y="4192"/>
                    </a:lnTo>
                    <a:lnTo>
                      <a:pt x="1628" y="4070"/>
                    </a:lnTo>
                    <a:lnTo>
                      <a:pt x="1751" y="3948"/>
                    </a:lnTo>
                    <a:lnTo>
                      <a:pt x="1873" y="3826"/>
                    </a:lnTo>
                    <a:lnTo>
                      <a:pt x="1954" y="3622"/>
                    </a:lnTo>
                    <a:lnTo>
                      <a:pt x="2035" y="3419"/>
                    </a:lnTo>
                    <a:lnTo>
                      <a:pt x="2076" y="3215"/>
                    </a:lnTo>
                    <a:lnTo>
                      <a:pt x="2035" y="2971"/>
                    </a:lnTo>
                    <a:lnTo>
                      <a:pt x="1954" y="2768"/>
                    </a:lnTo>
                    <a:lnTo>
                      <a:pt x="2320" y="2768"/>
                    </a:lnTo>
                    <a:lnTo>
                      <a:pt x="2524" y="2727"/>
                    </a:lnTo>
                    <a:lnTo>
                      <a:pt x="2687" y="2605"/>
                    </a:lnTo>
                    <a:lnTo>
                      <a:pt x="2849" y="2483"/>
                    </a:lnTo>
                    <a:lnTo>
                      <a:pt x="2972" y="2361"/>
                    </a:lnTo>
                    <a:lnTo>
                      <a:pt x="3053" y="2157"/>
                    </a:lnTo>
                    <a:lnTo>
                      <a:pt x="3134" y="1994"/>
                    </a:lnTo>
                    <a:lnTo>
                      <a:pt x="3134" y="1791"/>
                    </a:lnTo>
                    <a:lnTo>
                      <a:pt x="3256" y="1872"/>
                    </a:lnTo>
                    <a:lnTo>
                      <a:pt x="3419" y="1954"/>
                    </a:lnTo>
                    <a:lnTo>
                      <a:pt x="3582" y="1954"/>
                    </a:lnTo>
                    <a:lnTo>
                      <a:pt x="3745" y="1994"/>
                    </a:lnTo>
                    <a:lnTo>
                      <a:pt x="3989" y="1954"/>
                    </a:lnTo>
                    <a:lnTo>
                      <a:pt x="4193" y="1872"/>
                    </a:lnTo>
                    <a:lnTo>
                      <a:pt x="4396" y="1750"/>
                    </a:lnTo>
                    <a:lnTo>
                      <a:pt x="4559" y="1547"/>
                    </a:lnTo>
                    <a:lnTo>
                      <a:pt x="4722" y="1750"/>
                    </a:lnTo>
                    <a:lnTo>
                      <a:pt x="4925" y="1872"/>
                    </a:lnTo>
                    <a:lnTo>
                      <a:pt x="5129" y="1954"/>
                    </a:lnTo>
                    <a:lnTo>
                      <a:pt x="5413" y="1994"/>
                    </a:lnTo>
                    <a:lnTo>
                      <a:pt x="5576" y="1954"/>
                    </a:lnTo>
                    <a:lnTo>
                      <a:pt x="5739" y="1954"/>
                    </a:lnTo>
                    <a:lnTo>
                      <a:pt x="5861" y="1872"/>
                    </a:lnTo>
                    <a:lnTo>
                      <a:pt x="5983" y="1791"/>
                    </a:lnTo>
                    <a:lnTo>
                      <a:pt x="6024" y="1994"/>
                    </a:lnTo>
                    <a:lnTo>
                      <a:pt x="6065" y="2157"/>
                    </a:lnTo>
                    <a:lnTo>
                      <a:pt x="6187" y="2361"/>
                    </a:lnTo>
                    <a:lnTo>
                      <a:pt x="6309" y="2483"/>
                    </a:lnTo>
                    <a:lnTo>
                      <a:pt x="6431" y="2605"/>
                    </a:lnTo>
                    <a:lnTo>
                      <a:pt x="6594" y="2727"/>
                    </a:lnTo>
                    <a:lnTo>
                      <a:pt x="6797" y="2768"/>
                    </a:lnTo>
                    <a:lnTo>
                      <a:pt x="7164" y="2768"/>
                    </a:lnTo>
                    <a:lnTo>
                      <a:pt x="7123" y="2971"/>
                    </a:lnTo>
                    <a:lnTo>
                      <a:pt x="7082" y="3215"/>
                    </a:lnTo>
                    <a:lnTo>
                      <a:pt x="7082" y="3419"/>
                    </a:lnTo>
                    <a:lnTo>
                      <a:pt x="7164" y="3622"/>
                    </a:lnTo>
                    <a:lnTo>
                      <a:pt x="7245" y="3826"/>
                    </a:lnTo>
                    <a:lnTo>
                      <a:pt x="7367" y="3948"/>
                    </a:lnTo>
                    <a:lnTo>
                      <a:pt x="7530" y="4070"/>
                    </a:lnTo>
                    <a:lnTo>
                      <a:pt x="7693" y="4192"/>
                    </a:lnTo>
                    <a:lnTo>
                      <a:pt x="7896" y="4233"/>
                    </a:lnTo>
                    <a:lnTo>
                      <a:pt x="8100" y="4274"/>
                    </a:lnTo>
                    <a:lnTo>
                      <a:pt x="8303" y="4233"/>
                    </a:lnTo>
                    <a:lnTo>
                      <a:pt x="8507" y="4192"/>
                    </a:lnTo>
                    <a:lnTo>
                      <a:pt x="8710" y="4070"/>
                    </a:lnTo>
                    <a:lnTo>
                      <a:pt x="8873" y="3948"/>
                    </a:lnTo>
                    <a:lnTo>
                      <a:pt x="8995" y="3826"/>
                    </a:lnTo>
                    <a:lnTo>
                      <a:pt x="9076" y="3622"/>
                    </a:lnTo>
                    <a:lnTo>
                      <a:pt x="9117" y="3419"/>
                    </a:lnTo>
                    <a:lnTo>
                      <a:pt x="9158" y="3215"/>
                    </a:lnTo>
                    <a:lnTo>
                      <a:pt x="9117" y="3012"/>
                    </a:lnTo>
                    <a:lnTo>
                      <a:pt x="9076" y="2808"/>
                    </a:lnTo>
                    <a:lnTo>
                      <a:pt x="8995" y="2646"/>
                    </a:lnTo>
                    <a:lnTo>
                      <a:pt x="8873" y="2483"/>
                    </a:lnTo>
                    <a:lnTo>
                      <a:pt x="8710" y="2361"/>
                    </a:lnTo>
                    <a:lnTo>
                      <a:pt x="8507" y="2279"/>
                    </a:lnTo>
                    <a:lnTo>
                      <a:pt x="8303" y="2198"/>
                    </a:lnTo>
                    <a:lnTo>
                      <a:pt x="7937" y="2198"/>
                    </a:lnTo>
                    <a:lnTo>
                      <a:pt x="7978" y="1994"/>
                    </a:lnTo>
                    <a:lnTo>
                      <a:pt x="8018" y="1791"/>
                    </a:lnTo>
                    <a:lnTo>
                      <a:pt x="7978" y="1547"/>
                    </a:lnTo>
                    <a:lnTo>
                      <a:pt x="7937" y="1343"/>
                    </a:lnTo>
                    <a:lnTo>
                      <a:pt x="7815" y="1180"/>
                    </a:lnTo>
                    <a:lnTo>
                      <a:pt x="7733" y="1018"/>
                    </a:lnTo>
                    <a:lnTo>
                      <a:pt x="7571" y="936"/>
                    </a:lnTo>
                    <a:lnTo>
                      <a:pt x="7408" y="855"/>
                    </a:lnTo>
                    <a:lnTo>
                      <a:pt x="7204" y="773"/>
                    </a:lnTo>
                    <a:lnTo>
                      <a:pt x="7001" y="733"/>
                    </a:lnTo>
                    <a:lnTo>
                      <a:pt x="6838" y="773"/>
                    </a:lnTo>
                    <a:lnTo>
                      <a:pt x="6675" y="814"/>
                    </a:lnTo>
                    <a:lnTo>
                      <a:pt x="6512" y="855"/>
                    </a:lnTo>
                    <a:lnTo>
                      <a:pt x="6350" y="977"/>
                    </a:lnTo>
                    <a:lnTo>
                      <a:pt x="6350" y="773"/>
                    </a:lnTo>
                    <a:lnTo>
                      <a:pt x="6309" y="570"/>
                    </a:lnTo>
                    <a:lnTo>
                      <a:pt x="6187" y="407"/>
                    </a:lnTo>
                    <a:lnTo>
                      <a:pt x="6065" y="285"/>
                    </a:lnTo>
                    <a:lnTo>
                      <a:pt x="5943" y="163"/>
                    </a:lnTo>
                    <a:lnTo>
                      <a:pt x="5739" y="82"/>
                    </a:lnTo>
                    <a:lnTo>
                      <a:pt x="5576" y="41"/>
                    </a:lnTo>
                    <a:lnTo>
                      <a:pt x="5413" y="0"/>
                    </a:lnTo>
                    <a:lnTo>
                      <a:pt x="5129" y="41"/>
                    </a:lnTo>
                    <a:lnTo>
                      <a:pt x="4925" y="122"/>
                    </a:lnTo>
                    <a:lnTo>
                      <a:pt x="4722" y="244"/>
                    </a:lnTo>
                    <a:lnTo>
                      <a:pt x="4559" y="407"/>
                    </a:lnTo>
                    <a:lnTo>
                      <a:pt x="4396" y="244"/>
                    </a:lnTo>
                    <a:lnTo>
                      <a:pt x="4193" y="122"/>
                    </a:lnTo>
                    <a:lnTo>
                      <a:pt x="3989" y="41"/>
                    </a:lnTo>
                    <a:lnTo>
                      <a:pt x="3745" y="0"/>
                    </a:ln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34"/>
              <p:cNvSpPr/>
              <p:nvPr/>
            </p:nvSpPr>
            <p:spPr>
              <a:xfrm>
                <a:off x="979850" y="3355025"/>
                <a:ext cx="48875" cy="73275"/>
              </a:xfrm>
              <a:custGeom>
                <a:avLst/>
                <a:gdLst/>
                <a:ahLst/>
                <a:cxnLst/>
                <a:rect l="l" t="t" r="r" b="b"/>
                <a:pathLst>
                  <a:path w="1955" h="2931" extrusionOk="0">
                    <a:moveTo>
                      <a:pt x="1262" y="0"/>
                    </a:moveTo>
                    <a:lnTo>
                      <a:pt x="1" y="2931"/>
                    </a:lnTo>
                    <a:lnTo>
                      <a:pt x="774" y="2157"/>
                    </a:lnTo>
                    <a:lnTo>
                      <a:pt x="1629" y="2483"/>
                    </a:lnTo>
                    <a:lnTo>
                      <a:pt x="1954" y="163"/>
                    </a:lnTo>
                    <a:lnTo>
                      <a:pt x="126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34"/>
              <p:cNvSpPr/>
              <p:nvPr/>
            </p:nvSpPr>
            <p:spPr>
              <a:xfrm>
                <a:off x="931025" y="3355025"/>
                <a:ext cx="48850" cy="73275"/>
              </a:xfrm>
              <a:custGeom>
                <a:avLst/>
                <a:gdLst/>
                <a:ahLst/>
                <a:cxnLst/>
                <a:rect l="l" t="t" r="r" b="b"/>
                <a:pathLst>
                  <a:path w="1954" h="2931" extrusionOk="0">
                    <a:moveTo>
                      <a:pt x="733" y="0"/>
                    </a:moveTo>
                    <a:lnTo>
                      <a:pt x="0" y="163"/>
                    </a:lnTo>
                    <a:lnTo>
                      <a:pt x="326" y="2483"/>
                    </a:lnTo>
                    <a:lnTo>
                      <a:pt x="1181" y="2157"/>
                    </a:lnTo>
                    <a:lnTo>
                      <a:pt x="1954" y="2931"/>
                    </a:lnTo>
                    <a:lnTo>
                      <a:pt x="73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34"/>
              <p:cNvSpPr/>
              <p:nvPr/>
            </p:nvSpPr>
            <p:spPr>
              <a:xfrm>
                <a:off x="959500" y="3436425"/>
                <a:ext cx="12250" cy="12225"/>
              </a:xfrm>
              <a:custGeom>
                <a:avLst/>
                <a:gdLst/>
                <a:ahLst/>
                <a:cxnLst/>
                <a:rect l="l" t="t" r="r" b="b"/>
                <a:pathLst>
                  <a:path w="490" h="489" extrusionOk="0">
                    <a:moveTo>
                      <a:pt x="164" y="0"/>
                    </a:moveTo>
                    <a:lnTo>
                      <a:pt x="82" y="82"/>
                    </a:lnTo>
                    <a:lnTo>
                      <a:pt x="42" y="163"/>
                    </a:lnTo>
                    <a:lnTo>
                      <a:pt x="1" y="244"/>
                    </a:lnTo>
                    <a:lnTo>
                      <a:pt x="42" y="326"/>
                    </a:lnTo>
                    <a:lnTo>
                      <a:pt x="82" y="407"/>
                    </a:lnTo>
                    <a:lnTo>
                      <a:pt x="164" y="448"/>
                    </a:lnTo>
                    <a:lnTo>
                      <a:pt x="245" y="489"/>
                    </a:lnTo>
                    <a:lnTo>
                      <a:pt x="326" y="448"/>
                    </a:lnTo>
                    <a:lnTo>
                      <a:pt x="408" y="407"/>
                    </a:lnTo>
                    <a:lnTo>
                      <a:pt x="449" y="326"/>
                    </a:lnTo>
                    <a:lnTo>
                      <a:pt x="489" y="244"/>
                    </a:lnTo>
                    <a:lnTo>
                      <a:pt x="449" y="163"/>
                    </a:lnTo>
                    <a:lnTo>
                      <a:pt x="408" y="82"/>
                    </a:lnTo>
                    <a:lnTo>
                      <a:pt x="32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34"/>
              <p:cNvSpPr/>
              <p:nvPr/>
            </p:nvSpPr>
            <p:spPr>
              <a:xfrm>
                <a:off x="959500" y="3455750"/>
                <a:ext cx="12250" cy="11225"/>
              </a:xfrm>
              <a:custGeom>
                <a:avLst/>
                <a:gdLst/>
                <a:ahLst/>
                <a:cxnLst/>
                <a:rect l="l" t="t" r="r" b="b"/>
                <a:pathLst>
                  <a:path w="490" h="449" extrusionOk="0">
                    <a:moveTo>
                      <a:pt x="164" y="1"/>
                    </a:moveTo>
                    <a:lnTo>
                      <a:pt x="82" y="41"/>
                    </a:lnTo>
                    <a:lnTo>
                      <a:pt x="42" y="123"/>
                    </a:lnTo>
                    <a:lnTo>
                      <a:pt x="1" y="204"/>
                    </a:lnTo>
                    <a:lnTo>
                      <a:pt x="42" y="326"/>
                    </a:lnTo>
                    <a:lnTo>
                      <a:pt x="82" y="367"/>
                    </a:lnTo>
                    <a:lnTo>
                      <a:pt x="164" y="408"/>
                    </a:lnTo>
                    <a:lnTo>
                      <a:pt x="245" y="448"/>
                    </a:lnTo>
                    <a:lnTo>
                      <a:pt x="326" y="408"/>
                    </a:lnTo>
                    <a:lnTo>
                      <a:pt x="408" y="367"/>
                    </a:lnTo>
                    <a:lnTo>
                      <a:pt x="449" y="326"/>
                    </a:lnTo>
                    <a:lnTo>
                      <a:pt x="489" y="204"/>
                    </a:lnTo>
                    <a:lnTo>
                      <a:pt x="449" y="123"/>
                    </a:lnTo>
                    <a:lnTo>
                      <a:pt x="408" y="41"/>
                    </a:lnTo>
                    <a:lnTo>
                      <a:pt x="32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97" name="Google Shape;597;p34"/>
          <p:cNvGrpSpPr/>
          <p:nvPr/>
        </p:nvGrpSpPr>
        <p:grpSpPr>
          <a:xfrm>
            <a:off x="1079754" y="1363617"/>
            <a:ext cx="550479" cy="642026"/>
            <a:chOff x="2387710" y="1441879"/>
            <a:chExt cx="854316" cy="1065138"/>
          </a:xfrm>
        </p:grpSpPr>
        <p:sp>
          <p:nvSpPr>
            <p:cNvPr id="598" name="Google Shape;598;p34"/>
            <p:cNvSpPr/>
            <p:nvPr/>
          </p:nvSpPr>
          <p:spPr>
            <a:xfrm>
              <a:off x="2387752" y="1443217"/>
              <a:ext cx="854249" cy="1062482"/>
            </a:xfrm>
            <a:custGeom>
              <a:avLst/>
              <a:gdLst/>
              <a:ahLst/>
              <a:cxnLst/>
              <a:rect l="l" t="t" r="r" b="b"/>
              <a:pathLst>
                <a:path w="12861" h="15996" extrusionOk="0">
                  <a:moveTo>
                    <a:pt x="5169" y="9768"/>
                  </a:moveTo>
                  <a:lnTo>
                    <a:pt x="5169" y="10094"/>
                  </a:lnTo>
                  <a:lnTo>
                    <a:pt x="5047" y="9931"/>
                  </a:lnTo>
                  <a:lnTo>
                    <a:pt x="5169" y="9768"/>
                  </a:lnTo>
                  <a:close/>
                  <a:moveTo>
                    <a:pt x="4355" y="0"/>
                  </a:moveTo>
                  <a:lnTo>
                    <a:pt x="4070" y="41"/>
                  </a:lnTo>
                  <a:lnTo>
                    <a:pt x="3744" y="82"/>
                  </a:lnTo>
                  <a:lnTo>
                    <a:pt x="3459" y="163"/>
                  </a:lnTo>
                  <a:lnTo>
                    <a:pt x="3215" y="245"/>
                  </a:lnTo>
                  <a:lnTo>
                    <a:pt x="2971" y="367"/>
                  </a:lnTo>
                  <a:lnTo>
                    <a:pt x="2808" y="529"/>
                  </a:lnTo>
                  <a:lnTo>
                    <a:pt x="2645" y="733"/>
                  </a:lnTo>
                  <a:lnTo>
                    <a:pt x="2483" y="977"/>
                  </a:lnTo>
                  <a:lnTo>
                    <a:pt x="2320" y="1221"/>
                  </a:lnTo>
                  <a:lnTo>
                    <a:pt x="2238" y="1466"/>
                  </a:lnTo>
                  <a:lnTo>
                    <a:pt x="2157" y="1791"/>
                  </a:lnTo>
                  <a:lnTo>
                    <a:pt x="2076" y="2117"/>
                  </a:lnTo>
                  <a:lnTo>
                    <a:pt x="2035" y="2402"/>
                  </a:lnTo>
                  <a:lnTo>
                    <a:pt x="1994" y="2727"/>
                  </a:lnTo>
                  <a:lnTo>
                    <a:pt x="1994" y="3500"/>
                  </a:lnTo>
                  <a:lnTo>
                    <a:pt x="2076" y="4314"/>
                  </a:lnTo>
                  <a:lnTo>
                    <a:pt x="2116" y="4640"/>
                  </a:lnTo>
                  <a:lnTo>
                    <a:pt x="2076" y="4640"/>
                  </a:lnTo>
                  <a:lnTo>
                    <a:pt x="1994" y="4721"/>
                  </a:lnTo>
                  <a:lnTo>
                    <a:pt x="1913" y="4925"/>
                  </a:lnTo>
                  <a:lnTo>
                    <a:pt x="1872" y="5088"/>
                  </a:lnTo>
                  <a:lnTo>
                    <a:pt x="1913" y="5373"/>
                  </a:lnTo>
                  <a:lnTo>
                    <a:pt x="1994" y="5617"/>
                  </a:lnTo>
                  <a:lnTo>
                    <a:pt x="2157" y="5902"/>
                  </a:lnTo>
                  <a:lnTo>
                    <a:pt x="2320" y="6105"/>
                  </a:lnTo>
                  <a:lnTo>
                    <a:pt x="2361" y="6146"/>
                  </a:lnTo>
                  <a:lnTo>
                    <a:pt x="2483" y="6553"/>
                  </a:lnTo>
                  <a:lnTo>
                    <a:pt x="2686" y="7001"/>
                  </a:lnTo>
                  <a:lnTo>
                    <a:pt x="2930" y="7489"/>
                  </a:lnTo>
                  <a:lnTo>
                    <a:pt x="3256" y="7855"/>
                  </a:lnTo>
                  <a:lnTo>
                    <a:pt x="3582" y="8222"/>
                  </a:lnTo>
                  <a:lnTo>
                    <a:pt x="3704" y="8303"/>
                  </a:lnTo>
                  <a:lnTo>
                    <a:pt x="3582" y="8425"/>
                  </a:lnTo>
                  <a:lnTo>
                    <a:pt x="3459" y="8588"/>
                  </a:lnTo>
                  <a:lnTo>
                    <a:pt x="3378" y="8791"/>
                  </a:lnTo>
                  <a:lnTo>
                    <a:pt x="3337" y="8995"/>
                  </a:lnTo>
                  <a:lnTo>
                    <a:pt x="3297" y="9198"/>
                  </a:lnTo>
                  <a:lnTo>
                    <a:pt x="3297" y="9402"/>
                  </a:lnTo>
                  <a:lnTo>
                    <a:pt x="3378" y="9605"/>
                  </a:lnTo>
                  <a:lnTo>
                    <a:pt x="3419" y="9768"/>
                  </a:lnTo>
                  <a:lnTo>
                    <a:pt x="3541" y="9931"/>
                  </a:lnTo>
                  <a:lnTo>
                    <a:pt x="3419" y="10094"/>
                  </a:lnTo>
                  <a:lnTo>
                    <a:pt x="3378" y="10256"/>
                  </a:lnTo>
                  <a:lnTo>
                    <a:pt x="3297" y="10460"/>
                  </a:lnTo>
                  <a:lnTo>
                    <a:pt x="3297" y="10623"/>
                  </a:lnTo>
                  <a:lnTo>
                    <a:pt x="1913" y="10989"/>
                  </a:lnTo>
                  <a:lnTo>
                    <a:pt x="895" y="11274"/>
                  </a:lnTo>
                  <a:lnTo>
                    <a:pt x="733" y="11315"/>
                  </a:lnTo>
                  <a:lnTo>
                    <a:pt x="529" y="11437"/>
                  </a:lnTo>
                  <a:lnTo>
                    <a:pt x="407" y="11559"/>
                  </a:lnTo>
                  <a:lnTo>
                    <a:pt x="244" y="11681"/>
                  </a:lnTo>
                  <a:lnTo>
                    <a:pt x="122" y="11844"/>
                  </a:lnTo>
                  <a:lnTo>
                    <a:pt x="81" y="12047"/>
                  </a:lnTo>
                  <a:lnTo>
                    <a:pt x="0" y="12210"/>
                  </a:lnTo>
                  <a:lnTo>
                    <a:pt x="0" y="12414"/>
                  </a:lnTo>
                  <a:lnTo>
                    <a:pt x="0" y="14937"/>
                  </a:lnTo>
                  <a:lnTo>
                    <a:pt x="3297" y="14937"/>
                  </a:lnTo>
                  <a:lnTo>
                    <a:pt x="3337" y="15140"/>
                  </a:lnTo>
                  <a:lnTo>
                    <a:pt x="3378" y="15385"/>
                  </a:lnTo>
                  <a:lnTo>
                    <a:pt x="3459" y="15547"/>
                  </a:lnTo>
                  <a:lnTo>
                    <a:pt x="3582" y="15669"/>
                  </a:lnTo>
                  <a:lnTo>
                    <a:pt x="3744" y="15832"/>
                  </a:lnTo>
                  <a:lnTo>
                    <a:pt x="3907" y="15954"/>
                  </a:lnTo>
                  <a:lnTo>
                    <a:pt x="4070" y="15995"/>
                  </a:lnTo>
                  <a:lnTo>
                    <a:pt x="4518" y="15995"/>
                  </a:lnTo>
                  <a:lnTo>
                    <a:pt x="4680" y="15954"/>
                  </a:lnTo>
                  <a:lnTo>
                    <a:pt x="4843" y="15832"/>
                  </a:lnTo>
                  <a:lnTo>
                    <a:pt x="5006" y="15669"/>
                  </a:lnTo>
                  <a:lnTo>
                    <a:pt x="5128" y="15547"/>
                  </a:lnTo>
                  <a:lnTo>
                    <a:pt x="5210" y="15385"/>
                  </a:lnTo>
                  <a:lnTo>
                    <a:pt x="5291" y="15140"/>
                  </a:lnTo>
                  <a:lnTo>
                    <a:pt x="5291" y="14937"/>
                  </a:lnTo>
                  <a:lnTo>
                    <a:pt x="7367" y="14937"/>
                  </a:lnTo>
                  <a:lnTo>
                    <a:pt x="7407" y="15140"/>
                  </a:lnTo>
                  <a:lnTo>
                    <a:pt x="7489" y="15385"/>
                  </a:lnTo>
                  <a:lnTo>
                    <a:pt x="7570" y="15547"/>
                  </a:lnTo>
                  <a:lnTo>
                    <a:pt x="7692" y="15669"/>
                  </a:lnTo>
                  <a:lnTo>
                    <a:pt x="7855" y="15832"/>
                  </a:lnTo>
                  <a:lnTo>
                    <a:pt x="8018" y="15954"/>
                  </a:lnTo>
                  <a:lnTo>
                    <a:pt x="8181" y="15995"/>
                  </a:lnTo>
                  <a:lnTo>
                    <a:pt x="8588" y="15995"/>
                  </a:lnTo>
                  <a:lnTo>
                    <a:pt x="8791" y="15954"/>
                  </a:lnTo>
                  <a:lnTo>
                    <a:pt x="8954" y="15832"/>
                  </a:lnTo>
                  <a:lnTo>
                    <a:pt x="9117" y="15669"/>
                  </a:lnTo>
                  <a:lnTo>
                    <a:pt x="9239" y="15547"/>
                  </a:lnTo>
                  <a:lnTo>
                    <a:pt x="9279" y="15385"/>
                  </a:lnTo>
                  <a:lnTo>
                    <a:pt x="9361" y="15140"/>
                  </a:lnTo>
                  <a:lnTo>
                    <a:pt x="9402" y="14937"/>
                  </a:lnTo>
                  <a:lnTo>
                    <a:pt x="12861" y="14937"/>
                  </a:lnTo>
                  <a:lnTo>
                    <a:pt x="12861" y="12414"/>
                  </a:lnTo>
                  <a:lnTo>
                    <a:pt x="12861" y="12210"/>
                  </a:lnTo>
                  <a:lnTo>
                    <a:pt x="12780" y="12047"/>
                  </a:lnTo>
                  <a:lnTo>
                    <a:pt x="12739" y="11844"/>
                  </a:lnTo>
                  <a:lnTo>
                    <a:pt x="12576" y="11681"/>
                  </a:lnTo>
                  <a:lnTo>
                    <a:pt x="12454" y="11559"/>
                  </a:lnTo>
                  <a:lnTo>
                    <a:pt x="12291" y="11437"/>
                  </a:lnTo>
                  <a:lnTo>
                    <a:pt x="12128" y="11315"/>
                  </a:lnTo>
                  <a:lnTo>
                    <a:pt x="11966" y="11274"/>
                  </a:lnTo>
                  <a:lnTo>
                    <a:pt x="9402" y="10582"/>
                  </a:lnTo>
                  <a:lnTo>
                    <a:pt x="9361" y="10460"/>
                  </a:lnTo>
                  <a:lnTo>
                    <a:pt x="9320" y="10256"/>
                  </a:lnTo>
                  <a:lnTo>
                    <a:pt x="9239" y="10094"/>
                  </a:lnTo>
                  <a:lnTo>
                    <a:pt x="9117" y="9931"/>
                  </a:lnTo>
                  <a:lnTo>
                    <a:pt x="9239" y="9768"/>
                  </a:lnTo>
                  <a:lnTo>
                    <a:pt x="9320" y="9605"/>
                  </a:lnTo>
                  <a:lnTo>
                    <a:pt x="9361" y="9402"/>
                  </a:lnTo>
                  <a:lnTo>
                    <a:pt x="9402" y="9198"/>
                  </a:lnTo>
                  <a:lnTo>
                    <a:pt x="9361" y="8995"/>
                  </a:lnTo>
                  <a:lnTo>
                    <a:pt x="9279" y="8791"/>
                  </a:lnTo>
                  <a:lnTo>
                    <a:pt x="9239" y="8588"/>
                  </a:lnTo>
                  <a:lnTo>
                    <a:pt x="9117" y="8425"/>
                  </a:lnTo>
                  <a:lnTo>
                    <a:pt x="9117" y="8344"/>
                  </a:lnTo>
                  <a:lnTo>
                    <a:pt x="9279" y="8222"/>
                  </a:lnTo>
                  <a:lnTo>
                    <a:pt x="9605" y="7855"/>
                  </a:lnTo>
                  <a:lnTo>
                    <a:pt x="9931" y="7489"/>
                  </a:lnTo>
                  <a:lnTo>
                    <a:pt x="10216" y="7001"/>
                  </a:lnTo>
                  <a:lnTo>
                    <a:pt x="10378" y="6553"/>
                  </a:lnTo>
                  <a:lnTo>
                    <a:pt x="10541" y="6105"/>
                  </a:lnTo>
                  <a:lnTo>
                    <a:pt x="10541" y="6064"/>
                  </a:lnTo>
                  <a:lnTo>
                    <a:pt x="10704" y="5902"/>
                  </a:lnTo>
                  <a:lnTo>
                    <a:pt x="10867" y="5617"/>
                  </a:lnTo>
                  <a:lnTo>
                    <a:pt x="10948" y="5373"/>
                  </a:lnTo>
                  <a:lnTo>
                    <a:pt x="10989" y="5088"/>
                  </a:lnTo>
                  <a:lnTo>
                    <a:pt x="10948" y="4925"/>
                  </a:lnTo>
                  <a:lnTo>
                    <a:pt x="10867" y="4721"/>
                  </a:lnTo>
                  <a:lnTo>
                    <a:pt x="10785" y="4640"/>
                  </a:lnTo>
                  <a:lnTo>
                    <a:pt x="10745" y="4640"/>
                  </a:lnTo>
                  <a:lnTo>
                    <a:pt x="10826" y="4314"/>
                  </a:lnTo>
                  <a:lnTo>
                    <a:pt x="10867" y="3500"/>
                  </a:lnTo>
                  <a:lnTo>
                    <a:pt x="10867" y="2727"/>
                  </a:lnTo>
                  <a:lnTo>
                    <a:pt x="10867" y="2402"/>
                  </a:lnTo>
                  <a:lnTo>
                    <a:pt x="10826" y="2117"/>
                  </a:lnTo>
                  <a:lnTo>
                    <a:pt x="10745" y="1791"/>
                  </a:lnTo>
                  <a:lnTo>
                    <a:pt x="10663" y="1466"/>
                  </a:lnTo>
                  <a:lnTo>
                    <a:pt x="10541" y="1221"/>
                  </a:lnTo>
                  <a:lnTo>
                    <a:pt x="10419" y="977"/>
                  </a:lnTo>
                  <a:lnTo>
                    <a:pt x="10256" y="733"/>
                  </a:lnTo>
                  <a:lnTo>
                    <a:pt x="10093" y="529"/>
                  </a:lnTo>
                  <a:lnTo>
                    <a:pt x="9890" y="367"/>
                  </a:lnTo>
                  <a:lnTo>
                    <a:pt x="9686" y="245"/>
                  </a:lnTo>
                  <a:lnTo>
                    <a:pt x="9442" y="163"/>
                  </a:lnTo>
                  <a:lnTo>
                    <a:pt x="9117" y="82"/>
                  </a:lnTo>
                  <a:lnTo>
                    <a:pt x="8832" y="41"/>
                  </a:lnTo>
                  <a:lnTo>
                    <a:pt x="8547" y="0"/>
                  </a:lnTo>
                  <a:lnTo>
                    <a:pt x="7936" y="0"/>
                  </a:lnTo>
                  <a:lnTo>
                    <a:pt x="7367" y="41"/>
                  </a:lnTo>
                  <a:lnTo>
                    <a:pt x="6878" y="82"/>
                  </a:lnTo>
                  <a:lnTo>
                    <a:pt x="6430" y="204"/>
                  </a:lnTo>
                  <a:lnTo>
                    <a:pt x="5983" y="82"/>
                  </a:lnTo>
                  <a:lnTo>
                    <a:pt x="5535" y="41"/>
                  </a:lnTo>
                  <a:lnTo>
                    <a:pt x="4965" y="0"/>
                  </a:lnTo>
                  <a:close/>
                </a:path>
              </a:pathLst>
            </a:custGeom>
            <a:solidFill>
              <a:schemeClr val="accent4"/>
            </a:solidFill>
            <a:ln w="76200" cap="flat" cmpd="sng">
              <a:solidFill>
                <a:schemeClr val="accent4"/>
              </a:solidFill>
              <a:prstDash val="solid"/>
              <a:round/>
              <a:headEnd type="none" w="sm" len="sm"/>
              <a:tailEnd type="none" w="sm" len="sm"/>
            </a:ln>
            <a:effectLst>
              <a:outerShdw blurRad="57150" algn="bl" rotWithShape="0">
                <a:schemeClr val="dk1">
                  <a:alpha val="2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99" name="Google Shape;599;p34"/>
            <p:cNvGrpSpPr/>
            <p:nvPr/>
          </p:nvGrpSpPr>
          <p:grpSpPr>
            <a:xfrm>
              <a:off x="2387710" y="1441879"/>
              <a:ext cx="854316" cy="1065138"/>
              <a:chOff x="270675" y="3087425"/>
              <a:chExt cx="321550" cy="400900"/>
            </a:xfrm>
          </p:grpSpPr>
          <p:sp>
            <p:nvSpPr>
              <p:cNvPr id="600" name="Google Shape;600;p34"/>
              <p:cNvSpPr/>
              <p:nvPr/>
            </p:nvSpPr>
            <p:spPr>
              <a:xfrm>
                <a:off x="321550" y="3087425"/>
                <a:ext cx="221825" cy="246250"/>
              </a:xfrm>
              <a:custGeom>
                <a:avLst/>
                <a:gdLst/>
                <a:ahLst/>
                <a:cxnLst/>
                <a:rect l="l" t="t" r="r" b="b"/>
                <a:pathLst>
                  <a:path w="8873" h="9850" extrusionOk="0">
                    <a:moveTo>
                      <a:pt x="2320" y="0"/>
                    </a:moveTo>
                    <a:lnTo>
                      <a:pt x="2035" y="41"/>
                    </a:lnTo>
                    <a:lnTo>
                      <a:pt x="1750" y="82"/>
                    </a:lnTo>
                    <a:lnTo>
                      <a:pt x="1425" y="163"/>
                    </a:lnTo>
                    <a:lnTo>
                      <a:pt x="1181" y="245"/>
                    </a:lnTo>
                    <a:lnTo>
                      <a:pt x="936" y="367"/>
                    </a:lnTo>
                    <a:lnTo>
                      <a:pt x="774" y="530"/>
                    </a:lnTo>
                    <a:lnTo>
                      <a:pt x="611" y="733"/>
                    </a:lnTo>
                    <a:lnTo>
                      <a:pt x="448" y="977"/>
                    </a:lnTo>
                    <a:lnTo>
                      <a:pt x="326" y="1221"/>
                    </a:lnTo>
                    <a:lnTo>
                      <a:pt x="204" y="1466"/>
                    </a:lnTo>
                    <a:lnTo>
                      <a:pt x="122" y="1791"/>
                    </a:lnTo>
                    <a:lnTo>
                      <a:pt x="41" y="2117"/>
                    </a:lnTo>
                    <a:lnTo>
                      <a:pt x="0" y="2442"/>
                    </a:lnTo>
                    <a:lnTo>
                      <a:pt x="0" y="2727"/>
                    </a:lnTo>
                    <a:lnTo>
                      <a:pt x="0" y="3501"/>
                    </a:lnTo>
                    <a:lnTo>
                      <a:pt x="41" y="4315"/>
                    </a:lnTo>
                    <a:lnTo>
                      <a:pt x="163" y="5169"/>
                    </a:lnTo>
                    <a:lnTo>
                      <a:pt x="326" y="6105"/>
                    </a:lnTo>
                    <a:lnTo>
                      <a:pt x="489" y="6553"/>
                    </a:lnTo>
                    <a:lnTo>
                      <a:pt x="652" y="7001"/>
                    </a:lnTo>
                    <a:lnTo>
                      <a:pt x="936" y="7489"/>
                    </a:lnTo>
                    <a:lnTo>
                      <a:pt x="1221" y="7855"/>
                    </a:lnTo>
                    <a:lnTo>
                      <a:pt x="1588" y="8222"/>
                    </a:lnTo>
                    <a:lnTo>
                      <a:pt x="1954" y="8547"/>
                    </a:lnTo>
                    <a:lnTo>
                      <a:pt x="2361" y="8832"/>
                    </a:lnTo>
                    <a:lnTo>
                      <a:pt x="2849" y="9076"/>
                    </a:lnTo>
                    <a:lnTo>
                      <a:pt x="4437" y="9850"/>
                    </a:lnTo>
                    <a:lnTo>
                      <a:pt x="6024" y="9076"/>
                    </a:lnTo>
                    <a:lnTo>
                      <a:pt x="6472" y="8832"/>
                    </a:lnTo>
                    <a:lnTo>
                      <a:pt x="6838" y="8547"/>
                    </a:lnTo>
                    <a:lnTo>
                      <a:pt x="7286" y="8222"/>
                    </a:lnTo>
                    <a:lnTo>
                      <a:pt x="7611" y="7855"/>
                    </a:lnTo>
                    <a:lnTo>
                      <a:pt x="7896" y="7489"/>
                    </a:lnTo>
                    <a:lnTo>
                      <a:pt x="8181" y="7001"/>
                    </a:lnTo>
                    <a:lnTo>
                      <a:pt x="8384" y="6553"/>
                    </a:lnTo>
                    <a:lnTo>
                      <a:pt x="8507" y="6105"/>
                    </a:lnTo>
                    <a:lnTo>
                      <a:pt x="8669" y="5169"/>
                    </a:lnTo>
                    <a:lnTo>
                      <a:pt x="8791" y="4315"/>
                    </a:lnTo>
                    <a:lnTo>
                      <a:pt x="8873" y="3501"/>
                    </a:lnTo>
                    <a:lnTo>
                      <a:pt x="8873" y="2727"/>
                    </a:lnTo>
                    <a:lnTo>
                      <a:pt x="8832" y="2442"/>
                    </a:lnTo>
                    <a:lnTo>
                      <a:pt x="8791" y="2117"/>
                    </a:lnTo>
                    <a:lnTo>
                      <a:pt x="8710" y="1791"/>
                    </a:lnTo>
                    <a:lnTo>
                      <a:pt x="8629" y="1466"/>
                    </a:lnTo>
                    <a:lnTo>
                      <a:pt x="8547" y="1221"/>
                    </a:lnTo>
                    <a:lnTo>
                      <a:pt x="8384" y="977"/>
                    </a:lnTo>
                    <a:lnTo>
                      <a:pt x="8222" y="733"/>
                    </a:lnTo>
                    <a:lnTo>
                      <a:pt x="8059" y="530"/>
                    </a:lnTo>
                    <a:lnTo>
                      <a:pt x="7896" y="367"/>
                    </a:lnTo>
                    <a:lnTo>
                      <a:pt x="7652" y="245"/>
                    </a:lnTo>
                    <a:lnTo>
                      <a:pt x="7408" y="163"/>
                    </a:lnTo>
                    <a:lnTo>
                      <a:pt x="7123" y="82"/>
                    </a:lnTo>
                    <a:lnTo>
                      <a:pt x="6797" y="41"/>
                    </a:lnTo>
                    <a:lnTo>
                      <a:pt x="6512" y="0"/>
                    </a:lnTo>
                    <a:lnTo>
                      <a:pt x="5902" y="0"/>
                    </a:lnTo>
                    <a:lnTo>
                      <a:pt x="5332" y="41"/>
                    </a:lnTo>
                    <a:lnTo>
                      <a:pt x="4884" y="82"/>
                    </a:lnTo>
                    <a:lnTo>
                      <a:pt x="4437" y="204"/>
                    </a:lnTo>
                    <a:lnTo>
                      <a:pt x="3948" y="82"/>
                    </a:lnTo>
                    <a:lnTo>
                      <a:pt x="3500" y="41"/>
                    </a:lnTo>
                    <a:lnTo>
                      <a:pt x="2931" y="0"/>
                    </a:lnTo>
                    <a:close/>
                  </a:path>
                </a:pathLst>
              </a:custGeom>
              <a:solidFill>
                <a:srgbClr val="F2A7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34"/>
              <p:cNvSpPr/>
              <p:nvPr/>
            </p:nvSpPr>
            <p:spPr>
              <a:xfrm>
                <a:off x="270675" y="3293975"/>
                <a:ext cx="321550" cy="166900"/>
              </a:xfrm>
              <a:custGeom>
                <a:avLst/>
                <a:gdLst/>
                <a:ahLst/>
                <a:cxnLst/>
                <a:rect l="l" t="t" r="r" b="b"/>
                <a:pathLst>
                  <a:path w="12862" h="6676" extrusionOk="0">
                    <a:moveTo>
                      <a:pt x="5210" y="0"/>
                    </a:moveTo>
                    <a:lnTo>
                      <a:pt x="5210" y="1913"/>
                    </a:lnTo>
                    <a:lnTo>
                      <a:pt x="936" y="3012"/>
                    </a:lnTo>
                    <a:lnTo>
                      <a:pt x="733" y="3053"/>
                    </a:lnTo>
                    <a:lnTo>
                      <a:pt x="529" y="3175"/>
                    </a:lnTo>
                    <a:lnTo>
                      <a:pt x="407" y="3297"/>
                    </a:lnTo>
                    <a:lnTo>
                      <a:pt x="245" y="3419"/>
                    </a:lnTo>
                    <a:lnTo>
                      <a:pt x="163" y="3582"/>
                    </a:lnTo>
                    <a:lnTo>
                      <a:pt x="82" y="3785"/>
                    </a:lnTo>
                    <a:lnTo>
                      <a:pt x="0" y="3948"/>
                    </a:lnTo>
                    <a:lnTo>
                      <a:pt x="0" y="4152"/>
                    </a:lnTo>
                    <a:lnTo>
                      <a:pt x="0" y="6675"/>
                    </a:lnTo>
                    <a:lnTo>
                      <a:pt x="12861" y="6675"/>
                    </a:lnTo>
                    <a:lnTo>
                      <a:pt x="12861" y="4152"/>
                    </a:lnTo>
                    <a:lnTo>
                      <a:pt x="12861" y="3948"/>
                    </a:lnTo>
                    <a:lnTo>
                      <a:pt x="12780" y="3785"/>
                    </a:lnTo>
                    <a:lnTo>
                      <a:pt x="12739" y="3582"/>
                    </a:lnTo>
                    <a:lnTo>
                      <a:pt x="12617" y="3419"/>
                    </a:lnTo>
                    <a:lnTo>
                      <a:pt x="12454" y="3297"/>
                    </a:lnTo>
                    <a:lnTo>
                      <a:pt x="12332" y="3175"/>
                    </a:lnTo>
                    <a:lnTo>
                      <a:pt x="12169" y="3053"/>
                    </a:lnTo>
                    <a:lnTo>
                      <a:pt x="11966" y="3012"/>
                    </a:lnTo>
                    <a:lnTo>
                      <a:pt x="7693" y="1913"/>
                    </a:lnTo>
                    <a:lnTo>
                      <a:pt x="7693" y="0"/>
                    </a:lnTo>
                    <a:close/>
                  </a:path>
                </a:pathLst>
              </a:custGeom>
              <a:solidFill>
                <a:srgbClr val="FFD5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34"/>
              <p:cNvSpPr/>
              <p:nvPr/>
            </p:nvSpPr>
            <p:spPr>
              <a:xfrm>
                <a:off x="302225" y="3351975"/>
                <a:ext cx="262525" cy="108900"/>
              </a:xfrm>
              <a:custGeom>
                <a:avLst/>
                <a:gdLst/>
                <a:ahLst/>
                <a:cxnLst/>
                <a:rect l="l" t="t" r="r" b="b"/>
                <a:pathLst>
                  <a:path w="10501" h="4356" extrusionOk="0">
                    <a:moveTo>
                      <a:pt x="2239" y="0"/>
                    </a:moveTo>
                    <a:lnTo>
                      <a:pt x="651" y="407"/>
                    </a:lnTo>
                    <a:lnTo>
                      <a:pt x="692" y="855"/>
                    </a:lnTo>
                    <a:lnTo>
                      <a:pt x="692" y="1221"/>
                    </a:lnTo>
                    <a:lnTo>
                      <a:pt x="611" y="1954"/>
                    </a:lnTo>
                    <a:lnTo>
                      <a:pt x="529" y="2646"/>
                    </a:lnTo>
                    <a:lnTo>
                      <a:pt x="407" y="3215"/>
                    </a:lnTo>
                    <a:lnTo>
                      <a:pt x="285" y="3704"/>
                    </a:lnTo>
                    <a:lnTo>
                      <a:pt x="163" y="4070"/>
                    </a:lnTo>
                    <a:lnTo>
                      <a:pt x="0" y="4355"/>
                    </a:lnTo>
                    <a:lnTo>
                      <a:pt x="10500" y="4355"/>
                    </a:lnTo>
                    <a:lnTo>
                      <a:pt x="10256" y="4314"/>
                    </a:lnTo>
                    <a:lnTo>
                      <a:pt x="9483" y="4111"/>
                    </a:lnTo>
                    <a:lnTo>
                      <a:pt x="8384" y="3785"/>
                    </a:lnTo>
                    <a:lnTo>
                      <a:pt x="7733" y="3541"/>
                    </a:lnTo>
                    <a:lnTo>
                      <a:pt x="7082" y="3297"/>
                    </a:lnTo>
                    <a:lnTo>
                      <a:pt x="6349" y="3012"/>
                    </a:lnTo>
                    <a:lnTo>
                      <a:pt x="5657" y="2686"/>
                    </a:lnTo>
                    <a:lnTo>
                      <a:pt x="4965" y="2320"/>
                    </a:lnTo>
                    <a:lnTo>
                      <a:pt x="4314" y="1954"/>
                    </a:lnTo>
                    <a:lnTo>
                      <a:pt x="3704" y="1506"/>
                    </a:lnTo>
                    <a:lnTo>
                      <a:pt x="3134" y="1018"/>
                    </a:lnTo>
                    <a:lnTo>
                      <a:pt x="2849" y="814"/>
                    </a:lnTo>
                    <a:lnTo>
                      <a:pt x="2646" y="529"/>
                    </a:lnTo>
                    <a:lnTo>
                      <a:pt x="2442" y="285"/>
                    </a:lnTo>
                    <a:lnTo>
                      <a:pt x="22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34"/>
              <p:cNvSpPr/>
              <p:nvPr/>
            </p:nvSpPr>
            <p:spPr>
              <a:xfrm>
                <a:off x="400900" y="3295000"/>
                <a:ext cx="62100" cy="28500"/>
              </a:xfrm>
              <a:custGeom>
                <a:avLst/>
                <a:gdLst/>
                <a:ahLst/>
                <a:cxnLst/>
                <a:rect l="l" t="t" r="r" b="b"/>
                <a:pathLst>
                  <a:path w="2484" h="1140" extrusionOk="0">
                    <a:moveTo>
                      <a:pt x="1" y="0"/>
                    </a:moveTo>
                    <a:lnTo>
                      <a:pt x="1" y="855"/>
                    </a:lnTo>
                    <a:lnTo>
                      <a:pt x="286" y="977"/>
                    </a:lnTo>
                    <a:lnTo>
                      <a:pt x="611" y="1099"/>
                    </a:lnTo>
                    <a:lnTo>
                      <a:pt x="896" y="1099"/>
                    </a:lnTo>
                    <a:lnTo>
                      <a:pt x="1222" y="1140"/>
                    </a:lnTo>
                    <a:lnTo>
                      <a:pt x="1547" y="1099"/>
                    </a:lnTo>
                    <a:lnTo>
                      <a:pt x="1873" y="1099"/>
                    </a:lnTo>
                    <a:lnTo>
                      <a:pt x="2199" y="977"/>
                    </a:lnTo>
                    <a:lnTo>
                      <a:pt x="2484" y="855"/>
                    </a:lnTo>
                    <a:lnTo>
                      <a:pt x="2484" y="0"/>
                    </a:lnTo>
                    <a:close/>
                  </a:path>
                </a:pathLst>
              </a:custGeom>
              <a:solidFill>
                <a:srgbClr val="000000">
                  <a:alpha val="95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34"/>
              <p:cNvSpPr/>
              <p:nvPr/>
            </p:nvSpPr>
            <p:spPr>
              <a:xfrm>
                <a:off x="462975" y="3285825"/>
                <a:ext cx="35650" cy="175050"/>
              </a:xfrm>
              <a:custGeom>
                <a:avLst/>
                <a:gdLst/>
                <a:ahLst/>
                <a:cxnLst/>
                <a:rect l="l" t="t" r="r" b="b"/>
                <a:pathLst>
                  <a:path w="1426" h="7002" extrusionOk="0">
                    <a:moveTo>
                      <a:pt x="1425" y="1"/>
                    </a:moveTo>
                    <a:lnTo>
                      <a:pt x="1" y="1303"/>
                    </a:lnTo>
                    <a:lnTo>
                      <a:pt x="1" y="7001"/>
                    </a:lnTo>
                    <a:lnTo>
                      <a:pt x="1425" y="7001"/>
                    </a:lnTo>
                    <a:lnTo>
                      <a:pt x="1425" y="1"/>
                    </a:lnTo>
                    <a:close/>
                  </a:path>
                </a:pathLst>
              </a:custGeom>
              <a:solidFill>
                <a:srgbClr val="F2A7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34"/>
              <p:cNvSpPr/>
              <p:nvPr/>
            </p:nvSpPr>
            <p:spPr>
              <a:xfrm>
                <a:off x="455850" y="3290925"/>
                <a:ext cx="49875" cy="197400"/>
              </a:xfrm>
              <a:custGeom>
                <a:avLst/>
                <a:gdLst/>
                <a:ahLst/>
                <a:cxnLst/>
                <a:rect l="l" t="t" r="r" b="b"/>
                <a:pathLst>
                  <a:path w="1995" h="7896" extrusionOk="0">
                    <a:moveTo>
                      <a:pt x="815" y="0"/>
                    </a:moveTo>
                    <a:lnTo>
                      <a:pt x="611" y="82"/>
                    </a:lnTo>
                    <a:lnTo>
                      <a:pt x="448" y="163"/>
                    </a:lnTo>
                    <a:lnTo>
                      <a:pt x="286" y="285"/>
                    </a:lnTo>
                    <a:lnTo>
                      <a:pt x="163" y="448"/>
                    </a:lnTo>
                    <a:lnTo>
                      <a:pt x="82" y="651"/>
                    </a:lnTo>
                    <a:lnTo>
                      <a:pt x="1" y="855"/>
                    </a:lnTo>
                    <a:lnTo>
                      <a:pt x="1" y="1099"/>
                    </a:lnTo>
                    <a:lnTo>
                      <a:pt x="1" y="1262"/>
                    </a:lnTo>
                    <a:lnTo>
                      <a:pt x="41" y="1465"/>
                    </a:lnTo>
                    <a:lnTo>
                      <a:pt x="163" y="1628"/>
                    </a:lnTo>
                    <a:lnTo>
                      <a:pt x="245" y="1791"/>
                    </a:lnTo>
                    <a:lnTo>
                      <a:pt x="163" y="1954"/>
                    </a:lnTo>
                    <a:lnTo>
                      <a:pt x="41" y="2117"/>
                    </a:lnTo>
                    <a:lnTo>
                      <a:pt x="1" y="2320"/>
                    </a:lnTo>
                    <a:lnTo>
                      <a:pt x="1" y="2524"/>
                    </a:lnTo>
                    <a:lnTo>
                      <a:pt x="1" y="2686"/>
                    </a:lnTo>
                    <a:lnTo>
                      <a:pt x="41" y="2890"/>
                    </a:lnTo>
                    <a:lnTo>
                      <a:pt x="163" y="3093"/>
                    </a:lnTo>
                    <a:lnTo>
                      <a:pt x="245" y="3216"/>
                    </a:lnTo>
                    <a:lnTo>
                      <a:pt x="163" y="3378"/>
                    </a:lnTo>
                    <a:lnTo>
                      <a:pt x="41" y="3541"/>
                    </a:lnTo>
                    <a:lnTo>
                      <a:pt x="1" y="3745"/>
                    </a:lnTo>
                    <a:lnTo>
                      <a:pt x="1" y="3948"/>
                    </a:lnTo>
                    <a:lnTo>
                      <a:pt x="1" y="4152"/>
                    </a:lnTo>
                    <a:lnTo>
                      <a:pt x="41" y="4314"/>
                    </a:lnTo>
                    <a:lnTo>
                      <a:pt x="163" y="4518"/>
                    </a:lnTo>
                    <a:lnTo>
                      <a:pt x="245" y="4640"/>
                    </a:lnTo>
                    <a:lnTo>
                      <a:pt x="163" y="4803"/>
                    </a:lnTo>
                    <a:lnTo>
                      <a:pt x="41" y="5006"/>
                    </a:lnTo>
                    <a:lnTo>
                      <a:pt x="1" y="5169"/>
                    </a:lnTo>
                    <a:lnTo>
                      <a:pt x="1" y="5373"/>
                    </a:lnTo>
                    <a:lnTo>
                      <a:pt x="1" y="5576"/>
                    </a:lnTo>
                    <a:lnTo>
                      <a:pt x="41" y="5739"/>
                    </a:lnTo>
                    <a:lnTo>
                      <a:pt x="163" y="5942"/>
                    </a:lnTo>
                    <a:lnTo>
                      <a:pt x="245" y="6105"/>
                    </a:lnTo>
                    <a:lnTo>
                      <a:pt x="163" y="6227"/>
                    </a:lnTo>
                    <a:lnTo>
                      <a:pt x="41" y="6431"/>
                    </a:lnTo>
                    <a:lnTo>
                      <a:pt x="1" y="6594"/>
                    </a:lnTo>
                    <a:lnTo>
                      <a:pt x="1" y="6797"/>
                    </a:lnTo>
                    <a:lnTo>
                      <a:pt x="1" y="7001"/>
                    </a:lnTo>
                    <a:lnTo>
                      <a:pt x="82" y="7245"/>
                    </a:lnTo>
                    <a:lnTo>
                      <a:pt x="163" y="7408"/>
                    </a:lnTo>
                    <a:lnTo>
                      <a:pt x="286" y="7570"/>
                    </a:lnTo>
                    <a:lnTo>
                      <a:pt x="448" y="7733"/>
                    </a:lnTo>
                    <a:lnTo>
                      <a:pt x="611" y="7814"/>
                    </a:lnTo>
                    <a:lnTo>
                      <a:pt x="815" y="7896"/>
                    </a:lnTo>
                    <a:lnTo>
                      <a:pt x="1181" y="7896"/>
                    </a:lnTo>
                    <a:lnTo>
                      <a:pt x="1384" y="7814"/>
                    </a:lnTo>
                    <a:lnTo>
                      <a:pt x="1547" y="7733"/>
                    </a:lnTo>
                    <a:lnTo>
                      <a:pt x="1710" y="7570"/>
                    </a:lnTo>
                    <a:lnTo>
                      <a:pt x="1832" y="7408"/>
                    </a:lnTo>
                    <a:lnTo>
                      <a:pt x="1914" y="7245"/>
                    </a:lnTo>
                    <a:lnTo>
                      <a:pt x="1954" y="7001"/>
                    </a:lnTo>
                    <a:lnTo>
                      <a:pt x="1995" y="6797"/>
                    </a:lnTo>
                    <a:lnTo>
                      <a:pt x="1954" y="6594"/>
                    </a:lnTo>
                    <a:lnTo>
                      <a:pt x="1914" y="6431"/>
                    </a:lnTo>
                    <a:lnTo>
                      <a:pt x="1832" y="6227"/>
                    </a:lnTo>
                    <a:lnTo>
                      <a:pt x="1751" y="6105"/>
                    </a:lnTo>
                    <a:lnTo>
                      <a:pt x="1832" y="5942"/>
                    </a:lnTo>
                    <a:lnTo>
                      <a:pt x="1914" y="5739"/>
                    </a:lnTo>
                    <a:lnTo>
                      <a:pt x="1954" y="5576"/>
                    </a:lnTo>
                    <a:lnTo>
                      <a:pt x="1995" y="5373"/>
                    </a:lnTo>
                    <a:lnTo>
                      <a:pt x="1954" y="5169"/>
                    </a:lnTo>
                    <a:lnTo>
                      <a:pt x="1914" y="5006"/>
                    </a:lnTo>
                    <a:lnTo>
                      <a:pt x="1832" y="4803"/>
                    </a:lnTo>
                    <a:lnTo>
                      <a:pt x="1751" y="4640"/>
                    </a:lnTo>
                    <a:lnTo>
                      <a:pt x="1832" y="4518"/>
                    </a:lnTo>
                    <a:lnTo>
                      <a:pt x="1914" y="4314"/>
                    </a:lnTo>
                    <a:lnTo>
                      <a:pt x="1954" y="4152"/>
                    </a:lnTo>
                    <a:lnTo>
                      <a:pt x="1995" y="3948"/>
                    </a:lnTo>
                    <a:lnTo>
                      <a:pt x="1954" y="3745"/>
                    </a:lnTo>
                    <a:lnTo>
                      <a:pt x="1914" y="3541"/>
                    </a:lnTo>
                    <a:lnTo>
                      <a:pt x="1832" y="3378"/>
                    </a:lnTo>
                    <a:lnTo>
                      <a:pt x="1751" y="3216"/>
                    </a:lnTo>
                    <a:lnTo>
                      <a:pt x="1832" y="3093"/>
                    </a:lnTo>
                    <a:lnTo>
                      <a:pt x="1914" y="2890"/>
                    </a:lnTo>
                    <a:lnTo>
                      <a:pt x="1954" y="2686"/>
                    </a:lnTo>
                    <a:lnTo>
                      <a:pt x="1995" y="2524"/>
                    </a:lnTo>
                    <a:lnTo>
                      <a:pt x="1954" y="2320"/>
                    </a:lnTo>
                    <a:lnTo>
                      <a:pt x="1914" y="2117"/>
                    </a:lnTo>
                    <a:lnTo>
                      <a:pt x="1832" y="1954"/>
                    </a:lnTo>
                    <a:lnTo>
                      <a:pt x="1751" y="1791"/>
                    </a:lnTo>
                    <a:lnTo>
                      <a:pt x="1832" y="1628"/>
                    </a:lnTo>
                    <a:lnTo>
                      <a:pt x="1914" y="1465"/>
                    </a:lnTo>
                    <a:lnTo>
                      <a:pt x="1954" y="1262"/>
                    </a:lnTo>
                    <a:lnTo>
                      <a:pt x="1995" y="1099"/>
                    </a:lnTo>
                    <a:lnTo>
                      <a:pt x="1954" y="855"/>
                    </a:lnTo>
                    <a:lnTo>
                      <a:pt x="1914" y="651"/>
                    </a:lnTo>
                    <a:lnTo>
                      <a:pt x="1832" y="448"/>
                    </a:lnTo>
                    <a:lnTo>
                      <a:pt x="1710" y="285"/>
                    </a:lnTo>
                    <a:lnTo>
                      <a:pt x="1547" y="163"/>
                    </a:lnTo>
                    <a:lnTo>
                      <a:pt x="1384" y="82"/>
                    </a:lnTo>
                    <a:lnTo>
                      <a:pt x="1181" y="0"/>
                    </a:lnTo>
                    <a:close/>
                  </a:path>
                </a:pathLst>
              </a:custGeom>
              <a:solidFill>
                <a:srgbClr val="F2A7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34"/>
              <p:cNvSpPr/>
              <p:nvPr/>
            </p:nvSpPr>
            <p:spPr>
              <a:xfrm>
                <a:off x="353100" y="3290925"/>
                <a:ext cx="49875" cy="197400"/>
              </a:xfrm>
              <a:custGeom>
                <a:avLst/>
                <a:gdLst/>
                <a:ahLst/>
                <a:cxnLst/>
                <a:rect l="l" t="t" r="r" b="b"/>
                <a:pathLst>
                  <a:path w="1995" h="7896" extrusionOk="0">
                    <a:moveTo>
                      <a:pt x="814" y="0"/>
                    </a:moveTo>
                    <a:lnTo>
                      <a:pt x="651" y="82"/>
                    </a:lnTo>
                    <a:lnTo>
                      <a:pt x="448" y="163"/>
                    </a:lnTo>
                    <a:lnTo>
                      <a:pt x="326" y="285"/>
                    </a:lnTo>
                    <a:lnTo>
                      <a:pt x="163" y="448"/>
                    </a:lnTo>
                    <a:lnTo>
                      <a:pt x="81" y="651"/>
                    </a:lnTo>
                    <a:lnTo>
                      <a:pt x="41" y="855"/>
                    </a:lnTo>
                    <a:lnTo>
                      <a:pt x="0" y="1099"/>
                    </a:lnTo>
                    <a:lnTo>
                      <a:pt x="0" y="1262"/>
                    </a:lnTo>
                    <a:lnTo>
                      <a:pt x="81" y="1465"/>
                    </a:lnTo>
                    <a:lnTo>
                      <a:pt x="163" y="1628"/>
                    </a:lnTo>
                    <a:lnTo>
                      <a:pt x="244" y="1791"/>
                    </a:lnTo>
                    <a:lnTo>
                      <a:pt x="163" y="1954"/>
                    </a:lnTo>
                    <a:lnTo>
                      <a:pt x="81" y="2117"/>
                    </a:lnTo>
                    <a:lnTo>
                      <a:pt x="0" y="2320"/>
                    </a:lnTo>
                    <a:lnTo>
                      <a:pt x="0" y="2524"/>
                    </a:lnTo>
                    <a:lnTo>
                      <a:pt x="0" y="2686"/>
                    </a:lnTo>
                    <a:lnTo>
                      <a:pt x="81" y="2890"/>
                    </a:lnTo>
                    <a:lnTo>
                      <a:pt x="163" y="3093"/>
                    </a:lnTo>
                    <a:lnTo>
                      <a:pt x="244" y="3216"/>
                    </a:lnTo>
                    <a:lnTo>
                      <a:pt x="163" y="3378"/>
                    </a:lnTo>
                    <a:lnTo>
                      <a:pt x="81" y="3541"/>
                    </a:lnTo>
                    <a:lnTo>
                      <a:pt x="0" y="3745"/>
                    </a:lnTo>
                    <a:lnTo>
                      <a:pt x="0" y="3948"/>
                    </a:lnTo>
                    <a:lnTo>
                      <a:pt x="0" y="4152"/>
                    </a:lnTo>
                    <a:lnTo>
                      <a:pt x="81" y="4314"/>
                    </a:lnTo>
                    <a:lnTo>
                      <a:pt x="163" y="4518"/>
                    </a:lnTo>
                    <a:lnTo>
                      <a:pt x="244" y="4640"/>
                    </a:lnTo>
                    <a:lnTo>
                      <a:pt x="163" y="4803"/>
                    </a:lnTo>
                    <a:lnTo>
                      <a:pt x="81" y="5006"/>
                    </a:lnTo>
                    <a:lnTo>
                      <a:pt x="0" y="5169"/>
                    </a:lnTo>
                    <a:lnTo>
                      <a:pt x="0" y="5373"/>
                    </a:lnTo>
                    <a:lnTo>
                      <a:pt x="0" y="5576"/>
                    </a:lnTo>
                    <a:lnTo>
                      <a:pt x="81" y="5739"/>
                    </a:lnTo>
                    <a:lnTo>
                      <a:pt x="163" y="5942"/>
                    </a:lnTo>
                    <a:lnTo>
                      <a:pt x="244" y="6105"/>
                    </a:lnTo>
                    <a:lnTo>
                      <a:pt x="163" y="6227"/>
                    </a:lnTo>
                    <a:lnTo>
                      <a:pt x="81" y="6431"/>
                    </a:lnTo>
                    <a:lnTo>
                      <a:pt x="0" y="6594"/>
                    </a:lnTo>
                    <a:lnTo>
                      <a:pt x="0" y="6797"/>
                    </a:lnTo>
                    <a:lnTo>
                      <a:pt x="41" y="7001"/>
                    </a:lnTo>
                    <a:lnTo>
                      <a:pt x="81" y="7245"/>
                    </a:lnTo>
                    <a:lnTo>
                      <a:pt x="163" y="7408"/>
                    </a:lnTo>
                    <a:lnTo>
                      <a:pt x="326" y="7570"/>
                    </a:lnTo>
                    <a:lnTo>
                      <a:pt x="448" y="7733"/>
                    </a:lnTo>
                    <a:lnTo>
                      <a:pt x="651" y="7814"/>
                    </a:lnTo>
                    <a:lnTo>
                      <a:pt x="814" y="7896"/>
                    </a:lnTo>
                    <a:lnTo>
                      <a:pt x="1221" y="7896"/>
                    </a:lnTo>
                    <a:lnTo>
                      <a:pt x="1384" y="7814"/>
                    </a:lnTo>
                    <a:lnTo>
                      <a:pt x="1587" y="7733"/>
                    </a:lnTo>
                    <a:lnTo>
                      <a:pt x="1709" y="7570"/>
                    </a:lnTo>
                    <a:lnTo>
                      <a:pt x="1831" y="7408"/>
                    </a:lnTo>
                    <a:lnTo>
                      <a:pt x="1913" y="7245"/>
                    </a:lnTo>
                    <a:lnTo>
                      <a:pt x="1994" y="7001"/>
                    </a:lnTo>
                    <a:lnTo>
                      <a:pt x="1994" y="6797"/>
                    </a:lnTo>
                    <a:lnTo>
                      <a:pt x="1994" y="6594"/>
                    </a:lnTo>
                    <a:lnTo>
                      <a:pt x="1913" y="6431"/>
                    </a:lnTo>
                    <a:lnTo>
                      <a:pt x="1872" y="6227"/>
                    </a:lnTo>
                    <a:lnTo>
                      <a:pt x="1750" y="6105"/>
                    </a:lnTo>
                    <a:lnTo>
                      <a:pt x="1872" y="5942"/>
                    </a:lnTo>
                    <a:lnTo>
                      <a:pt x="1913" y="5739"/>
                    </a:lnTo>
                    <a:lnTo>
                      <a:pt x="1994" y="5576"/>
                    </a:lnTo>
                    <a:lnTo>
                      <a:pt x="1994" y="5373"/>
                    </a:lnTo>
                    <a:lnTo>
                      <a:pt x="1994" y="5169"/>
                    </a:lnTo>
                    <a:lnTo>
                      <a:pt x="1913" y="5006"/>
                    </a:lnTo>
                    <a:lnTo>
                      <a:pt x="1872" y="4803"/>
                    </a:lnTo>
                    <a:lnTo>
                      <a:pt x="1750" y="4640"/>
                    </a:lnTo>
                    <a:lnTo>
                      <a:pt x="1872" y="4518"/>
                    </a:lnTo>
                    <a:lnTo>
                      <a:pt x="1913" y="4314"/>
                    </a:lnTo>
                    <a:lnTo>
                      <a:pt x="1994" y="4152"/>
                    </a:lnTo>
                    <a:lnTo>
                      <a:pt x="1994" y="3948"/>
                    </a:lnTo>
                    <a:lnTo>
                      <a:pt x="1994" y="3745"/>
                    </a:lnTo>
                    <a:lnTo>
                      <a:pt x="1913" y="3541"/>
                    </a:lnTo>
                    <a:lnTo>
                      <a:pt x="1872" y="3378"/>
                    </a:lnTo>
                    <a:lnTo>
                      <a:pt x="1750" y="3216"/>
                    </a:lnTo>
                    <a:lnTo>
                      <a:pt x="1872" y="3093"/>
                    </a:lnTo>
                    <a:lnTo>
                      <a:pt x="1913" y="2890"/>
                    </a:lnTo>
                    <a:lnTo>
                      <a:pt x="1994" y="2686"/>
                    </a:lnTo>
                    <a:lnTo>
                      <a:pt x="1994" y="2524"/>
                    </a:lnTo>
                    <a:lnTo>
                      <a:pt x="1994" y="2320"/>
                    </a:lnTo>
                    <a:lnTo>
                      <a:pt x="1913" y="2117"/>
                    </a:lnTo>
                    <a:lnTo>
                      <a:pt x="1872" y="1954"/>
                    </a:lnTo>
                    <a:lnTo>
                      <a:pt x="1750" y="1791"/>
                    </a:lnTo>
                    <a:lnTo>
                      <a:pt x="1872" y="1628"/>
                    </a:lnTo>
                    <a:lnTo>
                      <a:pt x="1913" y="1465"/>
                    </a:lnTo>
                    <a:lnTo>
                      <a:pt x="1994" y="1262"/>
                    </a:lnTo>
                    <a:lnTo>
                      <a:pt x="1994" y="1099"/>
                    </a:lnTo>
                    <a:lnTo>
                      <a:pt x="1994" y="855"/>
                    </a:lnTo>
                    <a:lnTo>
                      <a:pt x="1913" y="651"/>
                    </a:lnTo>
                    <a:lnTo>
                      <a:pt x="1831" y="448"/>
                    </a:lnTo>
                    <a:lnTo>
                      <a:pt x="1709" y="285"/>
                    </a:lnTo>
                    <a:lnTo>
                      <a:pt x="1587" y="163"/>
                    </a:lnTo>
                    <a:lnTo>
                      <a:pt x="1384" y="82"/>
                    </a:lnTo>
                    <a:lnTo>
                      <a:pt x="1221" y="0"/>
                    </a:lnTo>
                    <a:close/>
                  </a:path>
                </a:pathLst>
              </a:custGeom>
              <a:solidFill>
                <a:srgbClr val="F2A7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34"/>
              <p:cNvSpPr/>
              <p:nvPr/>
            </p:nvSpPr>
            <p:spPr>
              <a:xfrm>
                <a:off x="353100" y="3130150"/>
                <a:ext cx="156700" cy="184200"/>
              </a:xfrm>
              <a:custGeom>
                <a:avLst/>
                <a:gdLst/>
                <a:ahLst/>
                <a:cxnLst/>
                <a:rect l="l" t="t" r="r" b="b"/>
                <a:pathLst>
                  <a:path w="6268" h="7368" extrusionOk="0">
                    <a:moveTo>
                      <a:pt x="1750" y="1"/>
                    </a:moveTo>
                    <a:lnTo>
                      <a:pt x="1425" y="42"/>
                    </a:lnTo>
                    <a:lnTo>
                      <a:pt x="1099" y="123"/>
                    </a:lnTo>
                    <a:lnTo>
                      <a:pt x="814" y="286"/>
                    </a:lnTo>
                    <a:lnTo>
                      <a:pt x="529" y="530"/>
                    </a:lnTo>
                    <a:lnTo>
                      <a:pt x="326" y="774"/>
                    </a:lnTo>
                    <a:lnTo>
                      <a:pt x="163" y="1059"/>
                    </a:lnTo>
                    <a:lnTo>
                      <a:pt x="41" y="1385"/>
                    </a:lnTo>
                    <a:lnTo>
                      <a:pt x="0" y="1751"/>
                    </a:lnTo>
                    <a:lnTo>
                      <a:pt x="0" y="4315"/>
                    </a:lnTo>
                    <a:lnTo>
                      <a:pt x="41" y="4681"/>
                    </a:lnTo>
                    <a:lnTo>
                      <a:pt x="122" y="5048"/>
                    </a:lnTo>
                    <a:lnTo>
                      <a:pt x="244" y="5414"/>
                    </a:lnTo>
                    <a:lnTo>
                      <a:pt x="407" y="5739"/>
                    </a:lnTo>
                    <a:lnTo>
                      <a:pt x="611" y="6065"/>
                    </a:lnTo>
                    <a:lnTo>
                      <a:pt x="855" y="6350"/>
                    </a:lnTo>
                    <a:lnTo>
                      <a:pt x="1099" y="6594"/>
                    </a:lnTo>
                    <a:lnTo>
                      <a:pt x="1425" y="6798"/>
                    </a:lnTo>
                    <a:lnTo>
                      <a:pt x="1628" y="6920"/>
                    </a:lnTo>
                    <a:lnTo>
                      <a:pt x="1994" y="7123"/>
                    </a:lnTo>
                    <a:lnTo>
                      <a:pt x="2361" y="7245"/>
                    </a:lnTo>
                    <a:lnTo>
                      <a:pt x="2727" y="7327"/>
                    </a:lnTo>
                    <a:lnTo>
                      <a:pt x="3134" y="7367"/>
                    </a:lnTo>
                    <a:lnTo>
                      <a:pt x="3500" y="7327"/>
                    </a:lnTo>
                    <a:lnTo>
                      <a:pt x="3907" y="7245"/>
                    </a:lnTo>
                    <a:lnTo>
                      <a:pt x="4273" y="7123"/>
                    </a:lnTo>
                    <a:lnTo>
                      <a:pt x="4640" y="6920"/>
                    </a:lnTo>
                    <a:lnTo>
                      <a:pt x="4843" y="6798"/>
                    </a:lnTo>
                    <a:lnTo>
                      <a:pt x="5128" y="6594"/>
                    </a:lnTo>
                    <a:lnTo>
                      <a:pt x="5413" y="6350"/>
                    </a:lnTo>
                    <a:lnTo>
                      <a:pt x="5698" y="6065"/>
                    </a:lnTo>
                    <a:lnTo>
                      <a:pt x="5861" y="5739"/>
                    </a:lnTo>
                    <a:lnTo>
                      <a:pt x="6024" y="5414"/>
                    </a:lnTo>
                    <a:lnTo>
                      <a:pt x="6186" y="5048"/>
                    </a:lnTo>
                    <a:lnTo>
                      <a:pt x="6227" y="4681"/>
                    </a:lnTo>
                    <a:lnTo>
                      <a:pt x="6268" y="4315"/>
                    </a:lnTo>
                    <a:lnTo>
                      <a:pt x="6268" y="1751"/>
                    </a:lnTo>
                    <a:lnTo>
                      <a:pt x="6227" y="1385"/>
                    </a:lnTo>
                    <a:lnTo>
                      <a:pt x="6146" y="1059"/>
                    </a:lnTo>
                    <a:lnTo>
                      <a:pt x="5983" y="774"/>
                    </a:lnTo>
                    <a:lnTo>
                      <a:pt x="5739" y="530"/>
                    </a:lnTo>
                    <a:lnTo>
                      <a:pt x="5494" y="286"/>
                    </a:lnTo>
                    <a:lnTo>
                      <a:pt x="5210" y="123"/>
                    </a:lnTo>
                    <a:lnTo>
                      <a:pt x="4884" y="42"/>
                    </a:lnTo>
                    <a:lnTo>
                      <a:pt x="4518" y="1"/>
                    </a:lnTo>
                    <a:close/>
                  </a:path>
                </a:pathLst>
              </a:custGeom>
              <a:solidFill>
                <a:srgbClr val="FFD5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34"/>
              <p:cNvSpPr/>
              <p:nvPr/>
            </p:nvSpPr>
            <p:spPr>
              <a:xfrm>
                <a:off x="523000" y="3202400"/>
                <a:ext cx="22425" cy="42750"/>
              </a:xfrm>
              <a:custGeom>
                <a:avLst/>
                <a:gdLst/>
                <a:ahLst/>
                <a:cxnLst/>
                <a:rect l="l" t="t" r="r" b="b"/>
                <a:pathLst>
                  <a:path w="897" h="1710" extrusionOk="0">
                    <a:moveTo>
                      <a:pt x="367" y="0"/>
                    </a:moveTo>
                    <a:lnTo>
                      <a:pt x="286" y="41"/>
                    </a:lnTo>
                    <a:lnTo>
                      <a:pt x="204" y="41"/>
                    </a:lnTo>
                    <a:lnTo>
                      <a:pt x="82" y="204"/>
                    </a:lnTo>
                    <a:lnTo>
                      <a:pt x="1" y="326"/>
                    </a:lnTo>
                    <a:lnTo>
                      <a:pt x="1" y="367"/>
                    </a:lnTo>
                    <a:lnTo>
                      <a:pt x="1" y="1628"/>
                    </a:lnTo>
                    <a:lnTo>
                      <a:pt x="1" y="1669"/>
                    </a:lnTo>
                    <a:lnTo>
                      <a:pt x="42" y="1710"/>
                    </a:lnTo>
                    <a:lnTo>
                      <a:pt x="164" y="1710"/>
                    </a:lnTo>
                    <a:lnTo>
                      <a:pt x="286" y="1628"/>
                    </a:lnTo>
                    <a:lnTo>
                      <a:pt x="408" y="1506"/>
                    </a:lnTo>
                    <a:lnTo>
                      <a:pt x="652" y="1303"/>
                    </a:lnTo>
                    <a:lnTo>
                      <a:pt x="774" y="1018"/>
                    </a:lnTo>
                    <a:lnTo>
                      <a:pt x="855" y="774"/>
                    </a:lnTo>
                    <a:lnTo>
                      <a:pt x="896" y="530"/>
                    </a:lnTo>
                    <a:lnTo>
                      <a:pt x="855" y="326"/>
                    </a:lnTo>
                    <a:lnTo>
                      <a:pt x="774" y="123"/>
                    </a:lnTo>
                    <a:lnTo>
                      <a:pt x="693" y="41"/>
                    </a:lnTo>
                    <a:lnTo>
                      <a:pt x="652" y="41"/>
                    </a:lnTo>
                    <a:lnTo>
                      <a:pt x="489" y="0"/>
                    </a:lnTo>
                    <a:close/>
                  </a:path>
                </a:pathLst>
              </a:custGeom>
              <a:solidFill>
                <a:srgbClr val="FFD5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34"/>
              <p:cNvSpPr/>
              <p:nvPr/>
            </p:nvSpPr>
            <p:spPr>
              <a:xfrm>
                <a:off x="317475" y="3202400"/>
                <a:ext cx="22400" cy="42750"/>
              </a:xfrm>
              <a:custGeom>
                <a:avLst/>
                <a:gdLst/>
                <a:ahLst/>
                <a:cxnLst/>
                <a:rect l="l" t="t" r="r" b="b"/>
                <a:pathLst>
                  <a:path w="896" h="1710" extrusionOk="0">
                    <a:moveTo>
                      <a:pt x="408" y="0"/>
                    </a:moveTo>
                    <a:lnTo>
                      <a:pt x="285" y="41"/>
                    </a:lnTo>
                    <a:lnTo>
                      <a:pt x="204" y="41"/>
                    </a:lnTo>
                    <a:lnTo>
                      <a:pt x="163" y="123"/>
                    </a:lnTo>
                    <a:lnTo>
                      <a:pt x="41" y="326"/>
                    </a:lnTo>
                    <a:lnTo>
                      <a:pt x="1" y="530"/>
                    </a:lnTo>
                    <a:lnTo>
                      <a:pt x="41" y="774"/>
                    </a:lnTo>
                    <a:lnTo>
                      <a:pt x="163" y="1018"/>
                    </a:lnTo>
                    <a:lnTo>
                      <a:pt x="285" y="1303"/>
                    </a:lnTo>
                    <a:lnTo>
                      <a:pt x="489" y="1506"/>
                    </a:lnTo>
                    <a:lnTo>
                      <a:pt x="611" y="1628"/>
                    </a:lnTo>
                    <a:lnTo>
                      <a:pt x="774" y="1710"/>
                    </a:lnTo>
                    <a:lnTo>
                      <a:pt x="855" y="1710"/>
                    </a:lnTo>
                    <a:lnTo>
                      <a:pt x="896" y="1669"/>
                    </a:lnTo>
                    <a:lnTo>
                      <a:pt x="896" y="1628"/>
                    </a:lnTo>
                    <a:lnTo>
                      <a:pt x="896" y="367"/>
                    </a:lnTo>
                    <a:lnTo>
                      <a:pt x="896" y="326"/>
                    </a:lnTo>
                    <a:lnTo>
                      <a:pt x="815" y="204"/>
                    </a:lnTo>
                    <a:lnTo>
                      <a:pt x="692" y="41"/>
                    </a:lnTo>
                    <a:lnTo>
                      <a:pt x="611" y="41"/>
                    </a:lnTo>
                    <a:lnTo>
                      <a:pt x="489" y="0"/>
                    </a:lnTo>
                    <a:close/>
                  </a:path>
                </a:pathLst>
              </a:custGeom>
              <a:solidFill>
                <a:srgbClr val="FFD5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34"/>
              <p:cNvSpPr/>
              <p:nvPr/>
            </p:nvSpPr>
            <p:spPr>
              <a:xfrm>
                <a:off x="459925" y="3202400"/>
                <a:ext cx="12225" cy="22400"/>
              </a:xfrm>
              <a:custGeom>
                <a:avLst/>
                <a:gdLst/>
                <a:ahLst/>
                <a:cxnLst/>
                <a:rect l="l" t="t" r="r" b="b"/>
                <a:pathLst>
                  <a:path w="489" h="896" extrusionOk="0">
                    <a:moveTo>
                      <a:pt x="245" y="0"/>
                    </a:moveTo>
                    <a:lnTo>
                      <a:pt x="163" y="41"/>
                    </a:lnTo>
                    <a:lnTo>
                      <a:pt x="41" y="123"/>
                    </a:lnTo>
                    <a:lnTo>
                      <a:pt x="0" y="245"/>
                    </a:lnTo>
                    <a:lnTo>
                      <a:pt x="0" y="448"/>
                    </a:lnTo>
                    <a:lnTo>
                      <a:pt x="0" y="611"/>
                    </a:lnTo>
                    <a:lnTo>
                      <a:pt x="41" y="774"/>
                    </a:lnTo>
                    <a:lnTo>
                      <a:pt x="163" y="855"/>
                    </a:lnTo>
                    <a:lnTo>
                      <a:pt x="245" y="896"/>
                    </a:lnTo>
                    <a:lnTo>
                      <a:pt x="326" y="855"/>
                    </a:lnTo>
                    <a:lnTo>
                      <a:pt x="448" y="774"/>
                    </a:lnTo>
                    <a:lnTo>
                      <a:pt x="489" y="611"/>
                    </a:lnTo>
                    <a:lnTo>
                      <a:pt x="489" y="448"/>
                    </a:lnTo>
                    <a:lnTo>
                      <a:pt x="489" y="245"/>
                    </a:lnTo>
                    <a:lnTo>
                      <a:pt x="448" y="123"/>
                    </a:lnTo>
                    <a:lnTo>
                      <a:pt x="326" y="41"/>
                    </a:lnTo>
                    <a:lnTo>
                      <a:pt x="245" y="0"/>
                    </a:lnTo>
                    <a:close/>
                  </a:path>
                </a:pathLst>
              </a:custGeom>
              <a:solidFill>
                <a:srgbClr val="171719"/>
              </a:solidFill>
              <a:ln w="2025" cap="rnd" cmpd="sng">
                <a:solidFill>
                  <a:srgbClr val="17171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34"/>
              <p:cNvSpPr/>
              <p:nvPr/>
            </p:nvSpPr>
            <p:spPr>
              <a:xfrm>
                <a:off x="390725" y="3202400"/>
                <a:ext cx="13250" cy="22400"/>
              </a:xfrm>
              <a:custGeom>
                <a:avLst/>
                <a:gdLst/>
                <a:ahLst/>
                <a:cxnLst/>
                <a:rect l="l" t="t" r="r" b="b"/>
                <a:pathLst>
                  <a:path w="530" h="896" extrusionOk="0">
                    <a:moveTo>
                      <a:pt x="245" y="0"/>
                    </a:moveTo>
                    <a:lnTo>
                      <a:pt x="123" y="41"/>
                    </a:lnTo>
                    <a:lnTo>
                      <a:pt x="82" y="123"/>
                    </a:lnTo>
                    <a:lnTo>
                      <a:pt x="1" y="245"/>
                    </a:lnTo>
                    <a:lnTo>
                      <a:pt x="1" y="448"/>
                    </a:lnTo>
                    <a:lnTo>
                      <a:pt x="1" y="611"/>
                    </a:lnTo>
                    <a:lnTo>
                      <a:pt x="82" y="774"/>
                    </a:lnTo>
                    <a:lnTo>
                      <a:pt x="123" y="855"/>
                    </a:lnTo>
                    <a:lnTo>
                      <a:pt x="245" y="896"/>
                    </a:lnTo>
                    <a:lnTo>
                      <a:pt x="367" y="855"/>
                    </a:lnTo>
                    <a:lnTo>
                      <a:pt x="408" y="774"/>
                    </a:lnTo>
                    <a:lnTo>
                      <a:pt x="489" y="611"/>
                    </a:lnTo>
                    <a:lnTo>
                      <a:pt x="530" y="448"/>
                    </a:lnTo>
                    <a:lnTo>
                      <a:pt x="489" y="245"/>
                    </a:lnTo>
                    <a:lnTo>
                      <a:pt x="408" y="123"/>
                    </a:lnTo>
                    <a:lnTo>
                      <a:pt x="367" y="41"/>
                    </a:lnTo>
                    <a:lnTo>
                      <a:pt x="245" y="0"/>
                    </a:lnTo>
                    <a:close/>
                  </a:path>
                </a:pathLst>
              </a:custGeom>
              <a:solidFill>
                <a:srgbClr val="171719"/>
              </a:solidFill>
              <a:ln w="2025" cap="rnd" cmpd="sng">
                <a:solidFill>
                  <a:srgbClr val="17171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34"/>
              <p:cNvSpPr/>
              <p:nvPr/>
            </p:nvSpPr>
            <p:spPr>
              <a:xfrm>
                <a:off x="415150" y="3205450"/>
                <a:ext cx="32600" cy="50900"/>
              </a:xfrm>
              <a:custGeom>
                <a:avLst/>
                <a:gdLst/>
                <a:ahLst/>
                <a:cxnLst/>
                <a:rect l="l" t="t" r="r" b="b"/>
                <a:pathLst>
                  <a:path w="1304" h="2036" extrusionOk="0">
                    <a:moveTo>
                      <a:pt x="570" y="1"/>
                    </a:moveTo>
                    <a:lnTo>
                      <a:pt x="530" y="82"/>
                    </a:lnTo>
                    <a:lnTo>
                      <a:pt x="448" y="204"/>
                    </a:lnTo>
                    <a:lnTo>
                      <a:pt x="408" y="326"/>
                    </a:lnTo>
                    <a:lnTo>
                      <a:pt x="367" y="652"/>
                    </a:lnTo>
                    <a:lnTo>
                      <a:pt x="367" y="977"/>
                    </a:lnTo>
                    <a:lnTo>
                      <a:pt x="326" y="1140"/>
                    </a:lnTo>
                    <a:lnTo>
                      <a:pt x="286" y="1222"/>
                    </a:lnTo>
                    <a:lnTo>
                      <a:pt x="204" y="1344"/>
                    </a:lnTo>
                    <a:lnTo>
                      <a:pt x="82" y="1506"/>
                    </a:lnTo>
                    <a:lnTo>
                      <a:pt x="41" y="1547"/>
                    </a:lnTo>
                    <a:lnTo>
                      <a:pt x="41" y="1629"/>
                    </a:lnTo>
                    <a:lnTo>
                      <a:pt x="1" y="1710"/>
                    </a:lnTo>
                    <a:lnTo>
                      <a:pt x="41" y="1791"/>
                    </a:lnTo>
                    <a:lnTo>
                      <a:pt x="41" y="1832"/>
                    </a:lnTo>
                    <a:lnTo>
                      <a:pt x="82" y="1832"/>
                    </a:lnTo>
                    <a:lnTo>
                      <a:pt x="204" y="1873"/>
                    </a:lnTo>
                    <a:lnTo>
                      <a:pt x="367" y="1873"/>
                    </a:lnTo>
                    <a:lnTo>
                      <a:pt x="408" y="1954"/>
                    </a:lnTo>
                    <a:lnTo>
                      <a:pt x="530" y="1995"/>
                    </a:lnTo>
                    <a:lnTo>
                      <a:pt x="652" y="2036"/>
                    </a:lnTo>
                    <a:lnTo>
                      <a:pt x="815" y="1995"/>
                    </a:lnTo>
                    <a:lnTo>
                      <a:pt x="896" y="1954"/>
                    </a:lnTo>
                    <a:lnTo>
                      <a:pt x="977" y="1873"/>
                    </a:lnTo>
                    <a:lnTo>
                      <a:pt x="1100" y="1873"/>
                    </a:lnTo>
                    <a:lnTo>
                      <a:pt x="1222" y="1832"/>
                    </a:lnTo>
                    <a:lnTo>
                      <a:pt x="1262" y="1832"/>
                    </a:lnTo>
                    <a:lnTo>
                      <a:pt x="1303" y="1791"/>
                    </a:lnTo>
                    <a:lnTo>
                      <a:pt x="1303" y="1710"/>
                    </a:lnTo>
                    <a:lnTo>
                      <a:pt x="1303" y="1629"/>
                    </a:lnTo>
                    <a:lnTo>
                      <a:pt x="1262" y="1547"/>
                    </a:lnTo>
                    <a:lnTo>
                      <a:pt x="1222" y="1506"/>
                    </a:lnTo>
                    <a:lnTo>
                      <a:pt x="1100" y="1344"/>
                    </a:lnTo>
                    <a:lnTo>
                      <a:pt x="1018" y="1222"/>
                    </a:lnTo>
                    <a:lnTo>
                      <a:pt x="977" y="1140"/>
                    </a:lnTo>
                    <a:lnTo>
                      <a:pt x="977" y="977"/>
                    </a:lnTo>
                    <a:lnTo>
                      <a:pt x="937" y="652"/>
                    </a:lnTo>
                    <a:lnTo>
                      <a:pt x="855" y="326"/>
                    </a:lnTo>
                    <a:lnTo>
                      <a:pt x="855" y="204"/>
                    </a:lnTo>
                    <a:lnTo>
                      <a:pt x="815" y="82"/>
                    </a:lnTo>
                    <a:lnTo>
                      <a:pt x="733" y="1"/>
                    </a:lnTo>
                    <a:close/>
                  </a:path>
                </a:pathLst>
              </a:custGeom>
              <a:solidFill>
                <a:srgbClr val="000000">
                  <a:alpha val="95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34"/>
              <p:cNvSpPr/>
              <p:nvPr/>
            </p:nvSpPr>
            <p:spPr>
              <a:xfrm>
                <a:off x="404975" y="3266500"/>
                <a:ext cx="53950" cy="27500"/>
              </a:xfrm>
              <a:custGeom>
                <a:avLst/>
                <a:gdLst/>
                <a:ahLst/>
                <a:cxnLst/>
                <a:rect l="l" t="t" r="r" b="b"/>
                <a:pathLst>
                  <a:path w="2158" h="1100" extrusionOk="0">
                    <a:moveTo>
                      <a:pt x="1" y="1"/>
                    </a:moveTo>
                    <a:lnTo>
                      <a:pt x="1" y="82"/>
                    </a:lnTo>
                    <a:lnTo>
                      <a:pt x="1" y="285"/>
                    </a:lnTo>
                    <a:lnTo>
                      <a:pt x="82" y="489"/>
                    </a:lnTo>
                    <a:lnTo>
                      <a:pt x="163" y="652"/>
                    </a:lnTo>
                    <a:lnTo>
                      <a:pt x="286" y="814"/>
                    </a:lnTo>
                    <a:lnTo>
                      <a:pt x="448" y="937"/>
                    </a:lnTo>
                    <a:lnTo>
                      <a:pt x="652" y="977"/>
                    </a:lnTo>
                    <a:lnTo>
                      <a:pt x="855" y="1059"/>
                    </a:lnTo>
                    <a:lnTo>
                      <a:pt x="1059" y="1099"/>
                    </a:lnTo>
                    <a:lnTo>
                      <a:pt x="1262" y="1059"/>
                    </a:lnTo>
                    <a:lnTo>
                      <a:pt x="1466" y="977"/>
                    </a:lnTo>
                    <a:lnTo>
                      <a:pt x="1629" y="937"/>
                    </a:lnTo>
                    <a:lnTo>
                      <a:pt x="1791" y="814"/>
                    </a:lnTo>
                    <a:lnTo>
                      <a:pt x="1914" y="652"/>
                    </a:lnTo>
                    <a:lnTo>
                      <a:pt x="2036" y="489"/>
                    </a:lnTo>
                    <a:lnTo>
                      <a:pt x="2117" y="285"/>
                    </a:lnTo>
                    <a:lnTo>
                      <a:pt x="2158" y="82"/>
                    </a:lnTo>
                    <a:lnTo>
                      <a:pt x="2117" y="1"/>
                    </a:lnTo>
                    <a:close/>
                  </a:path>
                </a:pathLst>
              </a:custGeom>
              <a:solidFill>
                <a:srgbClr val="1D1D1B"/>
              </a:solidFill>
              <a:ln w="2025" cap="rnd" cmpd="sng">
                <a:solidFill>
                  <a:srgbClr val="1D1D1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34"/>
              <p:cNvSpPr/>
              <p:nvPr/>
            </p:nvSpPr>
            <p:spPr>
              <a:xfrm>
                <a:off x="416175" y="3277700"/>
                <a:ext cx="30550" cy="16300"/>
              </a:xfrm>
              <a:custGeom>
                <a:avLst/>
                <a:gdLst/>
                <a:ahLst/>
                <a:cxnLst/>
                <a:rect l="l" t="t" r="r" b="b"/>
                <a:pathLst>
                  <a:path w="1222" h="652" extrusionOk="0">
                    <a:moveTo>
                      <a:pt x="611" y="0"/>
                    </a:moveTo>
                    <a:lnTo>
                      <a:pt x="407" y="41"/>
                    </a:lnTo>
                    <a:lnTo>
                      <a:pt x="245" y="122"/>
                    </a:lnTo>
                    <a:lnTo>
                      <a:pt x="82" y="285"/>
                    </a:lnTo>
                    <a:lnTo>
                      <a:pt x="0" y="448"/>
                    </a:lnTo>
                    <a:lnTo>
                      <a:pt x="163" y="529"/>
                    </a:lnTo>
                    <a:lnTo>
                      <a:pt x="285" y="570"/>
                    </a:lnTo>
                    <a:lnTo>
                      <a:pt x="448" y="651"/>
                    </a:lnTo>
                    <a:lnTo>
                      <a:pt x="774" y="651"/>
                    </a:lnTo>
                    <a:lnTo>
                      <a:pt x="936" y="570"/>
                    </a:lnTo>
                    <a:lnTo>
                      <a:pt x="1099" y="529"/>
                    </a:lnTo>
                    <a:lnTo>
                      <a:pt x="1221" y="448"/>
                    </a:lnTo>
                    <a:lnTo>
                      <a:pt x="1099" y="285"/>
                    </a:lnTo>
                    <a:lnTo>
                      <a:pt x="977" y="122"/>
                    </a:lnTo>
                    <a:lnTo>
                      <a:pt x="814" y="41"/>
                    </a:lnTo>
                    <a:lnTo>
                      <a:pt x="611" y="0"/>
                    </a:lnTo>
                    <a:close/>
                  </a:path>
                </a:pathLst>
              </a:custGeom>
              <a:solidFill>
                <a:srgbClr val="F27089"/>
              </a:solidFill>
              <a:ln w="2025" cap="rnd" cmpd="sng">
                <a:solidFill>
                  <a:srgbClr val="F2708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34"/>
              <p:cNvSpPr/>
              <p:nvPr/>
            </p:nvSpPr>
            <p:spPr>
              <a:xfrm>
                <a:off x="334775" y="3092500"/>
                <a:ext cx="194375" cy="107900"/>
              </a:xfrm>
              <a:custGeom>
                <a:avLst/>
                <a:gdLst/>
                <a:ahLst/>
                <a:cxnLst/>
                <a:rect l="l" t="t" r="r" b="b"/>
                <a:pathLst>
                  <a:path w="7775" h="4316" extrusionOk="0">
                    <a:moveTo>
                      <a:pt x="2605" y="1"/>
                    </a:moveTo>
                    <a:lnTo>
                      <a:pt x="2320" y="42"/>
                    </a:lnTo>
                    <a:lnTo>
                      <a:pt x="2035" y="123"/>
                    </a:lnTo>
                    <a:lnTo>
                      <a:pt x="1791" y="164"/>
                    </a:lnTo>
                    <a:lnTo>
                      <a:pt x="1547" y="327"/>
                    </a:lnTo>
                    <a:lnTo>
                      <a:pt x="1344" y="449"/>
                    </a:lnTo>
                    <a:lnTo>
                      <a:pt x="1140" y="611"/>
                    </a:lnTo>
                    <a:lnTo>
                      <a:pt x="937" y="774"/>
                    </a:lnTo>
                    <a:lnTo>
                      <a:pt x="774" y="937"/>
                    </a:lnTo>
                    <a:lnTo>
                      <a:pt x="530" y="1344"/>
                    </a:lnTo>
                    <a:lnTo>
                      <a:pt x="285" y="1751"/>
                    </a:lnTo>
                    <a:lnTo>
                      <a:pt x="123" y="2199"/>
                    </a:lnTo>
                    <a:lnTo>
                      <a:pt x="41" y="2646"/>
                    </a:lnTo>
                    <a:lnTo>
                      <a:pt x="0" y="3053"/>
                    </a:lnTo>
                    <a:lnTo>
                      <a:pt x="0" y="3460"/>
                    </a:lnTo>
                    <a:lnTo>
                      <a:pt x="82" y="3786"/>
                    </a:lnTo>
                    <a:lnTo>
                      <a:pt x="123" y="3949"/>
                    </a:lnTo>
                    <a:lnTo>
                      <a:pt x="204" y="4030"/>
                    </a:lnTo>
                    <a:lnTo>
                      <a:pt x="285" y="4112"/>
                    </a:lnTo>
                    <a:lnTo>
                      <a:pt x="367" y="4234"/>
                    </a:lnTo>
                    <a:lnTo>
                      <a:pt x="489" y="4274"/>
                    </a:lnTo>
                    <a:lnTo>
                      <a:pt x="570" y="4274"/>
                    </a:lnTo>
                    <a:lnTo>
                      <a:pt x="937" y="4315"/>
                    </a:lnTo>
                    <a:lnTo>
                      <a:pt x="1303" y="4274"/>
                    </a:lnTo>
                    <a:lnTo>
                      <a:pt x="1628" y="4193"/>
                    </a:lnTo>
                    <a:lnTo>
                      <a:pt x="1913" y="4071"/>
                    </a:lnTo>
                    <a:lnTo>
                      <a:pt x="2198" y="3908"/>
                    </a:lnTo>
                    <a:lnTo>
                      <a:pt x="2483" y="3745"/>
                    </a:lnTo>
                    <a:lnTo>
                      <a:pt x="2687" y="3501"/>
                    </a:lnTo>
                    <a:lnTo>
                      <a:pt x="2931" y="3338"/>
                    </a:lnTo>
                    <a:lnTo>
                      <a:pt x="3256" y="2850"/>
                    </a:lnTo>
                    <a:lnTo>
                      <a:pt x="3582" y="2443"/>
                    </a:lnTo>
                    <a:lnTo>
                      <a:pt x="3745" y="2077"/>
                    </a:lnTo>
                    <a:lnTo>
                      <a:pt x="3908" y="1832"/>
                    </a:lnTo>
                    <a:lnTo>
                      <a:pt x="4030" y="2077"/>
                    </a:lnTo>
                    <a:lnTo>
                      <a:pt x="4233" y="2443"/>
                    </a:lnTo>
                    <a:lnTo>
                      <a:pt x="4518" y="2850"/>
                    </a:lnTo>
                    <a:lnTo>
                      <a:pt x="4844" y="3338"/>
                    </a:lnTo>
                    <a:lnTo>
                      <a:pt x="5088" y="3501"/>
                    </a:lnTo>
                    <a:lnTo>
                      <a:pt x="5332" y="3745"/>
                    </a:lnTo>
                    <a:lnTo>
                      <a:pt x="5576" y="3908"/>
                    </a:lnTo>
                    <a:lnTo>
                      <a:pt x="5861" y="4071"/>
                    </a:lnTo>
                    <a:lnTo>
                      <a:pt x="6146" y="4193"/>
                    </a:lnTo>
                    <a:lnTo>
                      <a:pt x="6472" y="4274"/>
                    </a:lnTo>
                    <a:lnTo>
                      <a:pt x="6838" y="4315"/>
                    </a:lnTo>
                    <a:lnTo>
                      <a:pt x="7204" y="4274"/>
                    </a:lnTo>
                    <a:lnTo>
                      <a:pt x="7286" y="4274"/>
                    </a:lnTo>
                    <a:lnTo>
                      <a:pt x="7408" y="4234"/>
                    </a:lnTo>
                    <a:lnTo>
                      <a:pt x="7489" y="4112"/>
                    </a:lnTo>
                    <a:lnTo>
                      <a:pt x="7571" y="4030"/>
                    </a:lnTo>
                    <a:lnTo>
                      <a:pt x="7652" y="3949"/>
                    </a:lnTo>
                    <a:lnTo>
                      <a:pt x="7693" y="3786"/>
                    </a:lnTo>
                    <a:lnTo>
                      <a:pt x="7774" y="3460"/>
                    </a:lnTo>
                    <a:lnTo>
                      <a:pt x="7774" y="3053"/>
                    </a:lnTo>
                    <a:lnTo>
                      <a:pt x="7733" y="2646"/>
                    </a:lnTo>
                    <a:lnTo>
                      <a:pt x="7652" y="2199"/>
                    </a:lnTo>
                    <a:lnTo>
                      <a:pt x="7489" y="1751"/>
                    </a:lnTo>
                    <a:lnTo>
                      <a:pt x="7245" y="1344"/>
                    </a:lnTo>
                    <a:lnTo>
                      <a:pt x="7001" y="937"/>
                    </a:lnTo>
                    <a:lnTo>
                      <a:pt x="6838" y="774"/>
                    </a:lnTo>
                    <a:lnTo>
                      <a:pt x="6634" y="611"/>
                    </a:lnTo>
                    <a:lnTo>
                      <a:pt x="6431" y="449"/>
                    </a:lnTo>
                    <a:lnTo>
                      <a:pt x="6227" y="327"/>
                    </a:lnTo>
                    <a:lnTo>
                      <a:pt x="5983" y="164"/>
                    </a:lnTo>
                    <a:lnTo>
                      <a:pt x="5739" y="123"/>
                    </a:lnTo>
                    <a:lnTo>
                      <a:pt x="5495" y="42"/>
                    </a:lnTo>
                    <a:lnTo>
                      <a:pt x="5169" y="1"/>
                    </a:lnTo>
                    <a:lnTo>
                      <a:pt x="4559" y="1"/>
                    </a:lnTo>
                    <a:lnTo>
                      <a:pt x="4233" y="42"/>
                    </a:lnTo>
                    <a:lnTo>
                      <a:pt x="3908" y="164"/>
                    </a:lnTo>
                    <a:lnTo>
                      <a:pt x="3541" y="42"/>
                    </a:lnTo>
                    <a:lnTo>
                      <a:pt x="3216" y="1"/>
                    </a:lnTo>
                    <a:close/>
                  </a:path>
                </a:pathLst>
              </a:custGeom>
              <a:solidFill>
                <a:srgbClr val="F2A7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616" name="Google Shape;616;p3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smtClean="0"/>
              <a:t>Personal benefits</a:t>
            </a:r>
            <a:endParaRPr dirty="0"/>
          </a:p>
        </p:txBody>
      </p:sp>
      <p:pic>
        <p:nvPicPr>
          <p:cNvPr id="617" name="Google Shape;617;p34"/>
          <p:cNvPicPr preferRelativeResize="0"/>
          <p:nvPr/>
        </p:nvPicPr>
        <p:blipFill rotWithShape="1">
          <a:blip r:embed="rId3">
            <a:alphaModFix/>
          </a:blip>
          <a:srcRect l="24966" r="24971"/>
          <a:stretch/>
        </p:blipFill>
        <p:spPr>
          <a:xfrm rot="1069133">
            <a:off x="7950886" y="1959302"/>
            <a:ext cx="467633" cy="467633"/>
          </a:xfrm>
          <a:prstGeom prst="ellipse">
            <a:avLst/>
          </a:prstGeom>
          <a:noFill/>
          <a:ln w="28575" cap="flat" cmpd="sng">
            <a:solidFill>
              <a:srgbClr val="FFFFFF"/>
            </a:solidFill>
            <a:prstDash val="solid"/>
            <a:round/>
            <a:headEnd type="none" w="sm" len="sm"/>
            <a:tailEnd type="none" w="sm" len="sm"/>
          </a:ln>
          <a:effectLst>
            <a:outerShdw blurRad="57150" algn="bl" rotWithShape="0">
              <a:schemeClr val="dk1">
                <a:alpha val="25000"/>
              </a:schemeClr>
            </a:outerShdw>
          </a:effectLst>
        </p:spPr>
      </p:pic>
      <p:sp>
        <p:nvSpPr>
          <p:cNvPr id="619" name="Google Shape;619;p34"/>
          <p:cNvSpPr/>
          <p:nvPr/>
        </p:nvSpPr>
        <p:spPr>
          <a:xfrm>
            <a:off x="342090" y="445024"/>
            <a:ext cx="657364" cy="394505"/>
          </a:xfrm>
          <a:custGeom>
            <a:avLst/>
            <a:gdLst/>
            <a:ahLst/>
            <a:cxnLst/>
            <a:rect l="l" t="t" r="r" b="b"/>
            <a:pathLst>
              <a:path w="20037" h="12023" extrusionOk="0">
                <a:moveTo>
                  <a:pt x="8223" y="1"/>
                </a:moveTo>
                <a:lnTo>
                  <a:pt x="7739" y="139"/>
                </a:lnTo>
                <a:lnTo>
                  <a:pt x="7324" y="415"/>
                </a:lnTo>
                <a:lnTo>
                  <a:pt x="7117" y="623"/>
                </a:lnTo>
                <a:lnTo>
                  <a:pt x="6979" y="830"/>
                </a:lnTo>
                <a:lnTo>
                  <a:pt x="6703" y="1245"/>
                </a:lnTo>
                <a:lnTo>
                  <a:pt x="6703" y="1521"/>
                </a:lnTo>
                <a:lnTo>
                  <a:pt x="6703" y="1797"/>
                </a:lnTo>
                <a:lnTo>
                  <a:pt x="6703" y="2074"/>
                </a:lnTo>
                <a:lnTo>
                  <a:pt x="6772" y="2281"/>
                </a:lnTo>
                <a:lnTo>
                  <a:pt x="6219" y="1866"/>
                </a:lnTo>
                <a:lnTo>
                  <a:pt x="5666" y="1521"/>
                </a:lnTo>
                <a:lnTo>
                  <a:pt x="5045" y="1245"/>
                </a:lnTo>
                <a:lnTo>
                  <a:pt x="4354" y="1106"/>
                </a:lnTo>
                <a:lnTo>
                  <a:pt x="3732" y="1037"/>
                </a:lnTo>
                <a:lnTo>
                  <a:pt x="3041" y="1106"/>
                </a:lnTo>
                <a:lnTo>
                  <a:pt x="2695" y="1245"/>
                </a:lnTo>
                <a:lnTo>
                  <a:pt x="2419" y="1383"/>
                </a:lnTo>
                <a:lnTo>
                  <a:pt x="2143" y="1590"/>
                </a:lnTo>
                <a:lnTo>
                  <a:pt x="1935" y="1797"/>
                </a:lnTo>
                <a:lnTo>
                  <a:pt x="1728" y="2074"/>
                </a:lnTo>
                <a:lnTo>
                  <a:pt x="1590" y="2419"/>
                </a:lnTo>
                <a:lnTo>
                  <a:pt x="1452" y="2695"/>
                </a:lnTo>
                <a:lnTo>
                  <a:pt x="1383" y="3041"/>
                </a:lnTo>
                <a:lnTo>
                  <a:pt x="1383" y="3663"/>
                </a:lnTo>
                <a:lnTo>
                  <a:pt x="1521" y="4354"/>
                </a:lnTo>
                <a:lnTo>
                  <a:pt x="1797" y="4975"/>
                </a:lnTo>
                <a:lnTo>
                  <a:pt x="2143" y="5528"/>
                </a:lnTo>
                <a:lnTo>
                  <a:pt x="2557" y="6012"/>
                </a:lnTo>
                <a:lnTo>
                  <a:pt x="2972" y="6495"/>
                </a:lnTo>
                <a:lnTo>
                  <a:pt x="1935" y="6495"/>
                </a:lnTo>
                <a:lnTo>
                  <a:pt x="1383" y="6564"/>
                </a:lnTo>
                <a:lnTo>
                  <a:pt x="899" y="6772"/>
                </a:lnTo>
                <a:lnTo>
                  <a:pt x="692" y="6910"/>
                </a:lnTo>
                <a:lnTo>
                  <a:pt x="485" y="7186"/>
                </a:lnTo>
                <a:lnTo>
                  <a:pt x="277" y="7394"/>
                </a:lnTo>
                <a:lnTo>
                  <a:pt x="139" y="7670"/>
                </a:lnTo>
                <a:lnTo>
                  <a:pt x="70" y="7946"/>
                </a:lnTo>
                <a:lnTo>
                  <a:pt x="1" y="8223"/>
                </a:lnTo>
                <a:lnTo>
                  <a:pt x="1" y="8568"/>
                </a:lnTo>
                <a:lnTo>
                  <a:pt x="1" y="8844"/>
                </a:lnTo>
                <a:lnTo>
                  <a:pt x="139" y="9466"/>
                </a:lnTo>
                <a:lnTo>
                  <a:pt x="485" y="9950"/>
                </a:lnTo>
                <a:lnTo>
                  <a:pt x="830" y="10433"/>
                </a:lnTo>
                <a:lnTo>
                  <a:pt x="1314" y="10848"/>
                </a:lnTo>
                <a:lnTo>
                  <a:pt x="1797" y="11193"/>
                </a:lnTo>
                <a:lnTo>
                  <a:pt x="2419" y="11401"/>
                </a:lnTo>
                <a:lnTo>
                  <a:pt x="2972" y="11608"/>
                </a:lnTo>
                <a:lnTo>
                  <a:pt x="3594" y="11746"/>
                </a:lnTo>
                <a:lnTo>
                  <a:pt x="4285" y="11884"/>
                </a:lnTo>
                <a:lnTo>
                  <a:pt x="5045" y="11953"/>
                </a:lnTo>
                <a:lnTo>
                  <a:pt x="6495" y="12023"/>
                </a:lnTo>
                <a:lnTo>
                  <a:pt x="9466" y="12023"/>
                </a:lnTo>
                <a:lnTo>
                  <a:pt x="13128" y="11953"/>
                </a:lnTo>
                <a:lnTo>
                  <a:pt x="15270" y="11884"/>
                </a:lnTo>
                <a:lnTo>
                  <a:pt x="16030" y="11815"/>
                </a:lnTo>
                <a:lnTo>
                  <a:pt x="16583" y="11746"/>
                </a:lnTo>
                <a:lnTo>
                  <a:pt x="17412" y="11539"/>
                </a:lnTo>
                <a:lnTo>
                  <a:pt x="18172" y="11124"/>
                </a:lnTo>
                <a:lnTo>
                  <a:pt x="18862" y="10641"/>
                </a:lnTo>
                <a:lnTo>
                  <a:pt x="19208" y="10364"/>
                </a:lnTo>
                <a:lnTo>
                  <a:pt x="19484" y="10088"/>
                </a:lnTo>
                <a:lnTo>
                  <a:pt x="19761" y="9535"/>
                </a:lnTo>
                <a:lnTo>
                  <a:pt x="20037" y="8983"/>
                </a:lnTo>
                <a:lnTo>
                  <a:pt x="20037" y="8706"/>
                </a:lnTo>
                <a:lnTo>
                  <a:pt x="20037" y="8430"/>
                </a:lnTo>
                <a:lnTo>
                  <a:pt x="20037" y="8154"/>
                </a:lnTo>
                <a:lnTo>
                  <a:pt x="19899" y="7877"/>
                </a:lnTo>
                <a:lnTo>
                  <a:pt x="19761" y="7601"/>
                </a:lnTo>
                <a:lnTo>
                  <a:pt x="19553" y="7394"/>
                </a:lnTo>
                <a:lnTo>
                  <a:pt x="19139" y="7048"/>
                </a:lnTo>
                <a:lnTo>
                  <a:pt x="18586" y="6841"/>
                </a:lnTo>
                <a:lnTo>
                  <a:pt x="17964" y="6703"/>
                </a:lnTo>
                <a:lnTo>
                  <a:pt x="17273" y="6564"/>
                </a:lnTo>
                <a:lnTo>
                  <a:pt x="16168" y="6564"/>
                </a:lnTo>
                <a:lnTo>
                  <a:pt x="15823" y="6634"/>
                </a:lnTo>
                <a:lnTo>
                  <a:pt x="15477" y="6772"/>
                </a:lnTo>
                <a:lnTo>
                  <a:pt x="15201" y="6979"/>
                </a:lnTo>
                <a:lnTo>
                  <a:pt x="15408" y="6634"/>
                </a:lnTo>
                <a:lnTo>
                  <a:pt x="15615" y="6288"/>
                </a:lnTo>
                <a:lnTo>
                  <a:pt x="15823" y="5874"/>
                </a:lnTo>
                <a:lnTo>
                  <a:pt x="15892" y="5459"/>
                </a:lnTo>
                <a:lnTo>
                  <a:pt x="15892" y="5044"/>
                </a:lnTo>
                <a:lnTo>
                  <a:pt x="15823" y="4630"/>
                </a:lnTo>
                <a:lnTo>
                  <a:pt x="15684" y="4284"/>
                </a:lnTo>
                <a:lnTo>
                  <a:pt x="15477" y="3939"/>
                </a:lnTo>
                <a:lnTo>
                  <a:pt x="15063" y="3663"/>
                </a:lnTo>
                <a:lnTo>
                  <a:pt x="14648" y="3455"/>
                </a:lnTo>
                <a:lnTo>
                  <a:pt x="14233" y="3386"/>
                </a:lnTo>
                <a:lnTo>
                  <a:pt x="13750" y="3317"/>
                </a:lnTo>
                <a:lnTo>
                  <a:pt x="13197" y="3386"/>
                </a:lnTo>
                <a:lnTo>
                  <a:pt x="12575" y="3455"/>
                </a:lnTo>
                <a:lnTo>
                  <a:pt x="12092" y="3732"/>
                </a:lnTo>
                <a:lnTo>
                  <a:pt x="11815" y="3870"/>
                </a:lnTo>
                <a:lnTo>
                  <a:pt x="11608" y="4077"/>
                </a:lnTo>
                <a:lnTo>
                  <a:pt x="11608" y="3386"/>
                </a:lnTo>
                <a:lnTo>
                  <a:pt x="11470" y="2695"/>
                </a:lnTo>
                <a:lnTo>
                  <a:pt x="11194" y="2074"/>
                </a:lnTo>
                <a:lnTo>
                  <a:pt x="10848" y="1452"/>
                </a:lnTo>
                <a:lnTo>
                  <a:pt x="10572" y="1037"/>
                </a:lnTo>
                <a:lnTo>
                  <a:pt x="10157" y="692"/>
                </a:lnTo>
                <a:lnTo>
                  <a:pt x="9743" y="346"/>
                </a:lnTo>
                <a:lnTo>
                  <a:pt x="9259" y="139"/>
                </a:lnTo>
                <a:lnTo>
                  <a:pt x="8775" y="1"/>
                </a:lnTo>
                <a:close/>
              </a:path>
            </a:pathLst>
          </a:custGeom>
          <a:solidFill>
            <a:schemeClr val="accent4"/>
          </a:solidFill>
          <a:ln>
            <a:noFill/>
          </a:ln>
          <a:effectLst>
            <a:outerShdw blurRad="57150" algn="bl" rotWithShape="0">
              <a:schemeClr val="dk1">
                <a:alpha val="2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34"/>
          <p:cNvSpPr/>
          <p:nvPr/>
        </p:nvSpPr>
        <p:spPr>
          <a:xfrm flipH="1">
            <a:off x="7973915" y="3071224"/>
            <a:ext cx="657364" cy="394505"/>
          </a:xfrm>
          <a:custGeom>
            <a:avLst/>
            <a:gdLst/>
            <a:ahLst/>
            <a:cxnLst/>
            <a:rect l="l" t="t" r="r" b="b"/>
            <a:pathLst>
              <a:path w="20037" h="12023" extrusionOk="0">
                <a:moveTo>
                  <a:pt x="8223" y="1"/>
                </a:moveTo>
                <a:lnTo>
                  <a:pt x="7739" y="139"/>
                </a:lnTo>
                <a:lnTo>
                  <a:pt x="7324" y="415"/>
                </a:lnTo>
                <a:lnTo>
                  <a:pt x="7117" y="623"/>
                </a:lnTo>
                <a:lnTo>
                  <a:pt x="6979" y="830"/>
                </a:lnTo>
                <a:lnTo>
                  <a:pt x="6703" y="1245"/>
                </a:lnTo>
                <a:lnTo>
                  <a:pt x="6703" y="1521"/>
                </a:lnTo>
                <a:lnTo>
                  <a:pt x="6703" y="1797"/>
                </a:lnTo>
                <a:lnTo>
                  <a:pt x="6703" y="2074"/>
                </a:lnTo>
                <a:lnTo>
                  <a:pt x="6772" y="2281"/>
                </a:lnTo>
                <a:lnTo>
                  <a:pt x="6219" y="1866"/>
                </a:lnTo>
                <a:lnTo>
                  <a:pt x="5666" y="1521"/>
                </a:lnTo>
                <a:lnTo>
                  <a:pt x="5045" y="1245"/>
                </a:lnTo>
                <a:lnTo>
                  <a:pt x="4354" y="1106"/>
                </a:lnTo>
                <a:lnTo>
                  <a:pt x="3732" y="1037"/>
                </a:lnTo>
                <a:lnTo>
                  <a:pt x="3041" y="1106"/>
                </a:lnTo>
                <a:lnTo>
                  <a:pt x="2695" y="1245"/>
                </a:lnTo>
                <a:lnTo>
                  <a:pt x="2419" y="1383"/>
                </a:lnTo>
                <a:lnTo>
                  <a:pt x="2143" y="1590"/>
                </a:lnTo>
                <a:lnTo>
                  <a:pt x="1935" y="1797"/>
                </a:lnTo>
                <a:lnTo>
                  <a:pt x="1728" y="2074"/>
                </a:lnTo>
                <a:lnTo>
                  <a:pt x="1590" y="2419"/>
                </a:lnTo>
                <a:lnTo>
                  <a:pt x="1452" y="2695"/>
                </a:lnTo>
                <a:lnTo>
                  <a:pt x="1383" y="3041"/>
                </a:lnTo>
                <a:lnTo>
                  <a:pt x="1383" y="3663"/>
                </a:lnTo>
                <a:lnTo>
                  <a:pt x="1521" y="4354"/>
                </a:lnTo>
                <a:lnTo>
                  <a:pt x="1797" y="4975"/>
                </a:lnTo>
                <a:lnTo>
                  <a:pt x="2143" y="5528"/>
                </a:lnTo>
                <a:lnTo>
                  <a:pt x="2557" y="6012"/>
                </a:lnTo>
                <a:lnTo>
                  <a:pt x="2972" y="6495"/>
                </a:lnTo>
                <a:lnTo>
                  <a:pt x="1935" y="6495"/>
                </a:lnTo>
                <a:lnTo>
                  <a:pt x="1383" y="6564"/>
                </a:lnTo>
                <a:lnTo>
                  <a:pt x="899" y="6772"/>
                </a:lnTo>
                <a:lnTo>
                  <a:pt x="692" y="6910"/>
                </a:lnTo>
                <a:lnTo>
                  <a:pt x="485" y="7186"/>
                </a:lnTo>
                <a:lnTo>
                  <a:pt x="277" y="7394"/>
                </a:lnTo>
                <a:lnTo>
                  <a:pt x="139" y="7670"/>
                </a:lnTo>
                <a:lnTo>
                  <a:pt x="70" y="7946"/>
                </a:lnTo>
                <a:lnTo>
                  <a:pt x="1" y="8223"/>
                </a:lnTo>
                <a:lnTo>
                  <a:pt x="1" y="8568"/>
                </a:lnTo>
                <a:lnTo>
                  <a:pt x="1" y="8844"/>
                </a:lnTo>
                <a:lnTo>
                  <a:pt x="139" y="9466"/>
                </a:lnTo>
                <a:lnTo>
                  <a:pt x="485" y="9950"/>
                </a:lnTo>
                <a:lnTo>
                  <a:pt x="830" y="10433"/>
                </a:lnTo>
                <a:lnTo>
                  <a:pt x="1314" y="10848"/>
                </a:lnTo>
                <a:lnTo>
                  <a:pt x="1797" y="11193"/>
                </a:lnTo>
                <a:lnTo>
                  <a:pt x="2419" y="11401"/>
                </a:lnTo>
                <a:lnTo>
                  <a:pt x="2972" y="11608"/>
                </a:lnTo>
                <a:lnTo>
                  <a:pt x="3594" y="11746"/>
                </a:lnTo>
                <a:lnTo>
                  <a:pt x="4285" y="11884"/>
                </a:lnTo>
                <a:lnTo>
                  <a:pt x="5045" y="11953"/>
                </a:lnTo>
                <a:lnTo>
                  <a:pt x="6495" y="12023"/>
                </a:lnTo>
                <a:lnTo>
                  <a:pt x="9466" y="12023"/>
                </a:lnTo>
                <a:lnTo>
                  <a:pt x="13128" y="11953"/>
                </a:lnTo>
                <a:lnTo>
                  <a:pt x="15270" y="11884"/>
                </a:lnTo>
                <a:lnTo>
                  <a:pt x="16030" y="11815"/>
                </a:lnTo>
                <a:lnTo>
                  <a:pt x="16583" y="11746"/>
                </a:lnTo>
                <a:lnTo>
                  <a:pt x="17412" y="11539"/>
                </a:lnTo>
                <a:lnTo>
                  <a:pt x="18172" y="11124"/>
                </a:lnTo>
                <a:lnTo>
                  <a:pt x="18862" y="10641"/>
                </a:lnTo>
                <a:lnTo>
                  <a:pt x="19208" y="10364"/>
                </a:lnTo>
                <a:lnTo>
                  <a:pt x="19484" y="10088"/>
                </a:lnTo>
                <a:lnTo>
                  <a:pt x="19761" y="9535"/>
                </a:lnTo>
                <a:lnTo>
                  <a:pt x="20037" y="8983"/>
                </a:lnTo>
                <a:lnTo>
                  <a:pt x="20037" y="8706"/>
                </a:lnTo>
                <a:lnTo>
                  <a:pt x="20037" y="8430"/>
                </a:lnTo>
                <a:lnTo>
                  <a:pt x="20037" y="8154"/>
                </a:lnTo>
                <a:lnTo>
                  <a:pt x="19899" y="7877"/>
                </a:lnTo>
                <a:lnTo>
                  <a:pt x="19761" y="7601"/>
                </a:lnTo>
                <a:lnTo>
                  <a:pt x="19553" y="7394"/>
                </a:lnTo>
                <a:lnTo>
                  <a:pt x="19139" y="7048"/>
                </a:lnTo>
                <a:lnTo>
                  <a:pt x="18586" y="6841"/>
                </a:lnTo>
                <a:lnTo>
                  <a:pt x="17964" y="6703"/>
                </a:lnTo>
                <a:lnTo>
                  <a:pt x="17273" y="6564"/>
                </a:lnTo>
                <a:lnTo>
                  <a:pt x="16168" y="6564"/>
                </a:lnTo>
                <a:lnTo>
                  <a:pt x="15823" y="6634"/>
                </a:lnTo>
                <a:lnTo>
                  <a:pt x="15477" y="6772"/>
                </a:lnTo>
                <a:lnTo>
                  <a:pt x="15201" y="6979"/>
                </a:lnTo>
                <a:lnTo>
                  <a:pt x="15408" y="6634"/>
                </a:lnTo>
                <a:lnTo>
                  <a:pt x="15615" y="6288"/>
                </a:lnTo>
                <a:lnTo>
                  <a:pt x="15823" y="5874"/>
                </a:lnTo>
                <a:lnTo>
                  <a:pt x="15892" y="5459"/>
                </a:lnTo>
                <a:lnTo>
                  <a:pt x="15892" y="5044"/>
                </a:lnTo>
                <a:lnTo>
                  <a:pt x="15823" y="4630"/>
                </a:lnTo>
                <a:lnTo>
                  <a:pt x="15684" y="4284"/>
                </a:lnTo>
                <a:lnTo>
                  <a:pt x="15477" y="3939"/>
                </a:lnTo>
                <a:lnTo>
                  <a:pt x="15063" y="3663"/>
                </a:lnTo>
                <a:lnTo>
                  <a:pt x="14648" y="3455"/>
                </a:lnTo>
                <a:lnTo>
                  <a:pt x="14233" y="3386"/>
                </a:lnTo>
                <a:lnTo>
                  <a:pt x="13750" y="3317"/>
                </a:lnTo>
                <a:lnTo>
                  <a:pt x="13197" y="3386"/>
                </a:lnTo>
                <a:lnTo>
                  <a:pt x="12575" y="3455"/>
                </a:lnTo>
                <a:lnTo>
                  <a:pt x="12092" y="3732"/>
                </a:lnTo>
                <a:lnTo>
                  <a:pt x="11815" y="3870"/>
                </a:lnTo>
                <a:lnTo>
                  <a:pt x="11608" y="4077"/>
                </a:lnTo>
                <a:lnTo>
                  <a:pt x="11608" y="3386"/>
                </a:lnTo>
                <a:lnTo>
                  <a:pt x="11470" y="2695"/>
                </a:lnTo>
                <a:lnTo>
                  <a:pt x="11194" y="2074"/>
                </a:lnTo>
                <a:lnTo>
                  <a:pt x="10848" y="1452"/>
                </a:lnTo>
                <a:lnTo>
                  <a:pt x="10572" y="1037"/>
                </a:lnTo>
                <a:lnTo>
                  <a:pt x="10157" y="692"/>
                </a:lnTo>
                <a:lnTo>
                  <a:pt x="9743" y="346"/>
                </a:lnTo>
                <a:lnTo>
                  <a:pt x="9259" y="139"/>
                </a:lnTo>
                <a:lnTo>
                  <a:pt x="8775" y="1"/>
                </a:lnTo>
                <a:close/>
              </a:path>
            </a:pathLst>
          </a:custGeom>
          <a:solidFill>
            <a:schemeClr val="accent4"/>
          </a:solidFill>
          <a:ln>
            <a:noFill/>
          </a:ln>
          <a:effectLst>
            <a:outerShdw blurRad="57150" algn="bl" rotWithShape="0">
              <a:schemeClr val="dk1">
                <a:alpha val="2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21" name="Google Shape;621;p34"/>
          <p:cNvGrpSpPr/>
          <p:nvPr/>
        </p:nvGrpSpPr>
        <p:grpSpPr>
          <a:xfrm rot="849179">
            <a:off x="3799632" y="4394527"/>
            <a:ext cx="505573" cy="432262"/>
            <a:chOff x="2981313" y="5119202"/>
            <a:chExt cx="505597" cy="432283"/>
          </a:xfrm>
        </p:grpSpPr>
        <p:sp>
          <p:nvSpPr>
            <p:cNvPr id="622" name="Google Shape;622;p34"/>
            <p:cNvSpPr/>
            <p:nvPr/>
          </p:nvSpPr>
          <p:spPr>
            <a:xfrm>
              <a:off x="2981313" y="5119202"/>
              <a:ext cx="505506" cy="432249"/>
            </a:xfrm>
            <a:custGeom>
              <a:avLst/>
              <a:gdLst/>
              <a:ahLst/>
              <a:cxnLst/>
              <a:rect l="l" t="t" r="r" b="b"/>
              <a:pathLst>
                <a:path w="8029" h="6866" extrusionOk="0">
                  <a:moveTo>
                    <a:pt x="8028" y="4189"/>
                  </a:moveTo>
                  <a:lnTo>
                    <a:pt x="6225" y="1"/>
                  </a:lnTo>
                  <a:lnTo>
                    <a:pt x="0" y="2677"/>
                  </a:lnTo>
                  <a:lnTo>
                    <a:pt x="0" y="2677"/>
                  </a:lnTo>
                  <a:lnTo>
                    <a:pt x="0" y="2677"/>
                  </a:lnTo>
                  <a:lnTo>
                    <a:pt x="58" y="2677"/>
                  </a:lnTo>
                  <a:lnTo>
                    <a:pt x="1862" y="6865"/>
                  </a:lnTo>
                  <a:lnTo>
                    <a:pt x="8028" y="4189"/>
                  </a:lnTo>
                  <a:lnTo>
                    <a:pt x="8028" y="4189"/>
                  </a:lnTo>
                  <a:lnTo>
                    <a:pt x="8028" y="4189"/>
                  </a:lnTo>
                  <a:close/>
                </a:path>
              </a:pathLst>
            </a:custGeom>
            <a:solidFill>
              <a:schemeClr val="accent4"/>
            </a:solidFill>
            <a:ln w="76200" cap="flat" cmpd="sng">
              <a:solidFill>
                <a:schemeClr val="accent4"/>
              </a:solidFill>
              <a:prstDash val="solid"/>
              <a:round/>
              <a:headEnd type="none" w="sm" len="sm"/>
              <a:tailEnd type="none" w="sm" len="sm"/>
            </a:ln>
            <a:effectLst>
              <a:outerShdw blurRad="57150" algn="bl" rotWithShape="0">
                <a:schemeClr val="dk1">
                  <a:alpha val="2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23" name="Google Shape;623;p34"/>
            <p:cNvGrpSpPr/>
            <p:nvPr/>
          </p:nvGrpSpPr>
          <p:grpSpPr>
            <a:xfrm>
              <a:off x="2981404" y="5119236"/>
              <a:ext cx="505506" cy="432249"/>
              <a:chOff x="3133700" y="5249463"/>
              <a:chExt cx="200725" cy="171650"/>
            </a:xfrm>
          </p:grpSpPr>
          <p:sp>
            <p:nvSpPr>
              <p:cNvPr id="624" name="Google Shape;624;p34"/>
              <p:cNvSpPr/>
              <p:nvPr/>
            </p:nvSpPr>
            <p:spPr>
              <a:xfrm>
                <a:off x="3133700" y="5249463"/>
                <a:ext cx="200725" cy="171650"/>
              </a:xfrm>
              <a:custGeom>
                <a:avLst/>
                <a:gdLst/>
                <a:ahLst/>
                <a:cxnLst/>
                <a:rect l="l" t="t" r="r" b="b"/>
                <a:pathLst>
                  <a:path w="8029" h="6866" extrusionOk="0">
                    <a:moveTo>
                      <a:pt x="0" y="2677"/>
                    </a:moveTo>
                    <a:lnTo>
                      <a:pt x="6225" y="1"/>
                    </a:lnTo>
                    <a:lnTo>
                      <a:pt x="8028" y="4189"/>
                    </a:lnTo>
                    <a:lnTo>
                      <a:pt x="1862" y="6865"/>
                    </a:lnTo>
                    <a:lnTo>
                      <a:pt x="0" y="2677"/>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34"/>
              <p:cNvSpPr/>
              <p:nvPr/>
            </p:nvSpPr>
            <p:spPr>
              <a:xfrm>
                <a:off x="3177325" y="5309088"/>
                <a:ext cx="155650" cy="109100"/>
              </a:xfrm>
              <a:custGeom>
                <a:avLst/>
                <a:gdLst/>
                <a:ahLst/>
                <a:cxnLst/>
                <a:rect l="l" t="t" r="r" b="b"/>
                <a:pathLst>
                  <a:path w="6226" h="4364" extrusionOk="0">
                    <a:moveTo>
                      <a:pt x="6225" y="1688"/>
                    </a:moveTo>
                    <a:lnTo>
                      <a:pt x="6225" y="1688"/>
                    </a:lnTo>
                    <a:lnTo>
                      <a:pt x="6109" y="1572"/>
                    </a:lnTo>
                    <a:lnTo>
                      <a:pt x="5993" y="1455"/>
                    </a:lnTo>
                    <a:lnTo>
                      <a:pt x="2211" y="59"/>
                    </a:lnTo>
                    <a:lnTo>
                      <a:pt x="2211" y="59"/>
                    </a:lnTo>
                    <a:lnTo>
                      <a:pt x="2037" y="1"/>
                    </a:lnTo>
                    <a:lnTo>
                      <a:pt x="1862" y="59"/>
                    </a:lnTo>
                    <a:lnTo>
                      <a:pt x="1688" y="175"/>
                    </a:lnTo>
                    <a:lnTo>
                      <a:pt x="1571" y="292"/>
                    </a:lnTo>
                    <a:lnTo>
                      <a:pt x="59" y="4015"/>
                    </a:lnTo>
                    <a:lnTo>
                      <a:pt x="59" y="4015"/>
                    </a:lnTo>
                    <a:lnTo>
                      <a:pt x="1" y="4189"/>
                    </a:lnTo>
                    <a:lnTo>
                      <a:pt x="59" y="4364"/>
                    </a:lnTo>
                    <a:lnTo>
                      <a:pt x="59" y="4364"/>
                    </a:lnTo>
                    <a:lnTo>
                      <a:pt x="6225" y="1688"/>
                    </a:lnTo>
                    <a:lnTo>
                      <a:pt x="6225" y="1688"/>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34"/>
              <p:cNvSpPr/>
              <p:nvPr/>
            </p:nvSpPr>
            <p:spPr>
              <a:xfrm>
                <a:off x="3178775" y="5312013"/>
                <a:ext cx="155650" cy="109100"/>
              </a:xfrm>
              <a:custGeom>
                <a:avLst/>
                <a:gdLst/>
                <a:ahLst/>
                <a:cxnLst/>
                <a:rect l="l" t="t" r="r" b="b"/>
                <a:pathLst>
                  <a:path w="6226" h="4364" extrusionOk="0">
                    <a:moveTo>
                      <a:pt x="6225" y="1687"/>
                    </a:moveTo>
                    <a:lnTo>
                      <a:pt x="6225" y="1687"/>
                    </a:lnTo>
                    <a:lnTo>
                      <a:pt x="6109" y="1513"/>
                    </a:lnTo>
                    <a:lnTo>
                      <a:pt x="5935" y="1455"/>
                    </a:lnTo>
                    <a:lnTo>
                      <a:pt x="2211" y="0"/>
                    </a:lnTo>
                    <a:lnTo>
                      <a:pt x="2211" y="0"/>
                    </a:lnTo>
                    <a:lnTo>
                      <a:pt x="1979" y="0"/>
                    </a:lnTo>
                    <a:lnTo>
                      <a:pt x="1804" y="0"/>
                    </a:lnTo>
                    <a:lnTo>
                      <a:pt x="1688" y="117"/>
                    </a:lnTo>
                    <a:lnTo>
                      <a:pt x="1571" y="291"/>
                    </a:lnTo>
                    <a:lnTo>
                      <a:pt x="59" y="4014"/>
                    </a:lnTo>
                    <a:lnTo>
                      <a:pt x="59" y="4014"/>
                    </a:lnTo>
                    <a:lnTo>
                      <a:pt x="1" y="4189"/>
                    </a:lnTo>
                    <a:lnTo>
                      <a:pt x="59" y="4363"/>
                    </a:lnTo>
                    <a:lnTo>
                      <a:pt x="59" y="4363"/>
                    </a:lnTo>
                    <a:lnTo>
                      <a:pt x="6225" y="1687"/>
                    </a:lnTo>
                    <a:lnTo>
                      <a:pt x="6225" y="1687"/>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34"/>
              <p:cNvSpPr/>
              <p:nvPr/>
            </p:nvSpPr>
            <p:spPr>
              <a:xfrm>
                <a:off x="3133700" y="5249463"/>
                <a:ext cx="155650" cy="114925"/>
              </a:xfrm>
              <a:custGeom>
                <a:avLst/>
                <a:gdLst/>
                <a:ahLst/>
                <a:cxnLst/>
                <a:rect l="l" t="t" r="r" b="b"/>
                <a:pathLst>
                  <a:path w="6226" h="4597" extrusionOk="0">
                    <a:moveTo>
                      <a:pt x="6225" y="1"/>
                    </a:moveTo>
                    <a:lnTo>
                      <a:pt x="6225" y="1"/>
                    </a:lnTo>
                    <a:lnTo>
                      <a:pt x="6225" y="175"/>
                    </a:lnTo>
                    <a:lnTo>
                      <a:pt x="6225" y="350"/>
                    </a:lnTo>
                    <a:lnTo>
                      <a:pt x="4771" y="4306"/>
                    </a:lnTo>
                    <a:lnTo>
                      <a:pt x="4771" y="4306"/>
                    </a:lnTo>
                    <a:lnTo>
                      <a:pt x="4654" y="4480"/>
                    </a:lnTo>
                    <a:lnTo>
                      <a:pt x="4538" y="4596"/>
                    </a:lnTo>
                    <a:lnTo>
                      <a:pt x="4363" y="4596"/>
                    </a:lnTo>
                    <a:lnTo>
                      <a:pt x="4131" y="4596"/>
                    </a:lnTo>
                    <a:lnTo>
                      <a:pt x="291" y="2968"/>
                    </a:lnTo>
                    <a:lnTo>
                      <a:pt x="291" y="2968"/>
                    </a:lnTo>
                    <a:lnTo>
                      <a:pt x="117" y="2851"/>
                    </a:lnTo>
                    <a:lnTo>
                      <a:pt x="58" y="2677"/>
                    </a:lnTo>
                    <a:lnTo>
                      <a:pt x="0" y="2677"/>
                    </a:lnTo>
                    <a:lnTo>
                      <a:pt x="6225" y="1"/>
                    </a:lnTo>
                    <a:lnTo>
                      <a:pt x="622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34"/>
              <p:cNvSpPr/>
              <p:nvPr/>
            </p:nvSpPr>
            <p:spPr>
              <a:xfrm>
                <a:off x="3133700" y="5249463"/>
                <a:ext cx="155650" cy="109100"/>
              </a:xfrm>
              <a:custGeom>
                <a:avLst/>
                <a:gdLst/>
                <a:ahLst/>
                <a:cxnLst/>
                <a:rect l="l" t="t" r="r" b="b"/>
                <a:pathLst>
                  <a:path w="6226" h="4364" extrusionOk="0">
                    <a:moveTo>
                      <a:pt x="6225" y="1"/>
                    </a:moveTo>
                    <a:lnTo>
                      <a:pt x="6225" y="1"/>
                    </a:lnTo>
                    <a:lnTo>
                      <a:pt x="6225" y="175"/>
                    </a:lnTo>
                    <a:lnTo>
                      <a:pt x="6225" y="350"/>
                    </a:lnTo>
                    <a:lnTo>
                      <a:pt x="4654" y="4073"/>
                    </a:lnTo>
                    <a:lnTo>
                      <a:pt x="4654" y="4073"/>
                    </a:lnTo>
                    <a:lnTo>
                      <a:pt x="4538" y="4247"/>
                    </a:lnTo>
                    <a:lnTo>
                      <a:pt x="4422" y="4306"/>
                    </a:lnTo>
                    <a:lnTo>
                      <a:pt x="4247" y="4364"/>
                    </a:lnTo>
                    <a:lnTo>
                      <a:pt x="4073" y="4364"/>
                    </a:lnTo>
                    <a:lnTo>
                      <a:pt x="291" y="2909"/>
                    </a:lnTo>
                    <a:lnTo>
                      <a:pt x="291" y="2909"/>
                    </a:lnTo>
                    <a:lnTo>
                      <a:pt x="117" y="2793"/>
                    </a:lnTo>
                    <a:lnTo>
                      <a:pt x="0" y="2677"/>
                    </a:lnTo>
                    <a:lnTo>
                      <a:pt x="0" y="2677"/>
                    </a:lnTo>
                    <a:lnTo>
                      <a:pt x="6225" y="1"/>
                    </a:lnTo>
                    <a:lnTo>
                      <a:pt x="622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34"/>
              <p:cNvSpPr/>
              <p:nvPr/>
            </p:nvSpPr>
            <p:spPr>
              <a:xfrm>
                <a:off x="3178775" y="5312013"/>
                <a:ext cx="155650" cy="109100"/>
              </a:xfrm>
              <a:custGeom>
                <a:avLst/>
                <a:gdLst/>
                <a:ahLst/>
                <a:cxnLst/>
                <a:rect l="l" t="t" r="r" b="b"/>
                <a:pathLst>
                  <a:path w="6226" h="4364" fill="none" extrusionOk="0">
                    <a:moveTo>
                      <a:pt x="6225" y="1687"/>
                    </a:moveTo>
                    <a:lnTo>
                      <a:pt x="6225" y="1687"/>
                    </a:lnTo>
                    <a:lnTo>
                      <a:pt x="6109" y="1513"/>
                    </a:lnTo>
                    <a:lnTo>
                      <a:pt x="5935" y="1455"/>
                    </a:lnTo>
                    <a:lnTo>
                      <a:pt x="2211" y="0"/>
                    </a:lnTo>
                    <a:lnTo>
                      <a:pt x="2211" y="0"/>
                    </a:lnTo>
                    <a:lnTo>
                      <a:pt x="1979" y="0"/>
                    </a:lnTo>
                    <a:lnTo>
                      <a:pt x="1804" y="0"/>
                    </a:lnTo>
                    <a:lnTo>
                      <a:pt x="1688" y="117"/>
                    </a:lnTo>
                    <a:lnTo>
                      <a:pt x="1571" y="291"/>
                    </a:lnTo>
                    <a:lnTo>
                      <a:pt x="59" y="4014"/>
                    </a:lnTo>
                    <a:lnTo>
                      <a:pt x="59" y="4014"/>
                    </a:lnTo>
                    <a:lnTo>
                      <a:pt x="1" y="4189"/>
                    </a:lnTo>
                    <a:lnTo>
                      <a:pt x="59" y="4363"/>
                    </a:lnTo>
                    <a:lnTo>
                      <a:pt x="59" y="4363"/>
                    </a:lnTo>
                    <a:lnTo>
                      <a:pt x="6225" y="1687"/>
                    </a:lnTo>
                    <a:lnTo>
                      <a:pt x="6225" y="168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34"/>
              <p:cNvSpPr/>
              <p:nvPr/>
            </p:nvSpPr>
            <p:spPr>
              <a:xfrm>
                <a:off x="3133700" y="5249463"/>
                <a:ext cx="155650" cy="114925"/>
              </a:xfrm>
              <a:custGeom>
                <a:avLst/>
                <a:gdLst/>
                <a:ahLst/>
                <a:cxnLst/>
                <a:rect l="l" t="t" r="r" b="b"/>
                <a:pathLst>
                  <a:path w="6226" h="4597" fill="none" extrusionOk="0">
                    <a:moveTo>
                      <a:pt x="6225" y="1"/>
                    </a:moveTo>
                    <a:lnTo>
                      <a:pt x="6225" y="1"/>
                    </a:lnTo>
                    <a:lnTo>
                      <a:pt x="6225" y="175"/>
                    </a:lnTo>
                    <a:lnTo>
                      <a:pt x="6225" y="350"/>
                    </a:lnTo>
                    <a:lnTo>
                      <a:pt x="4771" y="4306"/>
                    </a:lnTo>
                    <a:lnTo>
                      <a:pt x="4771" y="4306"/>
                    </a:lnTo>
                    <a:lnTo>
                      <a:pt x="4654" y="4480"/>
                    </a:lnTo>
                    <a:lnTo>
                      <a:pt x="4538" y="4596"/>
                    </a:lnTo>
                    <a:lnTo>
                      <a:pt x="4363" y="4596"/>
                    </a:lnTo>
                    <a:lnTo>
                      <a:pt x="4131" y="4596"/>
                    </a:lnTo>
                    <a:lnTo>
                      <a:pt x="291" y="2968"/>
                    </a:lnTo>
                    <a:lnTo>
                      <a:pt x="291" y="2968"/>
                    </a:lnTo>
                    <a:lnTo>
                      <a:pt x="117" y="2851"/>
                    </a:lnTo>
                    <a:lnTo>
                      <a:pt x="58" y="2677"/>
                    </a:lnTo>
                    <a:lnTo>
                      <a:pt x="0" y="2677"/>
                    </a:lnTo>
                    <a:lnTo>
                      <a:pt x="6225" y="1"/>
                    </a:lnTo>
                    <a:lnTo>
                      <a:pt x="6225"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34"/>
              <p:cNvSpPr/>
              <p:nvPr/>
            </p:nvSpPr>
            <p:spPr>
              <a:xfrm>
                <a:off x="3133700" y="5249463"/>
                <a:ext cx="155650" cy="109100"/>
              </a:xfrm>
              <a:custGeom>
                <a:avLst/>
                <a:gdLst/>
                <a:ahLst/>
                <a:cxnLst/>
                <a:rect l="l" t="t" r="r" b="b"/>
                <a:pathLst>
                  <a:path w="6226" h="4364" fill="none" extrusionOk="0">
                    <a:moveTo>
                      <a:pt x="6225" y="1"/>
                    </a:moveTo>
                    <a:lnTo>
                      <a:pt x="6225" y="1"/>
                    </a:lnTo>
                    <a:lnTo>
                      <a:pt x="6225" y="175"/>
                    </a:lnTo>
                    <a:lnTo>
                      <a:pt x="6225" y="350"/>
                    </a:lnTo>
                    <a:lnTo>
                      <a:pt x="4654" y="4073"/>
                    </a:lnTo>
                    <a:lnTo>
                      <a:pt x="4654" y="4073"/>
                    </a:lnTo>
                    <a:lnTo>
                      <a:pt x="4538" y="4247"/>
                    </a:lnTo>
                    <a:lnTo>
                      <a:pt x="4422" y="4306"/>
                    </a:lnTo>
                    <a:lnTo>
                      <a:pt x="4247" y="4364"/>
                    </a:lnTo>
                    <a:lnTo>
                      <a:pt x="4073" y="4364"/>
                    </a:lnTo>
                    <a:lnTo>
                      <a:pt x="291" y="2909"/>
                    </a:lnTo>
                    <a:lnTo>
                      <a:pt x="291" y="2909"/>
                    </a:lnTo>
                    <a:lnTo>
                      <a:pt x="117" y="2793"/>
                    </a:lnTo>
                    <a:lnTo>
                      <a:pt x="0" y="2677"/>
                    </a:lnTo>
                    <a:lnTo>
                      <a:pt x="0" y="2677"/>
                    </a:lnTo>
                    <a:lnTo>
                      <a:pt x="6225" y="1"/>
                    </a:lnTo>
                    <a:lnTo>
                      <a:pt x="6225"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34"/>
              <p:cNvSpPr/>
              <p:nvPr/>
            </p:nvSpPr>
            <p:spPr>
              <a:xfrm>
                <a:off x="3232600" y="5345463"/>
                <a:ext cx="27650" cy="26200"/>
              </a:xfrm>
              <a:custGeom>
                <a:avLst/>
                <a:gdLst/>
                <a:ahLst/>
                <a:cxnLst/>
                <a:rect l="l" t="t" r="r" b="b"/>
                <a:pathLst>
                  <a:path w="1106" h="1048" extrusionOk="0">
                    <a:moveTo>
                      <a:pt x="349" y="58"/>
                    </a:moveTo>
                    <a:lnTo>
                      <a:pt x="349" y="58"/>
                    </a:lnTo>
                    <a:lnTo>
                      <a:pt x="524" y="0"/>
                    </a:lnTo>
                    <a:lnTo>
                      <a:pt x="756" y="58"/>
                    </a:lnTo>
                    <a:lnTo>
                      <a:pt x="931" y="175"/>
                    </a:lnTo>
                    <a:lnTo>
                      <a:pt x="1047" y="349"/>
                    </a:lnTo>
                    <a:lnTo>
                      <a:pt x="1047" y="349"/>
                    </a:lnTo>
                    <a:lnTo>
                      <a:pt x="1106" y="524"/>
                    </a:lnTo>
                    <a:lnTo>
                      <a:pt x="1047" y="698"/>
                    </a:lnTo>
                    <a:lnTo>
                      <a:pt x="931" y="873"/>
                    </a:lnTo>
                    <a:lnTo>
                      <a:pt x="756" y="989"/>
                    </a:lnTo>
                    <a:lnTo>
                      <a:pt x="756" y="989"/>
                    </a:lnTo>
                    <a:lnTo>
                      <a:pt x="582" y="1047"/>
                    </a:lnTo>
                    <a:lnTo>
                      <a:pt x="349" y="1047"/>
                    </a:lnTo>
                    <a:lnTo>
                      <a:pt x="175" y="931"/>
                    </a:lnTo>
                    <a:lnTo>
                      <a:pt x="58" y="756"/>
                    </a:lnTo>
                    <a:lnTo>
                      <a:pt x="58" y="756"/>
                    </a:lnTo>
                    <a:lnTo>
                      <a:pt x="0" y="524"/>
                    </a:lnTo>
                    <a:lnTo>
                      <a:pt x="58" y="349"/>
                    </a:lnTo>
                    <a:lnTo>
                      <a:pt x="175" y="175"/>
                    </a:lnTo>
                    <a:lnTo>
                      <a:pt x="349" y="58"/>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34"/>
              <p:cNvSpPr/>
              <p:nvPr/>
            </p:nvSpPr>
            <p:spPr>
              <a:xfrm>
                <a:off x="3232600" y="5345463"/>
                <a:ext cx="27650" cy="26200"/>
              </a:xfrm>
              <a:custGeom>
                <a:avLst/>
                <a:gdLst/>
                <a:ahLst/>
                <a:cxnLst/>
                <a:rect l="l" t="t" r="r" b="b"/>
                <a:pathLst>
                  <a:path w="1106" h="1048" fill="none" extrusionOk="0">
                    <a:moveTo>
                      <a:pt x="349" y="58"/>
                    </a:moveTo>
                    <a:lnTo>
                      <a:pt x="349" y="58"/>
                    </a:lnTo>
                    <a:lnTo>
                      <a:pt x="524" y="0"/>
                    </a:lnTo>
                    <a:lnTo>
                      <a:pt x="756" y="58"/>
                    </a:lnTo>
                    <a:lnTo>
                      <a:pt x="931" y="175"/>
                    </a:lnTo>
                    <a:lnTo>
                      <a:pt x="1047" y="349"/>
                    </a:lnTo>
                    <a:lnTo>
                      <a:pt x="1047" y="349"/>
                    </a:lnTo>
                    <a:lnTo>
                      <a:pt x="1106" y="524"/>
                    </a:lnTo>
                    <a:lnTo>
                      <a:pt x="1047" y="698"/>
                    </a:lnTo>
                    <a:lnTo>
                      <a:pt x="931" y="873"/>
                    </a:lnTo>
                    <a:lnTo>
                      <a:pt x="756" y="989"/>
                    </a:lnTo>
                    <a:lnTo>
                      <a:pt x="756" y="989"/>
                    </a:lnTo>
                    <a:lnTo>
                      <a:pt x="582" y="1047"/>
                    </a:lnTo>
                    <a:lnTo>
                      <a:pt x="349" y="1047"/>
                    </a:lnTo>
                    <a:lnTo>
                      <a:pt x="175" y="931"/>
                    </a:lnTo>
                    <a:lnTo>
                      <a:pt x="58" y="756"/>
                    </a:lnTo>
                    <a:lnTo>
                      <a:pt x="58" y="756"/>
                    </a:lnTo>
                    <a:lnTo>
                      <a:pt x="0" y="524"/>
                    </a:lnTo>
                    <a:lnTo>
                      <a:pt x="58" y="349"/>
                    </a:lnTo>
                    <a:lnTo>
                      <a:pt x="175" y="175"/>
                    </a:lnTo>
                    <a:lnTo>
                      <a:pt x="349" y="58"/>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34"/>
              <p:cNvSpPr/>
              <p:nvPr/>
            </p:nvSpPr>
            <p:spPr>
              <a:xfrm>
                <a:off x="3237688" y="5350283"/>
                <a:ext cx="17475" cy="16558"/>
              </a:xfrm>
              <a:custGeom>
                <a:avLst/>
                <a:gdLst/>
                <a:ahLst/>
                <a:cxnLst/>
                <a:rect l="l" t="t" r="r" b="b"/>
                <a:pathLst>
                  <a:path w="1106" h="1048" extrusionOk="0">
                    <a:moveTo>
                      <a:pt x="349" y="58"/>
                    </a:moveTo>
                    <a:lnTo>
                      <a:pt x="349" y="58"/>
                    </a:lnTo>
                    <a:lnTo>
                      <a:pt x="524" y="0"/>
                    </a:lnTo>
                    <a:lnTo>
                      <a:pt x="756" y="58"/>
                    </a:lnTo>
                    <a:lnTo>
                      <a:pt x="931" y="175"/>
                    </a:lnTo>
                    <a:lnTo>
                      <a:pt x="1047" y="349"/>
                    </a:lnTo>
                    <a:lnTo>
                      <a:pt x="1047" y="349"/>
                    </a:lnTo>
                    <a:lnTo>
                      <a:pt x="1106" y="524"/>
                    </a:lnTo>
                    <a:lnTo>
                      <a:pt x="1047" y="698"/>
                    </a:lnTo>
                    <a:lnTo>
                      <a:pt x="931" y="873"/>
                    </a:lnTo>
                    <a:lnTo>
                      <a:pt x="756" y="989"/>
                    </a:lnTo>
                    <a:lnTo>
                      <a:pt x="756" y="989"/>
                    </a:lnTo>
                    <a:lnTo>
                      <a:pt x="582" y="1047"/>
                    </a:lnTo>
                    <a:lnTo>
                      <a:pt x="349" y="1047"/>
                    </a:lnTo>
                    <a:lnTo>
                      <a:pt x="175" y="931"/>
                    </a:lnTo>
                    <a:lnTo>
                      <a:pt x="58" y="756"/>
                    </a:lnTo>
                    <a:lnTo>
                      <a:pt x="58" y="756"/>
                    </a:lnTo>
                    <a:lnTo>
                      <a:pt x="0" y="524"/>
                    </a:lnTo>
                    <a:lnTo>
                      <a:pt x="58" y="349"/>
                    </a:lnTo>
                    <a:lnTo>
                      <a:pt x="175" y="175"/>
                    </a:lnTo>
                    <a:lnTo>
                      <a:pt x="349" y="58"/>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635" name="Google Shape;635;p34"/>
          <p:cNvSpPr txBox="1">
            <a:spLocks noGrp="1"/>
          </p:cNvSpPr>
          <p:nvPr>
            <p:ph type="subTitle" idx="1"/>
          </p:nvPr>
        </p:nvSpPr>
        <p:spPr>
          <a:xfrm>
            <a:off x="2133370" y="1499877"/>
            <a:ext cx="3929015" cy="558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1800" dirty="0" smtClean="0"/>
              <a:t>Better </a:t>
            </a:r>
            <a:r>
              <a:rPr lang="en" sz="1800" dirty="0" smtClean="0"/>
              <a:t>communication</a:t>
            </a:r>
            <a:endParaRPr sz="1800" dirty="0"/>
          </a:p>
        </p:txBody>
      </p:sp>
      <p:sp>
        <p:nvSpPr>
          <p:cNvPr id="636" name="Google Shape;636;p34"/>
          <p:cNvSpPr txBox="1">
            <a:spLocks noGrp="1"/>
          </p:cNvSpPr>
          <p:nvPr>
            <p:ph type="subTitle" idx="2"/>
          </p:nvPr>
        </p:nvSpPr>
        <p:spPr>
          <a:xfrm>
            <a:off x="2266728" y="2076060"/>
            <a:ext cx="4322100" cy="558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1800" dirty="0" smtClean="0"/>
              <a:t>Cognitive advantages</a:t>
            </a:r>
            <a:endParaRPr sz="1800" dirty="0"/>
          </a:p>
        </p:txBody>
      </p:sp>
      <p:grpSp>
        <p:nvGrpSpPr>
          <p:cNvPr id="65" name="Google Shape;597;p34"/>
          <p:cNvGrpSpPr/>
          <p:nvPr/>
        </p:nvGrpSpPr>
        <p:grpSpPr>
          <a:xfrm>
            <a:off x="1079754" y="2535590"/>
            <a:ext cx="550479" cy="642026"/>
            <a:chOff x="2387710" y="1441879"/>
            <a:chExt cx="854316" cy="1065138"/>
          </a:xfrm>
        </p:grpSpPr>
        <p:sp>
          <p:nvSpPr>
            <p:cNvPr id="66" name="Google Shape;598;p34"/>
            <p:cNvSpPr/>
            <p:nvPr/>
          </p:nvSpPr>
          <p:spPr>
            <a:xfrm>
              <a:off x="2387752" y="1443217"/>
              <a:ext cx="854249" cy="1062482"/>
            </a:xfrm>
            <a:custGeom>
              <a:avLst/>
              <a:gdLst/>
              <a:ahLst/>
              <a:cxnLst/>
              <a:rect l="l" t="t" r="r" b="b"/>
              <a:pathLst>
                <a:path w="12861" h="15996" extrusionOk="0">
                  <a:moveTo>
                    <a:pt x="5169" y="9768"/>
                  </a:moveTo>
                  <a:lnTo>
                    <a:pt x="5169" y="10094"/>
                  </a:lnTo>
                  <a:lnTo>
                    <a:pt x="5047" y="9931"/>
                  </a:lnTo>
                  <a:lnTo>
                    <a:pt x="5169" y="9768"/>
                  </a:lnTo>
                  <a:close/>
                  <a:moveTo>
                    <a:pt x="4355" y="0"/>
                  </a:moveTo>
                  <a:lnTo>
                    <a:pt x="4070" y="41"/>
                  </a:lnTo>
                  <a:lnTo>
                    <a:pt x="3744" y="82"/>
                  </a:lnTo>
                  <a:lnTo>
                    <a:pt x="3459" y="163"/>
                  </a:lnTo>
                  <a:lnTo>
                    <a:pt x="3215" y="245"/>
                  </a:lnTo>
                  <a:lnTo>
                    <a:pt x="2971" y="367"/>
                  </a:lnTo>
                  <a:lnTo>
                    <a:pt x="2808" y="529"/>
                  </a:lnTo>
                  <a:lnTo>
                    <a:pt x="2645" y="733"/>
                  </a:lnTo>
                  <a:lnTo>
                    <a:pt x="2483" y="977"/>
                  </a:lnTo>
                  <a:lnTo>
                    <a:pt x="2320" y="1221"/>
                  </a:lnTo>
                  <a:lnTo>
                    <a:pt x="2238" y="1466"/>
                  </a:lnTo>
                  <a:lnTo>
                    <a:pt x="2157" y="1791"/>
                  </a:lnTo>
                  <a:lnTo>
                    <a:pt x="2076" y="2117"/>
                  </a:lnTo>
                  <a:lnTo>
                    <a:pt x="2035" y="2402"/>
                  </a:lnTo>
                  <a:lnTo>
                    <a:pt x="1994" y="2727"/>
                  </a:lnTo>
                  <a:lnTo>
                    <a:pt x="1994" y="3500"/>
                  </a:lnTo>
                  <a:lnTo>
                    <a:pt x="2076" y="4314"/>
                  </a:lnTo>
                  <a:lnTo>
                    <a:pt x="2116" y="4640"/>
                  </a:lnTo>
                  <a:lnTo>
                    <a:pt x="2076" y="4640"/>
                  </a:lnTo>
                  <a:lnTo>
                    <a:pt x="1994" y="4721"/>
                  </a:lnTo>
                  <a:lnTo>
                    <a:pt x="1913" y="4925"/>
                  </a:lnTo>
                  <a:lnTo>
                    <a:pt x="1872" y="5088"/>
                  </a:lnTo>
                  <a:lnTo>
                    <a:pt x="1913" y="5373"/>
                  </a:lnTo>
                  <a:lnTo>
                    <a:pt x="1994" y="5617"/>
                  </a:lnTo>
                  <a:lnTo>
                    <a:pt x="2157" y="5902"/>
                  </a:lnTo>
                  <a:lnTo>
                    <a:pt x="2320" y="6105"/>
                  </a:lnTo>
                  <a:lnTo>
                    <a:pt x="2361" y="6146"/>
                  </a:lnTo>
                  <a:lnTo>
                    <a:pt x="2483" y="6553"/>
                  </a:lnTo>
                  <a:lnTo>
                    <a:pt x="2686" y="7001"/>
                  </a:lnTo>
                  <a:lnTo>
                    <a:pt x="2930" y="7489"/>
                  </a:lnTo>
                  <a:lnTo>
                    <a:pt x="3256" y="7855"/>
                  </a:lnTo>
                  <a:lnTo>
                    <a:pt x="3582" y="8222"/>
                  </a:lnTo>
                  <a:lnTo>
                    <a:pt x="3704" y="8303"/>
                  </a:lnTo>
                  <a:lnTo>
                    <a:pt x="3582" y="8425"/>
                  </a:lnTo>
                  <a:lnTo>
                    <a:pt x="3459" y="8588"/>
                  </a:lnTo>
                  <a:lnTo>
                    <a:pt x="3378" y="8791"/>
                  </a:lnTo>
                  <a:lnTo>
                    <a:pt x="3337" y="8995"/>
                  </a:lnTo>
                  <a:lnTo>
                    <a:pt x="3297" y="9198"/>
                  </a:lnTo>
                  <a:lnTo>
                    <a:pt x="3297" y="9402"/>
                  </a:lnTo>
                  <a:lnTo>
                    <a:pt x="3378" y="9605"/>
                  </a:lnTo>
                  <a:lnTo>
                    <a:pt x="3419" y="9768"/>
                  </a:lnTo>
                  <a:lnTo>
                    <a:pt x="3541" y="9931"/>
                  </a:lnTo>
                  <a:lnTo>
                    <a:pt x="3419" y="10094"/>
                  </a:lnTo>
                  <a:lnTo>
                    <a:pt x="3378" y="10256"/>
                  </a:lnTo>
                  <a:lnTo>
                    <a:pt x="3297" y="10460"/>
                  </a:lnTo>
                  <a:lnTo>
                    <a:pt x="3297" y="10623"/>
                  </a:lnTo>
                  <a:lnTo>
                    <a:pt x="1913" y="10989"/>
                  </a:lnTo>
                  <a:lnTo>
                    <a:pt x="895" y="11274"/>
                  </a:lnTo>
                  <a:lnTo>
                    <a:pt x="733" y="11315"/>
                  </a:lnTo>
                  <a:lnTo>
                    <a:pt x="529" y="11437"/>
                  </a:lnTo>
                  <a:lnTo>
                    <a:pt x="407" y="11559"/>
                  </a:lnTo>
                  <a:lnTo>
                    <a:pt x="244" y="11681"/>
                  </a:lnTo>
                  <a:lnTo>
                    <a:pt x="122" y="11844"/>
                  </a:lnTo>
                  <a:lnTo>
                    <a:pt x="81" y="12047"/>
                  </a:lnTo>
                  <a:lnTo>
                    <a:pt x="0" y="12210"/>
                  </a:lnTo>
                  <a:lnTo>
                    <a:pt x="0" y="12414"/>
                  </a:lnTo>
                  <a:lnTo>
                    <a:pt x="0" y="14937"/>
                  </a:lnTo>
                  <a:lnTo>
                    <a:pt x="3297" y="14937"/>
                  </a:lnTo>
                  <a:lnTo>
                    <a:pt x="3337" y="15140"/>
                  </a:lnTo>
                  <a:lnTo>
                    <a:pt x="3378" y="15385"/>
                  </a:lnTo>
                  <a:lnTo>
                    <a:pt x="3459" y="15547"/>
                  </a:lnTo>
                  <a:lnTo>
                    <a:pt x="3582" y="15669"/>
                  </a:lnTo>
                  <a:lnTo>
                    <a:pt x="3744" y="15832"/>
                  </a:lnTo>
                  <a:lnTo>
                    <a:pt x="3907" y="15954"/>
                  </a:lnTo>
                  <a:lnTo>
                    <a:pt x="4070" y="15995"/>
                  </a:lnTo>
                  <a:lnTo>
                    <a:pt x="4518" y="15995"/>
                  </a:lnTo>
                  <a:lnTo>
                    <a:pt x="4680" y="15954"/>
                  </a:lnTo>
                  <a:lnTo>
                    <a:pt x="4843" y="15832"/>
                  </a:lnTo>
                  <a:lnTo>
                    <a:pt x="5006" y="15669"/>
                  </a:lnTo>
                  <a:lnTo>
                    <a:pt x="5128" y="15547"/>
                  </a:lnTo>
                  <a:lnTo>
                    <a:pt x="5210" y="15385"/>
                  </a:lnTo>
                  <a:lnTo>
                    <a:pt x="5291" y="15140"/>
                  </a:lnTo>
                  <a:lnTo>
                    <a:pt x="5291" y="14937"/>
                  </a:lnTo>
                  <a:lnTo>
                    <a:pt x="7367" y="14937"/>
                  </a:lnTo>
                  <a:lnTo>
                    <a:pt x="7407" y="15140"/>
                  </a:lnTo>
                  <a:lnTo>
                    <a:pt x="7489" y="15385"/>
                  </a:lnTo>
                  <a:lnTo>
                    <a:pt x="7570" y="15547"/>
                  </a:lnTo>
                  <a:lnTo>
                    <a:pt x="7692" y="15669"/>
                  </a:lnTo>
                  <a:lnTo>
                    <a:pt x="7855" y="15832"/>
                  </a:lnTo>
                  <a:lnTo>
                    <a:pt x="8018" y="15954"/>
                  </a:lnTo>
                  <a:lnTo>
                    <a:pt x="8181" y="15995"/>
                  </a:lnTo>
                  <a:lnTo>
                    <a:pt x="8588" y="15995"/>
                  </a:lnTo>
                  <a:lnTo>
                    <a:pt x="8791" y="15954"/>
                  </a:lnTo>
                  <a:lnTo>
                    <a:pt x="8954" y="15832"/>
                  </a:lnTo>
                  <a:lnTo>
                    <a:pt x="9117" y="15669"/>
                  </a:lnTo>
                  <a:lnTo>
                    <a:pt x="9239" y="15547"/>
                  </a:lnTo>
                  <a:lnTo>
                    <a:pt x="9279" y="15385"/>
                  </a:lnTo>
                  <a:lnTo>
                    <a:pt x="9361" y="15140"/>
                  </a:lnTo>
                  <a:lnTo>
                    <a:pt x="9402" y="14937"/>
                  </a:lnTo>
                  <a:lnTo>
                    <a:pt x="12861" y="14937"/>
                  </a:lnTo>
                  <a:lnTo>
                    <a:pt x="12861" y="12414"/>
                  </a:lnTo>
                  <a:lnTo>
                    <a:pt x="12861" y="12210"/>
                  </a:lnTo>
                  <a:lnTo>
                    <a:pt x="12780" y="12047"/>
                  </a:lnTo>
                  <a:lnTo>
                    <a:pt x="12739" y="11844"/>
                  </a:lnTo>
                  <a:lnTo>
                    <a:pt x="12576" y="11681"/>
                  </a:lnTo>
                  <a:lnTo>
                    <a:pt x="12454" y="11559"/>
                  </a:lnTo>
                  <a:lnTo>
                    <a:pt x="12291" y="11437"/>
                  </a:lnTo>
                  <a:lnTo>
                    <a:pt x="12128" y="11315"/>
                  </a:lnTo>
                  <a:lnTo>
                    <a:pt x="11966" y="11274"/>
                  </a:lnTo>
                  <a:lnTo>
                    <a:pt x="9402" y="10582"/>
                  </a:lnTo>
                  <a:lnTo>
                    <a:pt x="9361" y="10460"/>
                  </a:lnTo>
                  <a:lnTo>
                    <a:pt x="9320" y="10256"/>
                  </a:lnTo>
                  <a:lnTo>
                    <a:pt x="9239" y="10094"/>
                  </a:lnTo>
                  <a:lnTo>
                    <a:pt x="9117" y="9931"/>
                  </a:lnTo>
                  <a:lnTo>
                    <a:pt x="9239" y="9768"/>
                  </a:lnTo>
                  <a:lnTo>
                    <a:pt x="9320" y="9605"/>
                  </a:lnTo>
                  <a:lnTo>
                    <a:pt x="9361" y="9402"/>
                  </a:lnTo>
                  <a:lnTo>
                    <a:pt x="9402" y="9198"/>
                  </a:lnTo>
                  <a:lnTo>
                    <a:pt x="9361" y="8995"/>
                  </a:lnTo>
                  <a:lnTo>
                    <a:pt x="9279" y="8791"/>
                  </a:lnTo>
                  <a:lnTo>
                    <a:pt x="9239" y="8588"/>
                  </a:lnTo>
                  <a:lnTo>
                    <a:pt x="9117" y="8425"/>
                  </a:lnTo>
                  <a:lnTo>
                    <a:pt x="9117" y="8344"/>
                  </a:lnTo>
                  <a:lnTo>
                    <a:pt x="9279" y="8222"/>
                  </a:lnTo>
                  <a:lnTo>
                    <a:pt x="9605" y="7855"/>
                  </a:lnTo>
                  <a:lnTo>
                    <a:pt x="9931" y="7489"/>
                  </a:lnTo>
                  <a:lnTo>
                    <a:pt x="10216" y="7001"/>
                  </a:lnTo>
                  <a:lnTo>
                    <a:pt x="10378" y="6553"/>
                  </a:lnTo>
                  <a:lnTo>
                    <a:pt x="10541" y="6105"/>
                  </a:lnTo>
                  <a:lnTo>
                    <a:pt x="10541" y="6064"/>
                  </a:lnTo>
                  <a:lnTo>
                    <a:pt x="10704" y="5902"/>
                  </a:lnTo>
                  <a:lnTo>
                    <a:pt x="10867" y="5617"/>
                  </a:lnTo>
                  <a:lnTo>
                    <a:pt x="10948" y="5373"/>
                  </a:lnTo>
                  <a:lnTo>
                    <a:pt x="10989" y="5088"/>
                  </a:lnTo>
                  <a:lnTo>
                    <a:pt x="10948" y="4925"/>
                  </a:lnTo>
                  <a:lnTo>
                    <a:pt x="10867" y="4721"/>
                  </a:lnTo>
                  <a:lnTo>
                    <a:pt x="10785" y="4640"/>
                  </a:lnTo>
                  <a:lnTo>
                    <a:pt x="10745" y="4640"/>
                  </a:lnTo>
                  <a:lnTo>
                    <a:pt x="10826" y="4314"/>
                  </a:lnTo>
                  <a:lnTo>
                    <a:pt x="10867" y="3500"/>
                  </a:lnTo>
                  <a:lnTo>
                    <a:pt x="10867" y="2727"/>
                  </a:lnTo>
                  <a:lnTo>
                    <a:pt x="10867" y="2402"/>
                  </a:lnTo>
                  <a:lnTo>
                    <a:pt x="10826" y="2117"/>
                  </a:lnTo>
                  <a:lnTo>
                    <a:pt x="10745" y="1791"/>
                  </a:lnTo>
                  <a:lnTo>
                    <a:pt x="10663" y="1466"/>
                  </a:lnTo>
                  <a:lnTo>
                    <a:pt x="10541" y="1221"/>
                  </a:lnTo>
                  <a:lnTo>
                    <a:pt x="10419" y="977"/>
                  </a:lnTo>
                  <a:lnTo>
                    <a:pt x="10256" y="733"/>
                  </a:lnTo>
                  <a:lnTo>
                    <a:pt x="10093" y="529"/>
                  </a:lnTo>
                  <a:lnTo>
                    <a:pt x="9890" y="367"/>
                  </a:lnTo>
                  <a:lnTo>
                    <a:pt x="9686" y="245"/>
                  </a:lnTo>
                  <a:lnTo>
                    <a:pt x="9442" y="163"/>
                  </a:lnTo>
                  <a:lnTo>
                    <a:pt x="9117" y="82"/>
                  </a:lnTo>
                  <a:lnTo>
                    <a:pt x="8832" y="41"/>
                  </a:lnTo>
                  <a:lnTo>
                    <a:pt x="8547" y="0"/>
                  </a:lnTo>
                  <a:lnTo>
                    <a:pt x="7936" y="0"/>
                  </a:lnTo>
                  <a:lnTo>
                    <a:pt x="7367" y="41"/>
                  </a:lnTo>
                  <a:lnTo>
                    <a:pt x="6878" y="82"/>
                  </a:lnTo>
                  <a:lnTo>
                    <a:pt x="6430" y="204"/>
                  </a:lnTo>
                  <a:lnTo>
                    <a:pt x="5983" y="82"/>
                  </a:lnTo>
                  <a:lnTo>
                    <a:pt x="5535" y="41"/>
                  </a:lnTo>
                  <a:lnTo>
                    <a:pt x="4965" y="0"/>
                  </a:lnTo>
                  <a:close/>
                </a:path>
              </a:pathLst>
            </a:custGeom>
            <a:solidFill>
              <a:schemeClr val="accent4"/>
            </a:solidFill>
            <a:ln w="76200" cap="flat" cmpd="sng">
              <a:solidFill>
                <a:schemeClr val="accent4"/>
              </a:solidFill>
              <a:prstDash val="solid"/>
              <a:round/>
              <a:headEnd type="none" w="sm" len="sm"/>
              <a:tailEnd type="none" w="sm" len="sm"/>
            </a:ln>
            <a:effectLst>
              <a:outerShdw blurRad="57150" algn="bl" rotWithShape="0">
                <a:schemeClr val="dk1">
                  <a:alpha val="2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7" name="Google Shape;599;p34"/>
            <p:cNvGrpSpPr/>
            <p:nvPr/>
          </p:nvGrpSpPr>
          <p:grpSpPr>
            <a:xfrm>
              <a:off x="2387710" y="1441879"/>
              <a:ext cx="854316" cy="1065138"/>
              <a:chOff x="270675" y="3087425"/>
              <a:chExt cx="321550" cy="400900"/>
            </a:xfrm>
          </p:grpSpPr>
          <p:sp>
            <p:nvSpPr>
              <p:cNvPr id="68" name="Google Shape;600;p34"/>
              <p:cNvSpPr/>
              <p:nvPr/>
            </p:nvSpPr>
            <p:spPr>
              <a:xfrm>
                <a:off x="321550" y="3087425"/>
                <a:ext cx="221825" cy="246250"/>
              </a:xfrm>
              <a:custGeom>
                <a:avLst/>
                <a:gdLst/>
                <a:ahLst/>
                <a:cxnLst/>
                <a:rect l="l" t="t" r="r" b="b"/>
                <a:pathLst>
                  <a:path w="8873" h="9850" extrusionOk="0">
                    <a:moveTo>
                      <a:pt x="2320" y="0"/>
                    </a:moveTo>
                    <a:lnTo>
                      <a:pt x="2035" y="41"/>
                    </a:lnTo>
                    <a:lnTo>
                      <a:pt x="1750" y="82"/>
                    </a:lnTo>
                    <a:lnTo>
                      <a:pt x="1425" y="163"/>
                    </a:lnTo>
                    <a:lnTo>
                      <a:pt x="1181" y="245"/>
                    </a:lnTo>
                    <a:lnTo>
                      <a:pt x="936" y="367"/>
                    </a:lnTo>
                    <a:lnTo>
                      <a:pt x="774" y="530"/>
                    </a:lnTo>
                    <a:lnTo>
                      <a:pt x="611" y="733"/>
                    </a:lnTo>
                    <a:lnTo>
                      <a:pt x="448" y="977"/>
                    </a:lnTo>
                    <a:lnTo>
                      <a:pt x="326" y="1221"/>
                    </a:lnTo>
                    <a:lnTo>
                      <a:pt x="204" y="1466"/>
                    </a:lnTo>
                    <a:lnTo>
                      <a:pt x="122" y="1791"/>
                    </a:lnTo>
                    <a:lnTo>
                      <a:pt x="41" y="2117"/>
                    </a:lnTo>
                    <a:lnTo>
                      <a:pt x="0" y="2442"/>
                    </a:lnTo>
                    <a:lnTo>
                      <a:pt x="0" y="2727"/>
                    </a:lnTo>
                    <a:lnTo>
                      <a:pt x="0" y="3501"/>
                    </a:lnTo>
                    <a:lnTo>
                      <a:pt x="41" y="4315"/>
                    </a:lnTo>
                    <a:lnTo>
                      <a:pt x="163" y="5169"/>
                    </a:lnTo>
                    <a:lnTo>
                      <a:pt x="326" y="6105"/>
                    </a:lnTo>
                    <a:lnTo>
                      <a:pt x="489" y="6553"/>
                    </a:lnTo>
                    <a:lnTo>
                      <a:pt x="652" y="7001"/>
                    </a:lnTo>
                    <a:lnTo>
                      <a:pt x="936" y="7489"/>
                    </a:lnTo>
                    <a:lnTo>
                      <a:pt x="1221" y="7855"/>
                    </a:lnTo>
                    <a:lnTo>
                      <a:pt x="1588" y="8222"/>
                    </a:lnTo>
                    <a:lnTo>
                      <a:pt x="1954" y="8547"/>
                    </a:lnTo>
                    <a:lnTo>
                      <a:pt x="2361" y="8832"/>
                    </a:lnTo>
                    <a:lnTo>
                      <a:pt x="2849" y="9076"/>
                    </a:lnTo>
                    <a:lnTo>
                      <a:pt x="4437" y="9850"/>
                    </a:lnTo>
                    <a:lnTo>
                      <a:pt x="6024" y="9076"/>
                    </a:lnTo>
                    <a:lnTo>
                      <a:pt x="6472" y="8832"/>
                    </a:lnTo>
                    <a:lnTo>
                      <a:pt x="6838" y="8547"/>
                    </a:lnTo>
                    <a:lnTo>
                      <a:pt x="7286" y="8222"/>
                    </a:lnTo>
                    <a:lnTo>
                      <a:pt x="7611" y="7855"/>
                    </a:lnTo>
                    <a:lnTo>
                      <a:pt x="7896" y="7489"/>
                    </a:lnTo>
                    <a:lnTo>
                      <a:pt x="8181" y="7001"/>
                    </a:lnTo>
                    <a:lnTo>
                      <a:pt x="8384" y="6553"/>
                    </a:lnTo>
                    <a:lnTo>
                      <a:pt x="8507" y="6105"/>
                    </a:lnTo>
                    <a:lnTo>
                      <a:pt x="8669" y="5169"/>
                    </a:lnTo>
                    <a:lnTo>
                      <a:pt x="8791" y="4315"/>
                    </a:lnTo>
                    <a:lnTo>
                      <a:pt x="8873" y="3501"/>
                    </a:lnTo>
                    <a:lnTo>
                      <a:pt x="8873" y="2727"/>
                    </a:lnTo>
                    <a:lnTo>
                      <a:pt x="8832" y="2442"/>
                    </a:lnTo>
                    <a:lnTo>
                      <a:pt x="8791" y="2117"/>
                    </a:lnTo>
                    <a:lnTo>
                      <a:pt x="8710" y="1791"/>
                    </a:lnTo>
                    <a:lnTo>
                      <a:pt x="8629" y="1466"/>
                    </a:lnTo>
                    <a:lnTo>
                      <a:pt x="8547" y="1221"/>
                    </a:lnTo>
                    <a:lnTo>
                      <a:pt x="8384" y="977"/>
                    </a:lnTo>
                    <a:lnTo>
                      <a:pt x="8222" y="733"/>
                    </a:lnTo>
                    <a:lnTo>
                      <a:pt x="8059" y="530"/>
                    </a:lnTo>
                    <a:lnTo>
                      <a:pt x="7896" y="367"/>
                    </a:lnTo>
                    <a:lnTo>
                      <a:pt x="7652" y="245"/>
                    </a:lnTo>
                    <a:lnTo>
                      <a:pt x="7408" y="163"/>
                    </a:lnTo>
                    <a:lnTo>
                      <a:pt x="7123" y="82"/>
                    </a:lnTo>
                    <a:lnTo>
                      <a:pt x="6797" y="41"/>
                    </a:lnTo>
                    <a:lnTo>
                      <a:pt x="6512" y="0"/>
                    </a:lnTo>
                    <a:lnTo>
                      <a:pt x="5902" y="0"/>
                    </a:lnTo>
                    <a:lnTo>
                      <a:pt x="5332" y="41"/>
                    </a:lnTo>
                    <a:lnTo>
                      <a:pt x="4884" y="82"/>
                    </a:lnTo>
                    <a:lnTo>
                      <a:pt x="4437" y="204"/>
                    </a:lnTo>
                    <a:lnTo>
                      <a:pt x="3948" y="82"/>
                    </a:lnTo>
                    <a:lnTo>
                      <a:pt x="3500" y="41"/>
                    </a:lnTo>
                    <a:lnTo>
                      <a:pt x="2931" y="0"/>
                    </a:lnTo>
                    <a:close/>
                  </a:path>
                </a:pathLst>
              </a:custGeom>
              <a:solidFill>
                <a:srgbClr val="F2A7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01;p34"/>
              <p:cNvSpPr/>
              <p:nvPr/>
            </p:nvSpPr>
            <p:spPr>
              <a:xfrm>
                <a:off x="270675" y="3293975"/>
                <a:ext cx="321550" cy="166900"/>
              </a:xfrm>
              <a:custGeom>
                <a:avLst/>
                <a:gdLst/>
                <a:ahLst/>
                <a:cxnLst/>
                <a:rect l="l" t="t" r="r" b="b"/>
                <a:pathLst>
                  <a:path w="12862" h="6676" extrusionOk="0">
                    <a:moveTo>
                      <a:pt x="5210" y="0"/>
                    </a:moveTo>
                    <a:lnTo>
                      <a:pt x="5210" y="1913"/>
                    </a:lnTo>
                    <a:lnTo>
                      <a:pt x="936" y="3012"/>
                    </a:lnTo>
                    <a:lnTo>
                      <a:pt x="733" y="3053"/>
                    </a:lnTo>
                    <a:lnTo>
                      <a:pt x="529" y="3175"/>
                    </a:lnTo>
                    <a:lnTo>
                      <a:pt x="407" y="3297"/>
                    </a:lnTo>
                    <a:lnTo>
                      <a:pt x="245" y="3419"/>
                    </a:lnTo>
                    <a:lnTo>
                      <a:pt x="163" y="3582"/>
                    </a:lnTo>
                    <a:lnTo>
                      <a:pt x="82" y="3785"/>
                    </a:lnTo>
                    <a:lnTo>
                      <a:pt x="0" y="3948"/>
                    </a:lnTo>
                    <a:lnTo>
                      <a:pt x="0" y="4152"/>
                    </a:lnTo>
                    <a:lnTo>
                      <a:pt x="0" y="6675"/>
                    </a:lnTo>
                    <a:lnTo>
                      <a:pt x="12861" y="6675"/>
                    </a:lnTo>
                    <a:lnTo>
                      <a:pt x="12861" y="4152"/>
                    </a:lnTo>
                    <a:lnTo>
                      <a:pt x="12861" y="3948"/>
                    </a:lnTo>
                    <a:lnTo>
                      <a:pt x="12780" y="3785"/>
                    </a:lnTo>
                    <a:lnTo>
                      <a:pt x="12739" y="3582"/>
                    </a:lnTo>
                    <a:lnTo>
                      <a:pt x="12617" y="3419"/>
                    </a:lnTo>
                    <a:lnTo>
                      <a:pt x="12454" y="3297"/>
                    </a:lnTo>
                    <a:lnTo>
                      <a:pt x="12332" y="3175"/>
                    </a:lnTo>
                    <a:lnTo>
                      <a:pt x="12169" y="3053"/>
                    </a:lnTo>
                    <a:lnTo>
                      <a:pt x="11966" y="3012"/>
                    </a:lnTo>
                    <a:lnTo>
                      <a:pt x="7693" y="1913"/>
                    </a:lnTo>
                    <a:lnTo>
                      <a:pt x="7693" y="0"/>
                    </a:lnTo>
                    <a:close/>
                  </a:path>
                </a:pathLst>
              </a:custGeom>
              <a:solidFill>
                <a:srgbClr val="FFD5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602;p34"/>
              <p:cNvSpPr/>
              <p:nvPr/>
            </p:nvSpPr>
            <p:spPr>
              <a:xfrm>
                <a:off x="302225" y="3351975"/>
                <a:ext cx="262525" cy="108900"/>
              </a:xfrm>
              <a:custGeom>
                <a:avLst/>
                <a:gdLst/>
                <a:ahLst/>
                <a:cxnLst/>
                <a:rect l="l" t="t" r="r" b="b"/>
                <a:pathLst>
                  <a:path w="10501" h="4356" extrusionOk="0">
                    <a:moveTo>
                      <a:pt x="2239" y="0"/>
                    </a:moveTo>
                    <a:lnTo>
                      <a:pt x="651" y="407"/>
                    </a:lnTo>
                    <a:lnTo>
                      <a:pt x="692" y="855"/>
                    </a:lnTo>
                    <a:lnTo>
                      <a:pt x="692" y="1221"/>
                    </a:lnTo>
                    <a:lnTo>
                      <a:pt x="611" y="1954"/>
                    </a:lnTo>
                    <a:lnTo>
                      <a:pt x="529" y="2646"/>
                    </a:lnTo>
                    <a:lnTo>
                      <a:pt x="407" y="3215"/>
                    </a:lnTo>
                    <a:lnTo>
                      <a:pt x="285" y="3704"/>
                    </a:lnTo>
                    <a:lnTo>
                      <a:pt x="163" y="4070"/>
                    </a:lnTo>
                    <a:lnTo>
                      <a:pt x="0" y="4355"/>
                    </a:lnTo>
                    <a:lnTo>
                      <a:pt x="10500" y="4355"/>
                    </a:lnTo>
                    <a:lnTo>
                      <a:pt x="10256" y="4314"/>
                    </a:lnTo>
                    <a:lnTo>
                      <a:pt x="9483" y="4111"/>
                    </a:lnTo>
                    <a:lnTo>
                      <a:pt x="8384" y="3785"/>
                    </a:lnTo>
                    <a:lnTo>
                      <a:pt x="7733" y="3541"/>
                    </a:lnTo>
                    <a:lnTo>
                      <a:pt x="7082" y="3297"/>
                    </a:lnTo>
                    <a:lnTo>
                      <a:pt x="6349" y="3012"/>
                    </a:lnTo>
                    <a:lnTo>
                      <a:pt x="5657" y="2686"/>
                    </a:lnTo>
                    <a:lnTo>
                      <a:pt x="4965" y="2320"/>
                    </a:lnTo>
                    <a:lnTo>
                      <a:pt x="4314" y="1954"/>
                    </a:lnTo>
                    <a:lnTo>
                      <a:pt x="3704" y="1506"/>
                    </a:lnTo>
                    <a:lnTo>
                      <a:pt x="3134" y="1018"/>
                    </a:lnTo>
                    <a:lnTo>
                      <a:pt x="2849" y="814"/>
                    </a:lnTo>
                    <a:lnTo>
                      <a:pt x="2646" y="529"/>
                    </a:lnTo>
                    <a:lnTo>
                      <a:pt x="2442" y="285"/>
                    </a:lnTo>
                    <a:lnTo>
                      <a:pt x="22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603;p34"/>
              <p:cNvSpPr/>
              <p:nvPr/>
            </p:nvSpPr>
            <p:spPr>
              <a:xfrm>
                <a:off x="400900" y="3295000"/>
                <a:ext cx="62100" cy="28500"/>
              </a:xfrm>
              <a:custGeom>
                <a:avLst/>
                <a:gdLst/>
                <a:ahLst/>
                <a:cxnLst/>
                <a:rect l="l" t="t" r="r" b="b"/>
                <a:pathLst>
                  <a:path w="2484" h="1140" extrusionOk="0">
                    <a:moveTo>
                      <a:pt x="1" y="0"/>
                    </a:moveTo>
                    <a:lnTo>
                      <a:pt x="1" y="855"/>
                    </a:lnTo>
                    <a:lnTo>
                      <a:pt x="286" y="977"/>
                    </a:lnTo>
                    <a:lnTo>
                      <a:pt x="611" y="1099"/>
                    </a:lnTo>
                    <a:lnTo>
                      <a:pt x="896" y="1099"/>
                    </a:lnTo>
                    <a:lnTo>
                      <a:pt x="1222" y="1140"/>
                    </a:lnTo>
                    <a:lnTo>
                      <a:pt x="1547" y="1099"/>
                    </a:lnTo>
                    <a:lnTo>
                      <a:pt x="1873" y="1099"/>
                    </a:lnTo>
                    <a:lnTo>
                      <a:pt x="2199" y="977"/>
                    </a:lnTo>
                    <a:lnTo>
                      <a:pt x="2484" y="855"/>
                    </a:lnTo>
                    <a:lnTo>
                      <a:pt x="2484" y="0"/>
                    </a:lnTo>
                    <a:close/>
                  </a:path>
                </a:pathLst>
              </a:custGeom>
              <a:solidFill>
                <a:srgbClr val="000000">
                  <a:alpha val="95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604;p34"/>
              <p:cNvSpPr/>
              <p:nvPr/>
            </p:nvSpPr>
            <p:spPr>
              <a:xfrm>
                <a:off x="462975" y="3285825"/>
                <a:ext cx="35650" cy="175050"/>
              </a:xfrm>
              <a:custGeom>
                <a:avLst/>
                <a:gdLst/>
                <a:ahLst/>
                <a:cxnLst/>
                <a:rect l="l" t="t" r="r" b="b"/>
                <a:pathLst>
                  <a:path w="1426" h="7002" extrusionOk="0">
                    <a:moveTo>
                      <a:pt x="1425" y="1"/>
                    </a:moveTo>
                    <a:lnTo>
                      <a:pt x="1" y="1303"/>
                    </a:lnTo>
                    <a:lnTo>
                      <a:pt x="1" y="7001"/>
                    </a:lnTo>
                    <a:lnTo>
                      <a:pt x="1425" y="7001"/>
                    </a:lnTo>
                    <a:lnTo>
                      <a:pt x="1425" y="1"/>
                    </a:lnTo>
                    <a:close/>
                  </a:path>
                </a:pathLst>
              </a:custGeom>
              <a:solidFill>
                <a:srgbClr val="F2A7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605;p34"/>
              <p:cNvSpPr/>
              <p:nvPr/>
            </p:nvSpPr>
            <p:spPr>
              <a:xfrm>
                <a:off x="455850" y="3290925"/>
                <a:ext cx="49875" cy="197400"/>
              </a:xfrm>
              <a:custGeom>
                <a:avLst/>
                <a:gdLst/>
                <a:ahLst/>
                <a:cxnLst/>
                <a:rect l="l" t="t" r="r" b="b"/>
                <a:pathLst>
                  <a:path w="1995" h="7896" extrusionOk="0">
                    <a:moveTo>
                      <a:pt x="815" y="0"/>
                    </a:moveTo>
                    <a:lnTo>
                      <a:pt x="611" y="82"/>
                    </a:lnTo>
                    <a:lnTo>
                      <a:pt x="448" y="163"/>
                    </a:lnTo>
                    <a:lnTo>
                      <a:pt x="286" y="285"/>
                    </a:lnTo>
                    <a:lnTo>
                      <a:pt x="163" y="448"/>
                    </a:lnTo>
                    <a:lnTo>
                      <a:pt x="82" y="651"/>
                    </a:lnTo>
                    <a:lnTo>
                      <a:pt x="1" y="855"/>
                    </a:lnTo>
                    <a:lnTo>
                      <a:pt x="1" y="1099"/>
                    </a:lnTo>
                    <a:lnTo>
                      <a:pt x="1" y="1262"/>
                    </a:lnTo>
                    <a:lnTo>
                      <a:pt x="41" y="1465"/>
                    </a:lnTo>
                    <a:lnTo>
                      <a:pt x="163" y="1628"/>
                    </a:lnTo>
                    <a:lnTo>
                      <a:pt x="245" y="1791"/>
                    </a:lnTo>
                    <a:lnTo>
                      <a:pt x="163" y="1954"/>
                    </a:lnTo>
                    <a:lnTo>
                      <a:pt x="41" y="2117"/>
                    </a:lnTo>
                    <a:lnTo>
                      <a:pt x="1" y="2320"/>
                    </a:lnTo>
                    <a:lnTo>
                      <a:pt x="1" y="2524"/>
                    </a:lnTo>
                    <a:lnTo>
                      <a:pt x="1" y="2686"/>
                    </a:lnTo>
                    <a:lnTo>
                      <a:pt x="41" y="2890"/>
                    </a:lnTo>
                    <a:lnTo>
                      <a:pt x="163" y="3093"/>
                    </a:lnTo>
                    <a:lnTo>
                      <a:pt x="245" y="3216"/>
                    </a:lnTo>
                    <a:lnTo>
                      <a:pt x="163" y="3378"/>
                    </a:lnTo>
                    <a:lnTo>
                      <a:pt x="41" y="3541"/>
                    </a:lnTo>
                    <a:lnTo>
                      <a:pt x="1" y="3745"/>
                    </a:lnTo>
                    <a:lnTo>
                      <a:pt x="1" y="3948"/>
                    </a:lnTo>
                    <a:lnTo>
                      <a:pt x="1" y="4152"/>
                    </a:lnTo>
                    <a:lnTo>
                      <a:pt x="41" y="4314"/>
                    </a:lnTo>
                    <a:lnTo>
                      <a:pt x="163" y="4518"/>
                    </a:lnTo>
                    <a:lnTo>
                      <a:pt x="245" y="4640"/>
                    </a:lnTo>
                    <a:lnTo>
                      <a:pt x="163" y="4803"/>
                    </a:lnTo>
                    <a:lnTo>
                      <a:pt x="41" y="5006"/>
                    </a:lnTo>
                    <a:lnTo>
                      <a:pt x="1" y="5169"/>
                    </a:lnTo>
                    <a:lnTo>
                      <a:pt x="1" y="5373"/>
                    </a:lnTo>
                    <a:lnTo>
                      <a:pt x="1" y="5576"/>
                    </a:lnTo>
                    <a:lnTo>
                      <a:pt x="41" y="5739"/>
                    </a:lnTo>
                    <a:lnTo>
                      <a:pt x="163" y="5942"/>
                    </a:lnTo>
                    <a:lnTo>
                      <a:pt x="245" y="6105"/>
                    </a:lnTo>
                    <a:lnTo>
                      <a:pt x="163" y="6227"/>
                    </a:lnTo>
                    <a:lnTo>
                      <a:pt x="41" y="6431"/>
                    </a:lnTo>
                    <a:lnTo>
                      <a:pt x="1" y="6594"/>
                    </a:lnTo>
                    <a:lnTo>
                      <a:pt x="1" y="6797"/>
                    </a:lnTo>
                    <a:lnTo>
                      <a:pt x="1" y="7001"/>
                    </a:lnTo>
                    <a:lnTo>
                      <a:pt x="82" y="7245"/>
                    </a:lnTo>
                    <a:lnTo>
                      <a:pt x="163" y="7408"/>
                    </a:lnTo>
                    <a:lnTo>
                      <a:pt x="286" y="7570"/>
                    </a:lnTo>
                    <a:lnTo>
                      <a:pt x="448" y="7733"/>
                    </a:lnTo>
                    <a:lnTo>
                      <a:pt x="611" y="7814"/>
                    </a:lnTo>
                    <a:lnTo>
                      <a:pt x="815" y="7896"/>
                    </a:lnTo>
                    <a:lnTo>
                      <a:pt x="1181" y="7896"/>
                    </a:lnTo>
                    <a:lnTo>
                      <a:pt x="1384" y="7814"/>
                    </a:lnTo>
                    <a:lnTo>
                      <a:pt x="1547" y="7733"/>
                    </a:lnTo>
                    <a:lnTo>
                      <a:pt x="1710" y="7570"/>
                    </a:lnTo>
                    <a:lnTo>
                      <a:pt x="1832" y="7408"/>
                    </a:lnTo>
                    <a:lnTo>
                      <a:pt x="1914" y="7245"/>
                    </a:lnTo>
                    <a:lnTo>
                      <a:pt x="1954" y="7001"/>
                    </a:lnTo>
                    <a:lnTo>
                      <a:pt x="1995" y="6797"/>
                    </a:lnTo>
                    <a:lnTo>
                      <a:pt x="1954" y="6594"/>
                    </a:lnTo>
                    <a:lnTo>
                      <a:pt x="1914" y="6431"/>
                    </a:lnTo>
                    <a:lnTo>
                      <a:pt x="1832" y="6227"/>
                    </a:lnTo>
                    <a:lnTo>
                      <a:pt x="1751" y="6105"/>
                    </a:lnTo>
                    <a:lnTo>
                      <a:pt x="1832" y="5942"/>
                    </a:lnTo>
                    <a:lnTo>
                      <a:pt x="1914" y="5739"/>
                    </a:lnTo>
                    <a:lnTo>
                      <a:pt x="1954" y="5576"/>
                    </a:lnTo>
                    <a:lnTo>
                      <a:pt x="1995" y="5373"/>
                    </a:lnTo>
                    <a:lnTo>
                      <a:pt x="1954" y="5169"/>
                    </a:lnTo>
                    <a:lnTo>
                      <a:pt x="1914" y="5006"/>
                    </a:lnTo>
                    <a:lnTo>
                      <a:pt x="1832" y="4803"/>
                    </a:lnTo>
                    <a:lnTo>
                      <a:pt x="1751" y="4640"/>
                    </a:lnTo>
                    <a:lnTo>
                      <a:pt x="1832" y="4518"/>
                    </a:lnTo>
                    <a:lnTo>
                      <a:pt x="1914" y="4314"/>
                    </a:lnTo>
                    <a:lnTo>
                      <a:pt x="1954" y="4152"/>
                    </a:lnTo>
                    <a:lnTo>
                      <a:pt x="1995" y="3948"/>
                    </a:lnTo>
                    <a:lnTo>
                      <a:pt x="1954" y="3745"/>
                    </a:lnTo>
                    <a:lnTo>
                      <a:pt x="1914" y="3541"/>
                    </a:lnTo>
                    <a:lnTo>
                      <a:pt x="1832" y="3378"/>
                    </a:lnTo>
                    <a:lnTo>
                      <a:pt x="1751" y="3216"/>
                    </a:lnTo>
                    <a:lnTo>
                      <a:pt x="1832" y="3093"/>
                    </a:lnTo>
                    <a:lnTo>
                      <a:pt x="1914" y="2890"/>
                    </a:lnTo>
                    <a:lnTo>
                      <a:pt x="1954" y="2686"/>
                    </a:lnTo>
                    <a:lnTo>
                      <a:pt x="1995" y="2524"/>
                    </a:lnTo>
                    <a:lnTo>
                      <a:pt x="1954" y="2320"/>
                    </a:lnTo>
                    <a:lnTo>
                      <a:pt x="1914" y="2117"/>
                    </a:lnTo>
                    <a:lnTo>
                      <a:pt x="1832" y="1954"/>
                    </a:lnTo>
                    <a:lnTo>
                      <a:pt x="1751" y="1791"/>
                    </a:lnTo>
                    <a:lnTo>
                      <a:pt x="1832" y="1628"/>
                    </a:lnTo>
                    <a:lnTo>
                      <a:pt x="1914" y="1465"/>
                    </a:lnTo>
                    <a:lnTo>
                      <a:pt x="1954" y="1262"/>
                    </a:lnTo>
                    <a:lnTo>
                      <a:pt x="1995" y="1099"/>
                    </a:lnTo>
                    <a:lnTo>
                      <a:pt x="1954" y="855"/>
                    </a:lnTo>
                    <a:lnTo>
                      <a:pt x="1914" y="651"/>
                    </a:lnTo>
                    <a:lnTo>
                      <a:pt x="1832" y="448"/>
                    </a:lnTo>
                    <a:lnTo>
                      <a:pt x="1710" y="285"/>
                    </a:lnTo>
                    <a:lnTo>
                      <a:pt x="1547" y="163"/>
                    </a:lnTo>
                    <a:lnTo>
                      <a:pt x="1384" y="82"/>
                    </a:lnTo>
                    <a:lnTo>
                      <a:pt x="1181" y="0"/>
                    </a:lnTo>
                    <a:close/>
                  </a:path>
                </a:pathLst>
              </a:custGeom>
              <a:solidFill>
                <a:srgbClr val="F2A7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606;p34"/>
              <p:cNvSpPr/>
              <p:nvPr/>
            </p:nvSpPr>
            <p:spPr>
              <a:xfrm>
                <a:off x="353100" y="3290925"/>
                <a:ext cx="49875" cy="197400"/>
              </a:xfrm>
              <a:custGeom>
                <a:avLst/>
                <a:gdLst/>
                <a:ahLst/>
                <a:cxnLst/>
                <a:rect l="l" t="t" r="r" b="b"/>
                <a:pathLst>
                  <a:path w="1995" h="7896" extrusionOk="0">
                    <a:moveTo>
                      <a:pt x="814" y="0"/>
                    </a:moveTo>
                    <a:lnTo>
                      <a:pt x="651" y="82"/>
                    </a:lnTo>
                    <a:lnTo>
                      <a:pt x="448" y="163"/>
                    </a:lnTo>
                    <a:lnTo>
                      <a:pt x="326" y="285"/>
                    </a:lnTo>
                    <a:lnTo>
                      <a:pt x="163" y="448"/>
                    </a:lnTo>
                    <a:lnTo>
                      <a:pt x="81" y="651"/>
                    </a:lnTo>
                    <a:lnTo>
                      <a:pt x="41" y="855"/>
                    </a:lnTo>
                    <a:lnTo>
                      <a:pt x="0" y="1099"/>
                    </a:lnTo>
                    <a:lnTo>
                      <a:pt x="0" y="1262"/>
                    </a:lnTo>
                    <a:lnTo>
                      <a:pt x="81" y="1465"/>
                    </a:lnTo>
                    <a:lnTo>
                      <a:pt x="163" y="1628"/>
                    </a:lnTo>
                    <a:lnTo>
                      <a:pt x="244" y="1791"/>
                    </a:lnTo>
                    <a:lnTo>
                      <a:pt x="163" y="1954"/>
                    </a:lnTo>
                    <a:lnTo>
                      <a:pt x="81" y="2117"/>
                    </a:lnTo>
                    <a:lnTo>
                      <a:pt x="0" y="2320"/>
                    </a:lnTo>
                    <a:lnTo>
                      <a:pt x="0" y="2524"/>
                    </a:lnTo>
                    <a:lnTo>
                      <a:pt x="0" y="2686"/>
                    </a:lnTo>
                    <a:lnTo>
                      <a:pt x="81" y="2890"/>
                    </a:lnTo>
                    <a:lnTo>
                      <a:pt x="163" y="3093"/>
                    </a:lnTo>
                    <a:lnTo>
                      <a:pt x="244" y="3216"/>
                    </a:lnTo>
                    <a:lnTo>
                      <a:pt x="163" y="3378"/>
                    </a:lnTo>
                    <a:lnTo>
                      <a:pt x="81" y="3541"/>
                    </a:lnTo>
                    <a:lnTo>
                      <a:pt x="0" y="3745"/>
                    </a:lnTo>
                    <a:lnTo>
                      <a:pt x="0" y="3948"/>
                    </a:lnTo>
                    <a:lnTo>
                      <a:pt x="0" y="4152"/>
                    </a:lnTo>
                    <a:lnTo>
                      <a:pt x="81" y="4314"/>
                    </a:lnTo>
                    <a:lnTo>
                      <a:pt x="163" y="4518"/>
                    </a:lnTo>
                    <a:lnTo>
                      <a:pt x="244" y="4640"/>
                    </a:lnTo>
                    <a:lnTo>
                      <a:pt x="163" y="4803"/>
                    </a:lnTo>
                    <a:lnTo>
                      <a:pt x="81" y="5006"/>
                    </a:lnTo>
                    <a:lnTo>
                      <a:pt x="0" y="5169"/>
                    </a:lnTo>
                    <a:lnTo>
                      <a:pt x="0" y="5373"/>
                    </a:lnTo>
                    <a:lnTo>
                      <a:pt x="0" y="5576"/>
                    </a:lnTo>
                    <a:lnTo>
                      <a:pt x="81" y="5739"/>
                    </a:lnTo>
                    <a:lnTo>
                      <a:pt x="163" y="5942"/>
                    </a:lnTo>
                    <a:lnTo>
                      <a:pt x="244" y="6105"/>
                    </a:lnTo>
                    <a:lnTo>
                      <a:pt x="163" y="6227"/>
                    </a:lnTo>
                    <a:lnTo>
                      <a:pt x="81" y="6431"/>
                    </a:lnTo>
                    <a:lnTo>
                      <a:pt x="0" y="6594"/>
                    </a:lnTo>
                    <a:lnTo>
                      <a:pt x="0" y="6797"/>
                    </a:lnTo>
                    <a:lnTo>
                      <a:pt x="41" y="7001"/>
                    </a:lnTo>
                    <a:lnTo>
                      <a:pt x="81" y="7245"/>
                    </a:lnTo>
                    <a:lnTo>
                      <a:pt x="163" y="7408"/>
                    </a:lnTo>
                    <a:lnTo>
                      <a:pt x="326" y="7570"/>
                    </a:lnTo>
                    <a:lnTo>
                      <a:pt x="448" y="7733"/>
                    </a:lnTo>
                    <a:lnTo>
                      <a:pt x="651" y="7814"/>
                    </a:lnTo>
                    <a:lnTo>
                      <a:pt x="814" y="7896"/>
                    </a:lnTo>
                    <a:lnTo>
                      <a:pt x="1221" y="7896"/>
                    </a:lnTo>
                    <a:lnTo>
                      <a:pt x="1384" y="7814"/>
                    </a:lnTo>
                    <a:lnTo>
                      <a:pt x="1587" y="7733"/>
                    </a:lnTo>
                    <a:lnTo>
                      <a:pt x="1709" y="7570"/>
                    </a:lnTo>
                    <a:lnTo>
                      <a:pt x="1831" y="7408"/>
                    </a:lnTo>
                    <a:lnTo>
                      <a:pt x="1913" y="7245"/>
                    </a:lnTo>
                    <a:lnTo>
                      <a:pt x="1994" y="7001"/>
                    </a:lnTo>
                    <a:lnTo>
                      <a:pt x="1994" y="6797"/>
                    </a:lnTo>
                    <a:lnTo>
                      <a:pt x="1994" y="6594"/>
                    </a:lnTo>
                    <a:lnTo>
                      <a:pt x="1913" y="6431"/>
                    </a:lnTo>
                    <a:lnTo>
                      <a:pt x="1872" y="6227"/>
                    </a:lnTo>
                    <a:lnTo>
                      <a:pt x="1750" y="6105"/>
                    </a:lnTo>
                    <a:lnTo>
                      <a:pt x="1872" y="5942"/>
                    </a:lnTo>
                    <a:lnTo>
                      <a:pt x="1913" y="5739"/>
                    </a:lnTo>
                    <a:lnTo>
                      <a:pt x="1994" y="5576"/>
                    </a:lnTo>
                    <a:lnTo>
                      <a:pt x="1994" y="5373"/>
                    </a:lnTo>
                    <a:lnTo>
                      <a:pt x="1994" y="5169"/>
                    </a:lnTo>
                    <a:lnTo>
                      <a:pt x="1913" y="5006"/>
                    </a:lnTo>
                    <a:lnTo>
                      <a:pt x="1872" y="4803"/>
                    </a:lnTo>
                    <a:lnTo>
                      <a:pt x="1750" y="4640"/>
                    </a:lnTo>
                    <a:lnTo>
                      <a:pt x="1872" y="4518"/>
                    </a:lnTo>
                    <a:lnTo>
                      <a:pt x="1913" y="4314"/>
                    </a:lnTo>
                    <a:lnTo>
                      <a:pt x="1994" y="4152"/>
                    </a:lnTo>
                    <a:lnTo>
                      <a:pt x="1994" y="3948"/>
                    </a:lnTo>
                    <a:lnTo>
                      <a:pt x="1994" y="3745"/>
                    </a:lnTo>
                    <a:lnTo>
                      <a:pt x="1913" y="3541"/>
                    </a:lnTo>
                    <a:lnTo>
                      <a:pt x="1872" y="3378"/>
                    </a:lnTo>
                    <a:lnTo>
                      <a:pt x="1750" y="3216"/>
                    </a:lnTo>
                    <a:lnTo>
                      <a:pt x="1872" y="3093"/>
                    </a:lnTo>
                    <a:lnTo>
                      <a:pt x="1913" y="2890"/>
                    </a:lnTo>
                    <a:lnTo>
                      <a:pt x="1994" y="2686"/>
                    </a:lnTo>
                    <a:lnTo>
                      <a:pt x="1994" y="2524"/>
                    </a:lnTo>
                    <a:lnTo>
                      <a:pt x="1994" y="2320"/>
                    </a:lnTo>
                    <a:lnTo>
                      <a:pt x="1913" y="2117"/>
                    </a:lnTo>
                    <a:lnTo>
                      <a:pt x="1872" y="1954"/>
                    </a:lnTo>
                    <a:lnTo>
                      <a:pt x="1750" y="1791"/>
                    </a:lnTo>
                    <a:lnTo>
                      <a:pt x="1872" y="1628"/>
                    </a:lnTo>
                    <a:lnTo>
                      <a:pt x="1913" y="1465"/>
                    </a:lnTo>
                    <a:lnTo>
                      <a:pt x="1994" y="1262"/>
                    </a:lnTo>
                    <a:lnTo>
                      <a:pt x="1994" y="1099"/>
                    </a:lnTo>
                    <a:lnTo>
                      <a:pt x="1994" y="855"/>
                    </a:lnTo>
                    <a:lnTo>
                      <a:pt x="1913" y="651"/>
                    </a:lnTo>
                    <a:lnTo>
                      <a:pt x="1831" y="448"/>
                    </a:lnTo>
                    <a:lnTo>
                      <a:pt x="1709" y="285"/>
                    </a:lnTo>
                    <a:lnTo>
                      <a:pt x="1587" y="163"/>
                    </a:lnTo>
                    <a:lnTo>
                      <a:pt x="1384" y="82"/>
                    </a:lnTo>
                    <a:lnTo>
                      <a:pt x="1221" y="0"/>
                    </a:lnTo>
                    <a:close/>
                  </a:path>
                </a:pathLst>
              </a:custGeom>
              <a:solidFill>
                <a:srgbClr val="F2A7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607;p34"/>
              <p:cNvSpPr/>
              <p:nvPr/>
            </p:nvSpPr>
            <p:spPr>
              <a:xfrm>
                <a:off x="353100" y="3130150"/>
                <a:ext cx="156700" cy="184200"/>
              </a:xfrm>
              <a:custGeom>
                <a:avLst/>
                <a:gdLst/>
                <a:ahLst/>
                <a:cxnLst/>
                <a:rect l="l" t="t" r="r" b="b"/>
                <a:pathLst>
                  <a:path w="6268" h="7368" extrusionOk="0">
                    <a:moveTo>
                      <a:pt x="1750" y="1"/>
                    </a:moveTo>
                    <a:lnTo>
                      <a:pt x="1425" y="42"/>
                    </a:lnTo>
                    <a:lnTo>
                      <a:pt x="1099" y="123"/>
                    </a:lnTo>
                    <a:lnTo>
                      <a:pt x="814" y="286"/>
                    </a:lnTo>
                    <a:lnTo>
                      <a:pt x="529" y="530"/>
                    </a:lnTo>
                    <a:lnTo>
                      <a:pt x="326" y="774"/>
                    </a:lnTo>
                    <a:lnTo>
                      <a:pt x="163" y="1059"/>
                    </a:lnTo>
                    <a:lnTo>
                      <a:pt x="41" y="1385"/>
                    </a:lnTo>
                    <a:lnTo>
                      <a:pt x="0" y="1751"/>
                    </a:lnTo>
                    <a:lnTo>
                      <a:pt x="0" y="4315"/>
                    </a:lnTo>
                    <a:lnTo>
                      <a:pt x="41" y="4681"/>
                    </a:lnTo>
                    <a:lnTo>
                      <a:pt x="122" y="5048"/>
                    </a:lnTo>
                    <a:lnTo>
                      <a:pt x="244" y="5414"/>
                    </a:lnTo>
                    <a:lnTo>
                      <a:pt x="407" y="5739"/>
                    </a:lnTo>
                    <a:lnTo>
                      <a:pt x="611" y="6065"/>
                    </a:lnTo>
                    <a:lnTo>
                      <a:pt x="855" y="6350"/>
                    </a:lnTo>
                    <a:lnTo>
                      <a:pt x="1099" y="6594"/>
                    </a:lnTo>
                    <a:lnTo>
                      <a:pt x="1425" y="6798"/>
                    </a:lnTo>
                    <a:lnTo>
                      <a:pt x="1628" y="6920"/>
                    </a:lnTo>
                    <a:lnTo>
                      <a:pt x="1994" y="7123"/>
                    </a:lnTo>
                    <a:lnTo>
                      <a:pt x="2361" y="7245"/>
                    </a:lnTo>
                    <a:lnTo>
                      <a:pt x="2727" y="7327"/>
                    </a:lnTo>
                    <a:lnTo>
                      <a:pt x="3134" y="7367"/>
                    </a:lnTo>
                    <a:lnTo>
                      <a:pt x="3500" y="7327"/>
                    </a:lnTo>
                    <a:lnTo>
                      <a:pt x="3907" y="7245"/>
                    </a:lnTo>
                    <a:lnTo>
                      <a:pt x="4273" y="7123"/>
                    </a:lnTo>
                    <a:lnTo>
                      <a:pt x="4640" y="6920"/>
                    </a:lnTo>
                    <a:lnTo>
                      <a:pt x="4843" y="6798"/>
                    </a:lnTo>
                    <a:lnTo>
                      <a:pt x="5128" y="6594"/>
                    </a:lnTo>
                    <a:lnTo>
                      <a:pt x="5413" y="6350"/>
                    </a:lnTo>
                    <a:lnTo>
                      <a:pt x="5698" y="6065"/>
                    </a:lnTo>
                    <a:lnTo>
                      <a:pt x="5861" y="5739"/>
                    </a:lnTo>
                    <a:lnTo>
                      <a:pt x="6024" y="5414"/>
                    </a:lnTo>
                    <a:lnTo>
                      <a:pt x="6186" y="5048"/>
                    </a:lnTo>
                    <a:lnTo>
                      <a:pt x="6227" y="4681"/>
                    </a:lnTo>
                    <a:lnTo>
                      <a:pt x="6268" y="4315"/>
                    </a:lnTo>
                    <a:lnTo>
                      <a:pt x="6268" y="1751"/>
                    </a:lnTo>
                    <a:lnTo>
                      <a:pt x="6227" y="1385"/>
                    </a:lnTo>
                    <a:lnTo>
                      <a:pt x="6146" y="1059"/>
                    </a:lnTo>
                    <a:lnTo>
                      <a:pt x="5983" y="774"/>
                    </a:lnTo>
                    <a:lnTo>
                      <a:pt x="5739" y="530"/>
                    </a:lnTo>
                    <a:lnTo>
                      <a:pt x="5494" y="286"/>
                    </a:lnTo>
                    <a:lnTo>
                      <a:pt x="5210" y="123"/>
                    </a:lnTo>
                    <a:lnTo>
                      <a:pt x="4884" y="42"/>
                    </a:lnTo>
                    <a:lnTo>
                      <a:pt x="4518" y="1"/>
                    </a:lnTo>
                    <a:close/>
                  </a:path>
                </a:pathLst>
              </a:custGeom>
              <a:solidFill>
                <a:srgbClr val="FFD5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608;p34"/>
              <p:cNvSpPr/>
              <p:nvPr/>
            </p:nvSpPr>
            <p:spPr>
              <a:xfrm>
                <a:off x="523000" y="3202400"/>
                <a:ext cx="22425" cy="42750"/>
              </a:xfrm>
              <a:custGeom>
                <a:avLst/>
                <a:gdLst/>
                <a:ahLst/>
                <a:cxnLst/>
                <a:rect l="l" t="t" r="r" b="b"/>
                <a:pathLst>
                  <a:path w="897" h="1710" extrusionOk="0">
                    <a:moveTo>
                      <a:pt x="367" y="0"/>
                    </a:moveTo>
                    <a:lnTo>
                      <a:pt x="286" y="41"/>
                    </a:lnTo>
                    <a:lnTo>
                      <a:pt x="204" y="41"/>
                    </a:lnTo>
                    <a:lnTo>
                      <a:pt x="82" y="204"/>
                    </a:lnTo>
                    <a:lnTo>
                      <a:pt x="1" y="326"/>
                    </a:lnTo>
                    <a:lnTo>
                      <a:pt x="1" y="367"/>
                    </a:lnTo>
                    <a:lnTo>
                      <a:pt x="1" y="1628"/>
                    </a:lnTo>
                    <a:lnTo>
                      <a:pt x="1" y="1669"/>
                    </a:lnTo>
                    <a:lnTo>
                      <a:pt x="42" y="1710"/>
                    </a:lnTo>
                    <a:lnTo>
                      <a:pt x="164" y="1710"/>
                    </a:lnTo>
                    <a:lnTo>
                      <a:pt x="286" y="1628"/>
                    </a:lnTo>
                    <a:lnTo>
                      <a:pt x="408" y="1506"/>
                    </a:lnTo>
                    <a:lnTo>
                      <a:pt x="652" y="1303"/>
                    </a:lnTo>
                    <a:lnTo>
                      <a:pt x="774" y="1018"/>
                    </a:lnTo>
                    <a:lnTo>
                      <a:pt x="855" y="774"/>
                    </a:lnTo>
                    <a:lnTo>
                      <a:pt x="896" y="530"/>
                    </a:lnTo>
                    <a:lnTo>
                      <a:pt x="855" y="326"/>
                    </a:lnTo>
                    <a:lnTo>
                      <a:pt x="774" y="123"/>
                    </a:lnTo>
                    <a:lnTo>
                      <a:pt x="693" y="41"/>
                    </a:lnTo>
                    <a:lnTo>
                      <a:pt x="652" y="41"/>
                    </a:lnTo>
                    <a:lnTo>
                      <a:pt x="489" y="0"/>
                    </a:lnTo>
                    <a:close/>
                  </a:path>
                </a:pathLst>
              </a:custGeom>
              <a:solidFill>
                <a:srgbClr val="FFD5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609;p34"/>
              <p:cNvSpPr/>
              <p:nvPr/>
            </p:nvSpPr>
            <p:spPr>
              <a:xfrm>
                <a:off x="317475" y="3202400"/>
                <a:ext cx="22400" cy="42750"/>
              </a:xfrm>
              <a:custGeom>
                <a:avLst/>
                <a:gdLst/>
                <a:ahLst/>
                <a:cxnLst/>
                <a:rect l="l" t="t" r="r" b="b"/>
                <a:pathLst>
                  <a:path w="896" h="1710" extrusionOk="0">
                    <a:moveTo>
                      <a:pt x="408" y="0"/>
                    </a:moveTo>
                    <a:lnTo>
                      <a:pt x="285" y="41"/>
                    </a:lnTo>
                    <a:lnTo>
                      <a:pt x="204" y="41"/>
                    </a:lnTo>
                    <a:lnTo>
                      <a:pt x="163" y="123"/>
                    </a:lnTo>
                    <a:lnTo>
                      <a:pt x="41" y="326"/>
                    </a:lnTo>
                    <a:lnTo>
                      <a:pt x="1" y="530"/>
                    </a:lnTo>
                    <a:lnTo>
                      <a:pt x="41" y="774"/>
                    </a:lnTo>
                    <a:lnTo>
                      <a:pt x="163" y="1018"/>
                    </a:lnTo>
                    <a:lnTo>
                      <a:pt x="285" y="1303"/>
                    </a:lnTo>
                    <a:lnTo>
                      <a:pt x="489" y="1506"/>
                    </a:lnTo>
                    <a:lnTo>
                      <a:pt x="611" y="1628"/>
                    </a:lnTo>
                    <a:lnTo>
                      <a:pt x="774" y="1710"/>
                    </a:lnTo>
                    <a:lnTo>
                      <a:pt x="855" y="1710"/>
                    </a:lnTo>
                    <a:lnTo>
                      <a:pt x="896" y="1669"/>
                    </a:lnTo>
                    <a:lnTo>
                      <a:pt x="896" y="1628"/>
                    </a:lnTo>
                    <a:lnTo>
                      <a:pt x="896" y="367"/>
                    </a:lnTo>
                    <a:lnTo>
                      <a:pt x="896" y="326"/>
                    </a:lnTo>
                    <a:lnTo>
                      <a:pt x="815" y="204"/>
                    </a:lnTo>
                    <a:lnTo>
                      <a:pt x="692" y="41"/>
                    </a:lnTo>
                    <a:lnTo>
                      <a:pt x="611" y="41"/>
                    </a:lnTo>
                    <a:lnTo>
                      <a:pt x="489" y="0"/>
                    </a:lnTo>
                    <a:close/>
                  </a:path>
                </a:pathLst>
              </a:custGeom>
              <a:solidFill>
                <a:srgbClr val="FFD5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610;p34"/>
              <p:cNvSpPr/>
              <p:nvPr/>
            </p:nvSpPr>
            <p:spPr>
              <a:xfrm>
                <a:off x="459925" y="3202400"/>
                <a:ext cx="12225" cy="22400"/>
              </a:xfrm>
              <a:custGeom>
                <a:avLst/>
                <a:gdLst/>
                <a:ahLst/>
                <a:cxnLst/>
                <a:rect l="l" t="t" r="r" b="b"/>
                <a:pathLst>
                  <a:path w="489" h="896" extrusionOk="0">
                    <a:moveTo>
                      <a:pt x="245" y="0"/>
                    </a:moveTo>
                    <a:lnTo>
                      <a:pt x="163" y="41"/>
                    </a:lnTo>
                    <a:lnTo>
                      <a:pt x="41" y="123"/>
                    </a:lnTo>
                    <a:lnTo>
                      <a:pt x="0" y="245"/>
                    </a:lnTo>
                    <a:lnTo>
                      <a:pt x="0" y="448"/>
                    </a:lnTo>
                    <a:lnTo>
                      <a:pt x="0" y="611"/>
                    </a:lnTo>
                    <a:lnTo>
                      <a:pt x="41" y="774"/>
                    </a:lnTo>
                    <a:lnTo>
                      <a:pt x="163" y="855"/>
                    </a:lnTo>
                    <a:lnTo>
                      <a:pt x="245" y="896"/>
                    </a:lnTo>
                    <a:lnTo>
                      <a:pt x="326" y="855"/>
                    </a:lnTo>
                    <a:lnTo>
                      <a:pt x="448" y="774"/>
                    </a:lnTo>
                    <a:lnTo>
                      <a:pt x="489" y="611"/>
                    </a:lnTo>
                    <a:lnTo>
                      <a:pt x="489" y="448"/>
                    </a:lnTo>
                    <a:lnTo>
                      <a:pt x="489" y="245"/>
                    </a:lnTo>
                    <a:lnTo>
                      <a:pt x="448" y="123"/>
                    </a:lnTo>
                    <a:lnTo>
                      <a:pt x="326" y="41"/>
                    </a:lnTo>
                    <a:lnTo>
                      <a:pt x="245" y="0"/>
                    </a:lnTo>
                    <a:close/>
                  </a:path>
                </a:pathLst>
              </a:custGeom>
              <a:solidFill>
                <a:srgbClr val="171719"/>
              </a:solidFill>
              <a:ln w="2025" cap="rnd" cmpd="sng">
                <a:solidFill>
                  <a:srgbClr val="17171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611;p34"/>
              <p:cNvSpPr/>
              <p:nvPr/>
            </p:nvSpPr>
            <p:spPr>
              <a:xfrm>
                <a:off x="390725" y="3202400"/>
                <a:ext cx="13250" cy="22400"/>
              </a:xfrm>
              <a:custGeom>
                <a:avLst/>
                <a:gdLst/>
                <a:ahLst/>
                <a:cxnLst/>
                <a:rect l="l" t="t" r="r" b="b"/>
                <a:pathLst>
                  <a:path w="530" h="896" extrusionOk="0">
                    <a:moveTo>
                      <a:pt x="245" y="0"/>
                    </a:moveTo>
                    <a:lnTo>
                      <a:pt x="123" y="41"/>
                    </a:lnTo>
                    <a:lnTo>
                      <a:pt x="82" y="123"/>
                    </a:lnTo>
                    <a:lnTo>
                      <a:pt x="1" y="245"/>
                    </a:lnTo>
                    <a:lnTo>
                      <a:pt x="1" y="448"/>
                    </a:lnTo>
                    <a:lnTo>
                      <a:pt x="1" y="611"/>
                    </a:lnTo>
                    <a:lnTo>
                      <a:pt x="82" y="774"/>
                    </a:lnTo>
                    <a:lnTo>
                      <a:pt x="123" y="855"/>
                    </a:lnTo>
                    <a:lnTo>
                      <a:pt x="245" y="896"/>
                    </a:lnTo>
                    <a:lnTo>
                      <a:pt x="367" y="855"/>
                    </a:lnTo>
                    <a:lnTo>
                      <a:pt x="408" y="774"/>
                    </a:lnTo>
                    <a:lnTo>
                      <a:pt x="489" y="611"/>
                    </a:lnTo>
                    <a:lnTo>
                      <a:pt x="530" y="448"/>
                    </a:lnTo>
                    <a:lnTo>
                      <a:pt x="489" y="245"/>
                    </a:lnTo>
                    <a:lnTo>
                      <a:pt x="408" y="123"/>
                    </a:lnTo>
                    <a:lnTo>
                      <a:pt x="367" y="41"/>
                    </a:lnTo>
                    <a:lnTo>
                      <a:pt x="245" y="0"/>
                    </a:lnTo>
                    <a:close/>
                  </a:path>
                </a:pathLst>
              </a:custGeom>
              <a:solidFill>
                <a:srgbClr val="171719"/>
              </a:solidFill>
              <a:ln w="2025" cap="rnd" cmpd="sng">
                <a:solidFill>
                  <a:srgbClr val="17171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612;p34"/>
              <p:cNvSpPr/>
              <p:nvPr/>
            </p:nvSpPr>
            <p:spPr>
              <a:xfrm>
                <a:off x="415150" y="3205450"/>
                <a:ext cx="32600" cy="50900"/>
              </a:xfrm>
              <a:custGeom>
                <a:avLst/>
                <a:gdLst/>
                <a:ahLst/>
                <a:cxnLst/>
                <a:rect l="l" t="t" r="r" b="b"/>
                <a:pathLst>
                  <a:path w="1304" h="2036" extrusionOk="0">
                    <a:moveTo>
                      <a:pt x="570" y="1"/>
                    </a:moveTo>
                    <a:lnTo>
                      <a:pt x="530" y="82"/>
                    </a:lnTo>
                    <a:lnTo>
                      <a:pt x="448" y="204"/>
                    </a:lnTo>
                    <a:lnTo>
                      <a:pt x="408" y="326"/>
                    </a:lnTo>
                    <a:lnTo>
                      <a:pt x="367" y="652"/>
                    </a:lnTo>
                    <a:lnTo>
                      <a:pt x="367" y="977"/>
                    </a:lnTo>
                    <a:lnTo>
                      <a:pt x="326" y="1140"/>
                    </a:lnTo>
                    <a:lnTo>
                      <a:pt x="286" y="1222"/>
                    </a:lnTo>
                    <a:lnTo>
                      <a:pt x="204" y="1344"/>
                    </a:lnTo>
                    <a:lnTo>
                      <a:pt x="82" y="1506"/>
                    </a:lnTo>
                    <a:lnTo>
                      <a:pt x="41" y="1547"/>
                    </a:lnTo>
                    <a:lnTo>
                      <a:pt x="41" y="1629"/>
                    </a:lnTo>
                    <a:lnTo>
                      <a:pt x="1" y="1710"/>
                    </a:lnTo>
                    <a:lnTo>
                      <a:pt x="41" y="1791"/>
                    </a:lnTo>
                    <a:lnTo>
                      <a:pt x="41" y="1832"/>
                    </a:lnTo>
                    <a:lnTo>
                      <a:pt x="82" y="1832"/>
                    </a:lnTo>
                    <a:lnTo>
                      <a:pt x="204" y="1873"/>
                    </a:lnTo>
                    <a:lnTo>
                      <a:pt x="367" y="1873"/>
                    </a:lnTo>
                    <a:lnTo>
                      <a:pt x="408" y="1954"/>
                    </a:lnTo>
                    <a:lnTo>
                      <a:pt x="530" y="1995"/>
                    </a:lnTo>
                    <a:lnTo>
                      <a:pt x="652" y="2036"/>
                    </a:lnTo>
                    <a:lnTo>
                      <a:pt x="815" y="1995"/>
                    </a:lnTo>
                    <a:lnTo>
                      <a:pt x="896" y="1954"/>
                    </a:lnTo>
                    <a:lnTo>
                      <a:pt x="977" y="1873"/>
                    </a:lnTo>
                    <a:lnTo>
                      <a:pt x="1100" y="1873"/>
                    </a:lnTo>
                    <a:lnTo>
                      <a:pt x="1222" y="1832"/>
                    </a:lnTo>
                    <a:lnTo>
                      <a:pt x="1262" y="1832"/>
                    </a:lnTo>
                    <a:lnTo>
                      <a:pt x="1303" y="1791"/>
                    </a:lnTo>
                    <a:lnTo>
                      <a:pt x="1303" y="1710"/>
                    </a:lnTo>
                    <a:lnTo>
                      <a:pt x="1303" y="1629"/>
                    </a:lnTo>
                    <a:lnTo>
                      <a:pt x="1262" y="1547"/>
                    </a:lnTo>
                    <a:lnTo>
                      <a:pt x="1222" y="1506"/>
                    </a:lnTo>
                    <a:lnTo>
                      <a:pt x="1100" y="1344"/>
                    </a:lnTo>
                    <a:lnTo>
                      <a:pt x="1018" y="1222"/>
                    </a:lnTo>
                    <a:lnTo>
                      <a:pt x="977" y="1140"/>
                    </a:lnTo>
                    <a:lnTo>
                      <a:pt x="977" y="977"/>
                    </a:lnTo>
                    <a:lnTo>
                      <a:pt x="937" y="652"/>
                    </a:lnTo>
                    <a:lnTo>
                      <a:pt x="855" y="326"/>
                    </a:lnTo>
                    <a:lnTo>
                      <a:pt x="855" y="204"/>
                    </a:lnTo>
                    <a:lnTo>
                      <a:pt x="815" y="82"/>
                    </a:lnTo>
                    <a:lnTo>
                      <a:pt x="733" y="1"/>
                    </a:lnTo>
                    <a:close/>
                  </a:path>
                </a:pathLst>
              </a:custGeom>
              <a:solidFill>
                <a:srgbClr val="000000">
                  <a:alpha val="95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613;p34"/>
              <p:cNvSpPr/>
              <p:nvPr/>
            </p:nvSpPr>
            <p:spPr>
              <a:xfrm>
                <a:off x="404975" y="3266500"/>
                <a:ext cx="53950" cy="27500"/>
              </a:xfrm>
              <a:custGeom>
                <a:avLst/>
                <a:gdLst/>
                <a:ahLst/>
                <a:cxnLst/>
                <a:rect l="l" t="t" r="r" b="b"/>
                <a:pathLst>
                  <a:path w="2158" h="1100" extrusionOk="0">
                    <a:moveTo>
                      <a:pt x="1" y="1"/>
                    </a:moveTo>
                    <a:lnTo>
                      <a:pt x="1" y="82"/>
                    </a:lnTo>
                    <a:lnTo>
                      <a:pt x="1" y="285"/>
                    </a:lnTo>
                    <a:lnTo>
                      <a:pt x="82" y="489"/>
                    </a:lnTo>
                    <a:lnTo>
                      <a:pt x="163" y="652"/>
                    </a:lnTo>
                    <a:lnTo>
                      <a:pt x="286" y="814"/>
                    </a:lnTo>
                    <a:lnTo>
                      <a:pt x="448" y="937"/>
                    </a:lnTo>
                    <a:lnTo>
                      <a:pt x="652" y="977"/>
                    </a:lnTo>
                    <a:lnTo>
                      <a:pt x="855" y="1059"/>
                    </a:lnTo>
                    <a:lnTo>
                      <a:pt x="1059" y="1099"/>
                    </a:lnTo>
                    <a:lnTo>
                      <a:pt x="1262" y="1059"/>
                    </a:lnTo>
                    <a:lnTo>
                      <a:pt x="1466" y="977"/>
                    </a:lnTo>
                    <a:lnTo>
                      <a:pt x="1629" y="937"/>
                    </a:lnTo>
                    <a:lnTo>
                      <a:pt x="1791" y="814"/>
                    </a:lnTo>
                    <a:lnTo>
                      <a:pt x="1914" y="652"/>
                    </a:lnTo>
                    <a:lnTo>
                      <a:pt x="2036" y="489"/>
                    </a:lnTo>
                    <a:lnTo>
                      <a:pt x="2117" y="285"/>
                    </a:lnTo>
                    <a:lnTo>
                      <a:pt x="2158" y="82"/>
                    </a:lnTo>
                    <a:lnTo>
                      <a:pt x="2117" y="1"/>
                    </a:lnTo>
                    <a:close/>
                  </a:path>
                </a:pathLst>
              </a:custGeom>
              <a:solidFill>
                <a:srgbClr val="1D1D1B"/>
              </a:solidFill>
              <a:ln w="2025" cap="rnd" cmpd="sng">
                <a:solidFill>
                  <a:srgbClr val="1D1D1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614;p34"/>
              <p:cNvSpPr/>
              <p:nvPr/>
            </p:nvSpPr>
            <p:spPr>
              <a:xfrm>
                <a:off x="416175" y="3277700"/>
                <a:ext cx="30550" cy="16300"/>
              </a:xfrm>
              <a:custGeom>
                <a:avLst/>
                <a:gdLst/>
                <a:ahLst/>
                <a:cxnLst/>
                <a:rect l="l" t="t" r="r" b="b"/>
                <a:pathLst>
                  <a:path w="1222" h="652" extrusionOk="0">
                    <a:moveTo>
                      <a:pt x="611" y="0"/>
                    </a:moveTo>
                    <a:lnTo>
                      <a:pt x="407" y="41"/>
                    </a:lnTo>
                    <a:lnTo>
                      <a:pt x="245" y="122"/>
                    </a:lnTo>
                    <a:lnTo>
                      <a:pt x="82" y="285"/>
                    </a:lnTo>
                    <a:lnTo>
                      <a:pt x="0" y="448"/>
                    </a:lnTo>
                    <a:lnTo>
                      <a:pt x="163" y="529"/>
                    </a:lnTo>
                    <a:lnTo>
                      <a:pt x="285" y="570"/>
                    </a:lnTo>
                    <a:lnTo>
                      <a:pt x="448" y="651"/>
                    </a:lnTo>
                    <a:lnTo>
                      <a:pt x="774" y="651"/>
                    </a:lnTo>
                    <a:lnTo>
                      <a:pt x="936" y="570"/>
                    </a:lnTo>
                    <a:lnTo>
                      <a:pt x="1099" y="529"/>
                    </a:lnTo>
                    <a:lnTo>
                      <a:pt x="1221" y="448"/>
                    </a:lnTo>
                    <a:lnTo>
                      <a:pt x="1099" y="285"/>
                    </a:lnTo>
                    <a:lnTo>
                      <a:pt x="977" y="122"/>
                    </a:lnTo>
                    <a:lnTo>
                      <a:pt x="814" y="41"/>
                    </a:lnTo>
                    <a:lnTo>
                      <a:pt x="611" y="0"/>
                    </a:lnTo>
                    <a:close/>
                  </a:path>
                </a:pathLst>
              </a:custGeom>
              <a:solidFill>
                <a:srgbClr val="F27089"/>
              </a:solidFill>
              <a:ln w="2025" cap="rnd" cmpd="sng">
                <a:solidFill>
                  <a:srgbClr val="F2708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615;p34"/>
              <p:cNvSpPr/>
              <p:nvPr/>
            </p:nvSpPr>
            <p:spPr>
              <a:xfrm>
                <a:off x="334775" y="3092500"/>
                <a:ext cx="194375" cy="107900"/>
              </a:xfrm>
              <a:custGeom>
                <a:avLst/>
                <a:gdLst/>
                <a:ahLst/>
                <a:cxnLst/>
                <a:rect l="l" t="t" r="r" b="b"/>
                <a:pathLst>
                  <a:path w="7775" h="4316" extrusionOk="0">
                    <a:moveTo>
                      <a:pt x="2605" y="1"/>
                    </a:moveTo>
                    <a:lnTo>
                      <a:pt x="2320" y="42"/>
                    </a:lnTo>
                    <a:lnTo>
                      <a:pt x="2035" y="123"/>
                    </a:lnTo>
                    <a:lnTo>
                      <a:pt x="1791" y="164"/>
                    </a:lnTo>
                    <a:lnTo>
                      <a:pt x="1547" y="327"/>
                    </a:lnTo>
                    <a:lnTo>
                      <a:pt x="1344" y="449"/>
                    </a:lnTo>
                    <a:lnTo>
                      <a:pt x="1140" y="611"/>
                    </a:lnTo>
                    <a:lnTo>
                      <a:pt x="937" y="774"/>
                    </a:lnTo>
                    <a:lnTo>
                      <a:pt x="774" y="937"/>
                    </a:lnTo>
                    <a:lnTo>
                      <a:pt x="530" y="1344"/>
                    </a:lnTo>
                    <a:lnTo>
                      <a:pt x="285" y="1751"/>
                    </a:lnTo>
                    <a:lnTo>
                      <a:pt x="123" y="2199"/>
                    </a:lnTo>
                    <a:lnTo>
                      <a:pt x="41" y="2646"/>
                    </a:lnTo>
                    <a:lnTo>
                      <a:pt x="0" y="3053"/>
                    </a:lnTo>
                    <a:lnTo>
                      <a:pt x="0" y="3460"/>
                    </a:lnTo>
                    <a:lnTo>
                      <a:pt x="82" y="3786"/>
                    </a:lnTo>
                    <a:lnTo>
                      <a:pt x="123" y="3949"/>
                    </a:lnTo>
                    <a:lnTo>
                      <a:pt x="204" y="4030"/>
                    </a:lnTo>
                    <a:lnTo>
                      <a:pt x="285" y="4112"/>
                    </a:lnTo>
                    <a:lnTo>
                      <a:pt x="367" y="4234"/>
                    </a:lnTo>
                    <a:lnTo>
                      <a:pt x="489" y="4274"/>
                    </a:lnTo>
                    <a:lnTo>
                      <a:pt x="570" y="4274"/>
                    </a:lnTo>
                    <a:lnTo>
                      <a:pt x="937" y="4315"/>
                    </a:lnTo>
                    <a:lnTo>
                      <a:pt x="1303" y="4274"/>
                    </a:lnTo>
                    <a:lnTo>
                      <a:pt x="1628" y="4193"/>
                    </a:lnTo>
                    <a:lnTo>
                      <a:pt x="1913" y="4071"/>
                    </a:lnTo>
                    <a:lnTo>
                      <a:pt x="2198" y="3908"/>
                    </a:lnTo>
                    <a:lnTo>
                      <a:pt x="2483" y="3745"/>
                    </a:lnTo>
                    <a:lnTo>
                      <a:pt x="2687" y="3501"/>
                    </a:lnTo>
                    <a:lnTo>
                      <a:pt x="2931" y="3338"/>
                    </a:lnTo>
                    <a:lnTo>
                      <a:pt x="3256" y="2850"/>
                    </a:lnTo>
                    <a:lnTo>
                      <a:pt x="3582" y="2443"/>
                    </a:lnTo>
                    <a:lnTo>
                      <a:pt x="3745" y="2077"/>
                    </a:lnTo>
                    <a:lnTo>
                      <a:pt x="3908" y="1832"/>
                    </a:lnTo>
                    <a:lnTo>
                      <a:pt x="4030" y="2077"/>
                    </a:lnTo>
                    <a:lnTo>
                      <a:pt x="4233" y="2443"/>
                    </a:lnTo>
                    <a:lnTo>
                      <a:pt x="4518" y="2850"/>
                    </a:lnTo>
                    <a:lnTo>
                      <a:pt x="4844" y="3338"/>
                    </a:lnTo>
                    <a:lnTo>
                      <a:pt x="5088" y="3501"/>
                    </a:lnTo>
                    <a:lnTo>
                      <a:pt x="5332" y="3745"/>
                    </a:lnTo>
                    <a:lnTo>
                      <a:pt x="5576" y="3908"/>
                    </a:lnTo>
                    <a:lnTo>
                      <a:pt x="5861" y="4071"/>
                    </a:lnTo>
                    <a:lnTo>
                      <a:pt x="6146" y="4193"/>
                    </a:lnTo>
                    <a:lnTo>
                      <a:pt x="6472" y="4274"/>
                    </a:lnTo>
                    <a:lnTo>
                      <a:pt x="6838" y="4315"/>
                    </a:lnTo>
                    <a:lnTo>
                      <a:pt x="7204" y="4274"/>
                    </a:lnTo>
                    <a:lnTo>
                      <a:pt x="7286" y="4274"/>
                    </a:lnTo>
                    <a:lnTo>
                      <a:pt x="7408" y="4234"/>
                    </a:lnTo>
                    <a:lnTo>
                      <a:pt x="7489" y="4112"/>
                    </a:lnTo>
                    <a:lnTo>
                      <a:pt x="7571" y="4030"/>
                    </a:lnTo>
                    <a:lnTo>
                      <a:pt x="7652" y="3949"/>
                    </a:lnTo>
                    <a:lnTo>
                      <a:pt x="7693" y="3786"/>
                    </a:lnTo>
                    <a:lnTo>
                      <a:pt x="7774" y="3460"/>
                    </a:lnTo>
                    <a:lnTo>
                      <a:pt x="7774" y="3053"/>
                    </a:lnTo>
                    <a:lnTo>
                      <a:pt x="7733" y="2646"/>
                    </a:lnTo>
                    <a:lnTo>
                      <a:pt x="7652" y="2199"/>
                    </a:lnTo>
                    <a:lnTo>
                      <a:pt x="7489" y="1751"/>
                    </a:lnTo>
                    <a:lnTo>
                      <a:pt x="7245" y="1344"/>
                    </a:lnTo>
                    <a:lnTo>
                      <a:pt x="7001" y="937"/>
                    </a:lnTo>
                    <a:lnTo>
                      <a:pt x="6838" y="774"/>
                    </a:lnTo>
                    <a:lnTo>
                      <a:pt x="6634" y="611"/>
                    </a:lnTo>
                    <a:lnTo>
                      <a:pt x="6431" y="449"/>
                    </a:lnTo>
                    <a:lnTo>
                      <a:pt x="6227" y="327"/>
                    </a:lnTo>
                    <a:lnTo>
                      <a:pt x="5983" y="164"/>
                    </a:lnTo>
                    <a:lnTo>
                      <a:pt x="5739" y="123"/>
                    </a:lnTo>
                    <a:lnTo>
                      <a:pt x="5495" y="42"/>
                    </a:lnTo>
                    <a:lnTo>
                      <a:pt x="5169" y="1"/>
                    </a:lnTo>
                    <a:lnTo>
                      <a:pt x="4559" y="1"/>
                    </a:lnTo>
                    <a:lnTo>
                      <a:pt x="4233" y="42"/>
                    </a:lnTo>
                    <a:lnTo>
                      <a:pt x="3908" y="164"/>
                    </a:lnTo>
                    <a:lnTo>
                      <a:pt x="3541" y="42"/>
                    </a:lnTo>
                    <a:lnTo>
                      <a:pt x="3216" y="1"/>
                    </a:lnTo>
                    <a:close/>
                  </a:path>
                </a:pathLst>
              </a:custGeom>
              <a:solidFill>
                <a:srgbClr val="F2A7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84" name="Google Shape;575;p34"/>
          <p:cNvSpPr/>
          <p:nvPr/>
        </p:nvSpPr>
        <p:spPr>
          <a:xfrm>
            <a:off x="1973419" y="2749776"/>
            <a:ext cx="4238982" cy="409920"/>
          </a:xfrm>
          <a:prstGeom prst="wedgeRectCallout">
            <a:avLst>
              <a:gd name="adj1" fmla="val -54371"/>
              <a:gd name="adj2" fmla="val 11025"/>
            </a:avLst>
          </a:prstGeom>
          <a:solidFill>
            <a:schemeClr val="dk1"/>
          </a:solidFill>
          <a:ln w="28575" cap="flat" cmpd="sng">
            <a:solidFill>
              <a:schemeClr val="accent4"/>
            </a:solidFill>
            <a:prstDash val="solid"/>
            <a:round/>
            <a:headEnd type="none" w="sm" len="sm"/>
            <a:tailEnd type="none" w="sm" len="sm"/>
          </a:ln>
          <a:effectLst>
            <a:outerShdw blurRad="57150" dist="19050" dir="5400000" algn="bl" rotWithShape="0">
              <a:schemeClr val="accent3">
                <a:alpha val="50000"/>
              </a:scheme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sz="2400"/>
          </a:p>
        </p:txBody>
      </p:sp>
      <p:sp>
        <p:nvSpPr>
          <p:cNvPr id="85" name="Google Shape;635;p34"/>
          <p:cNvSpPr txBox="1">
            <a:spLocks/>
          </p:cNvSpPr>
          <p:nvPr/>
        </p:nvSpPr>
        <p:spPr>
          <a:xfrm>
            <a:off x="1687218" y="2644163"/>
            <a:ext cx="4730400" cy="5589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2400"/>
              <a:buFont typeface="Bebas Neue"/>
              <a:buNone/>
              <a:defRPr sz="2400" b="0" i="0" u="none" strike="noStrike" cap="none">
                <a:solidFill>
                  <a:schemeClr val="accent4"/>
                </a:solidFill>
                <a:latin typeface="McLaren"/>
                <a:ea typeface="McLaren"/>
                <a:cs typeface="McLaren"/>
                <a:sym typeface="McLaren"/>
              </a:defRPr>
            </a:lvl1pPr>
            <a:lvl2pPr marL="914400" marR="0" lvl="1"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2pPr>
            <a:lvl3pPr marL="1371600" marR="0" lvl="2"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3pPr>
            <a:lvl4pPr marL="1828800" marR="0" lvl="3"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4pPr>
            <a:lvl5pPr marL="2286000" marR="0" lvl="4"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5pPr>
            <a:lvl6pPr marL="2743200" marR="0" lvl="5"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6pPr>
            <a:lvl7pPr marL="3200400" marR="0" lvl="6"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7pPr>
            <a:lvl8pPr marL="3657600" marR="0" lvl="7"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8pPr>
            <a:lvl9pPr marL="4114800" marR="0" lvl="8"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9pPr>
          </a:lstStyle>
          <a:p>
            <a:pPr marL="0" indent="0"/>
            <a:r>
              <a:rPr lang="es-ES" sz="1800" dirty="0" smtClean="0"/>
              <a:t>Confidence and independence</a:t>
            </a:r>
            <a:endParaRPr lang="es-ES" sz="1800" dirty="0"/>
          </a:p>
        </p:txBody>
      </p:sp>
      <p:grpSp>
        <p:nvGrpSpPr>
          <p:cNvPr id="107" name="Google Shape;576;p34"/>
          <p:cNvGrpSpPr/>
          <p:nvPr/>
        </p:nvGrpSpPr>
        <p:grpSpPr>
          <a:xfrm>
            <a:off x="6624986" y="2957620"/>
            <a:ext cx="798461" cy="664168"/>
            <a:chOff x="2376353" y="3097525"/>
            <a:chExt cx="877014" cy="1065120"/>
          </a:xfrm>
        </p:grpSpPr>
        <p:sp>
          <p:nvSpPr>
            <p:cNvPr id="108" name="Google Shape;577;p34"/>
            <p:cNvSpPr/>
            <p:nvPr/>
          </p:nvSpPr>
          <p:spPr>
            <a:xfrm>
              <a:off x="2376353" y="3097543"/>
              <a:ext cx="877014" cy="1065102"/>
            </a:xfrm>
            <a:custGeom>
              <a:avLst/>
              <a:gdLst/>
              <a:ahLst/>
              <a:cxnLst/>
              <a:rect l="l" t="t" r="r" b="b"/>
              <a:pathLst>
                <a:path w="12902" h="15670" extrusionOk="0">
                  <a:moveTo>
                    <a:pt x="6349" y="1"/>
                  </a:moveTo>
                  <a:lnTo>
                    <a:pt x="6187" y="41"/>
                  </a:lnTo>
                  <a:lnTo>
                    <a:pt x="6064" y="123"/>
                  </a:lnTo>
                  <a:lnTo>
                    <a:pt x="5942" y="204"/>
                  </a:lnTo>
                  <a:lnTo>
                    <a:pt x="5861" y="367"/>
                  </a:lnTo>
                  <a:lnTo>
                    <a:pt x="5780" y="489"/>
                  </a:lnTo>
                  <a:lnTo>
                    <a:pt x="5739" y="652"/>
                  </a:lnTo>
                  <a:lnTo>
                    <a:pt x="5698" y="815"/>
                  </a:lnTo>
                  <a:lnTo>
                    <a:pt x="5535" y="652"/>
                  </a:lnTo>
                  <a:lnTo>
                    <a:pt x="5373" y="530"/>
                  </a:lnTo>
                  <a:lnTo>
                    <a:pt x="5210" y="448"/>
                  </a:lnTo>
                  <a:lnTo>
                    <a:pt x="4966" y="408"/>
                  </a:lnTo>
                  <a:lnTo>
                    <a:pt x="4762" y="448"/>
                  </a:lnTo>
                  <a:lnTo>
                    <a:pt x="4599" y="530"/>
                  </a:lnTo>
                  <a:lnTo>
                    <a:pt x="4436" y="611"/>
                  </a:lnTo>
                  <a:lnTo>
                    <a:pt x="4274" y="733"/>
                  </a:lnTo>
                  <a:lnTo>
                    <a:pt x="4152" y="896"/>
                  </a:lnTo>
                  <a:lnTo>
                    <a:pt x="4111" y="1099"/>
                  </a:lnTo>
                  <a:lnTo>
                    <a:pt x="4029" y="1303"/>
                  </a:lnTo>
                  <a:lnTo>
                    <a:pt x="3989" y="1547"/>
                  </a:lnTo>
                  <a:lnTo>
                    <a:pt x="3989" y="1669"/>
                  </a:lnTo>
                  <a:lnTo>
                    <a:pt x="3867" y="1506"/>
                  </a:lnTo>
                  <a:lnTo>
                    <a:pt x="3704" y="1425"/>
                  </a:lnTo>
                  <a:lnTo>
                    <a:pt x="3500" y="1344"/>
                  </a:lnTo>
                  <a:lnTo>
                    <a:pt x="3338" y="1303"/>
                  </a:lnTo>
                  <a:lnTo>
                    <a:pt x="3093" y="1344"/>
                  </a:lnTo>
                  <a:lnTo>
                    <a:pt x="2890" y="1425"/>
                  </a:lnTo>
                  <a:lnTo>
                    <a:pt x="2727" y="1547"/>
                  </a:lnTo>
                  <a:lnTo>
                    <a:pt x="2564" y="1669"/>
                  </a:lnTo>
                  <a:lnTo>
                    <a:pt x="2442" y="1873"/>
                  </a:lnTo>
                  <a:lnTo>
                    <a:pt x="2361" y="2076"/>
                  </a:lnTo>
                  <a:lnTo>
                    <a:pt x="2279" y="2280"/>
                  </a:lnTo>
                  <a:lnTo>
                    <a:pt x="2279" y="2565"/>
                  </a:lnTo>
                  <a:lnTo>
                    <a:pt x="2279" y="2768"/>
                  </a:lnTo>
                  <a:lnTo>
                    <a:pt x="2361" y="3012"/>
                  </a:lnTo>
                  <a:lnTo>
                    <a:pt x="2442" y="3216"/>
                  </a:lnTo>
                  <a:lnTo>
                    <a:pt x="2564" y="3379"/>
                  </a:lnTo>
                  <a:lnTo>
                    <a:pt x="2320" y="3460"/>
                  </a:lnTo>
                  <a:lnTo>
                    <a:pt x="2117" y="3582"/>
                  </a:lnTo>
                  <a:lnTo>
                    <a:pt x="1913" y="3704"/>
                  </a:lnTo>
                  <a:lnTo>
                    <a:pt x="1750" y="3908"/>
                  </a:lnTo>
                  <a:lnTo>
                    <a:pt x="1588" y="4152"/>
                  </a:lnTo>
                  <a:lnTo>
                    <a:pt x="1506" y="4355"/>
                  </a:lnTo>
                  <a:lnTo>
                    <a:pt x="1425" y="4640"/>
                  </a:lnTo>
                  <a:lnTo>
                    <a:pt x="1425" y="4966"/>
                  </a:lnTo>
                  <a:lnTo>
                    <a:pt x="1425" y="5251"/>
                  </a:lnTo>
                  <a:lnTo>
                    <a:pt x="1506" y="5536"/>
                  </a:lnTo>
                  <a:lnTo>
                    <a:pt x="1628" y="5739"/>
                  </a:lnTo>
                  <a:lnTo>
                    <a:pt x="1791" y="5983"/>
                  </a:lnTo>
                  <a:lnTo>
                    <a:pt x="1954" y="6187"/>
                  </a:lnTo>
                  <a:lnTo>
                    <a:pt x="1995" y="6187"/>
                  </a:lnTo>
                  <a:lnTo>
                    <a:pt x="2035" y="6350"/>
                  </a:lnTo>
                  <a:lnTo>
                    <a:pt x="2198" y="6594"/>
                  </a:lnTo>
                  <a:lnTo>
                    <a:pt x="2402" y="6838"/>
                  </a:lnTo>
                  <a:lnTo>
                    <a:pt x="2524" y="6919"/>
                  </a:lnTo>
                  <a:lnTo>
                    <a:pt x="2564" y="6960"/>
                  </a:lnTo>
                  <a:lnTo>
                    <a:pt x="2564" y="7164"/>
                  </a:lnTo>
                  <a:lnTo>
                    <a:pt x="2646" y="7367"/>
                  </a:lnTo>
                  <a:lnTo>
                    <a:pt x="2727" y="7571"/>
                  </a:lnTo>
                  <a:lnTo>
                    <a:pt x="2849" y="7733"/>
                  </a:lnTo>
                  <a:lnTo>
                    <a:pt x="3012" y="7855"/>
                  </a:lnTo>
                  <a:lnTo>
                    <a:pt x="3134" y="7937"/>
                  </a:lnTo>
                  <a:lnTo>
                    <a:pt x="3338" y="8018"/>
                  </a:lnTo>
                  <a:lnTo>
                    <a:pt x="3500" y="8059"/>
                  </a:lnTo>
                  <a:lnTo>
                    <a:pt x="3663" y="8018"/>
                  </a:lnTo>
                  <a:lnTo>
                    <a:pt x="3745" y="8140"/>
                  </a:lnTo>
                  <a:lnTo>
                    <a:pt x="3948" y="8466"/>
                  </a:lnTo>
                  <a:lnTo>
                    <a:pt x="4192" y="8751"/>
                  </a:lnTo>
                  <a:lnTo>
                    <a:pt x="4436" y="8995"/>
                  </a:lnTo>
                  <a:lnTo>
                    <a:pt x="4762" y="9199"/>
                  </a:lnTo>
                  <a:lnTo>
                    <a:pt x="4966" y="9361"/>
                  </a:lnTo>
                  <a:lnTo>
                    <a:pt x="5210" y="9483"/>
                  </a:lnTo>
                  <a:lnTo>
                    <a:pt x="5210" y="9850"/>
                  </a:lnTo>
                  <a:lnTo>
                    <a:pt x="5210" y="10867"/>
                  </a:lnTo>
                  <a:lnTo>
                    <a:pt x="5006" y="10908"/>
                  </a:lnTo>
                  <a:lnTo>
                    <a:pt x="977" y="11966"/>
                  </a:lnTo>
                  <a:lnTo>
                    <a:pt x="774" y="12047"/>
                  </a:lnTo>
                  <a:lnTo>
                    <a:pt x="570" y="12129"/>
                  </a:lnTo>
                  <a:lnTo>
                    <a:pt x="448" y="12210"/>
                  </a:lnTo>
                  <a:lnTo>
                    <a:pt x="285" y="12373"/>
                  </a:lnTo>
                  <a:lnTo>
                    <a:pt x="163" y="12536"/>
                  </a:lnTo>
                  <a:lnTo>
                    <a:pt x="122" y="12739"/>
                  </a:lnTo>
                  <a:lnTo>
                    <a:pt x="41" y="12943"/>
                  </a:lnTo>
                  <a:lnTo>
                    <a:pt x="0" y="13146"/>
                  </a:lnTo>
                  <a:lnTo>
                    <a:pt x="0" y="15670"/>
                  </a:lnTo>
                  <a:lnTo>
                    <a:pt x="12902" y="15670"/>
                  </a:lnTo>
                  <a:lnTo>
                    <a:pt x="12902" y="13146"/>
                  </a:lnTo>
                  <a:lnTo>
                    <a:pt x="12902" y="12943"/>
                  </a:lnTo>
                  <a:lnTo>
                    <a:pt x="12821" y="12739"/>
                  </a:lnTo>
                  <a:lnTo>
                    <a:pt x="12780" y="12536"/>
                  </a:lnTo>
                  <a:lnTo>
                    <a:pt x="12658" y="12373"/>
                  </a:lnTo>
                  <a:lnTo>
                    <a:pt x="12495" y="12210"/>
                  </a:lnTo>
                  <a:lnTo>
                    <a:pt x="12332" y="12129"/>
                  </a:lnTo>
                  <a:lnTo>
                    <a:pt x="12169" y="12047"/>
                  </a:lnTo>
                  <a:lnTo>
                    <a:pt x="12007" y="11966"/>
                  </a:lnTo>
                  <a:lnTo>
                    <a:pt x="7896" y="10908"/>
                  </a:lnTo>
                  <a:lnTo>
                    <a:pt x="7733" y="10867"/>
                  </a:lnTo>
                  <a:lnTo>
                    <a:pt x="7733" y="9850"/>
                  </a:lnTo>
                  <a:lnTo>
                    <a:pt x="7733" y="9483"/>
                  </a:lnTo>
                  <a:lnTo>
                    <a:pt x="7977" y="9361"/>
                  </a:lnTo>
                  <a:lnTo>
                    <a:pt x="8181" y="9199"/>
                  </a:lnTo>
                  <a:lnTo>
                    <a:pt x="8466" y="8995"/>
                  </a:lnTo>
                  <a:lnTo>
                    <a:pt x="8751" y="8751"/>
                  </a:lnTo>
                  <a:lnTo>
                    <a:pt x="9035" y="8466"/>
                  </a:lnTo>
                  <a:lnTo>
                    <a:pt x="9198" y="8140"/>
                  </a:lnTo>
                  <a:lnTo>
                    <a:pt x="9280" y="8018"/>
                  </a:lnTo>
                  <a:lnTo>
                    <a:pt x="9442" y="8059"/>
                  </a:lnTo>
                  <a:lnTo>
                    <a:pt x="9646" y="8018"/>
                  </a:lnTo>
                  <a:lnTo>
                    <a:pt x="9809" y="7937"/>
                  </a:lnTo>
                  <a:lnTo>
                    <a:pt x="9972" y="7855"/>
                  </a:lnTo>
                  <a:lnTo>
                    <a:pt x="10094" y="7733"/>
                  </a:lnTo>
                  <a:lnTo>
                    <a:pt x="10216" y="7571"/>
                  </a:lnTo>
                  <a:lnTo>
                    <a:pt x="10297" y="7367"/>
                  </a:lnTo>
                  <a:lnTo>
                    <a:pt x="10338" y="7164"/>
                  </a:lnTo>
                  <a:lnTo>
                    <a:pt x="10379" y="6960"/>
                  </a:lnTo>
                  <a:lnTo>
                    <a:pt x="10419" y="6919"/>
                  </a:lnTo>
                  <a:lnTo>
                    <a:pt x="10541" y="6838"/>
                  </a:lnTo>
                  <a:lnTo>
                    <a:pt x="10745" y="6594"/>
                  </a:lnTo>
                  <a:lnTo>
                    <a:pt x="10908" y="6350"/>
                  </a:lnTo>
                  <a:lnTo>
                    <a:pt x="10948" y="6187"/>
                  </a:lnTo>
                  <a:lnTo>
                    <a:pt x="11152" y="5983"/>
                  </a:lnTo>
                  <a:lnTo>
                    <a:pt x="11315" y="5739"/>
                  </a:lnTo>
                  <a:lnTo>
                    <a:pt x="11396" y="5536"/>
                  </a:lnTo>
                  <a:lnTo>
                    <a:pt x="11477" y="5251"/>
                  </a:lnTo>
                  <a:lnTo>
                    <a:pt x="11518" y="4966"/>
                  </a:lnTo>
                  <a:lnTo>
                    <a:pt x="11477" y="4640"/>
                  </a:lnTo>
                  <a:lnTo>
                    <a:pt x="11396" y="4355"/>
                  </a:lnTo>
                  <a:lnTo>
                    <a:pt x="11315" y="4152"/>
                  </a:lnTo>
                  <a:lnTo>
                    <a:pt x="11193" y="3908"/>
                  </a:lnTo>
                  <a:lnTo>
                    <a:pt x="11030" y="3704"/>
                  </a:lnTo>
                  <a:lnTo>
                    <a:pt x="10826" y="3582"/>
                  </a:lnTo>
                  <a:lnTo>
                    <a:pt x="10582" y="3460"/>
                  </a:lnTo>
                  <a:lnTo>
                    <a:pt x="10379" y="3379"/>
                  </a:lnTo>
                  <a:lnTo>
                    <a:pt x="10501" y="3216"/>
                  </a:lnTo>
                  <a:lnTo>
                    <a:pt x="10582" y="3012"/>
                  </a:lnTo>
                  <a:lnTo>
                    <a:pt x="10623" y="2768"/>
                  </a:lnTo>
                  <a:lnTo>
                    <a:pt x="10663" y="2565"/>
                  </a:lnTo>
                  <a:lnTo>
                    <a:pt x="10623" y="2280"/>
                  </a:lnTo>
                  <a:lnTo>
                    <a:pt x="10582" y="2076"/>
                  </a:lnTo>
                  <a:lnTo>
                    <a:pt x="10501" y="1873"/>
                  </a:lnTo>
                  <a:lnTo>
                    <a:pt x="10379" y="1669"/>
                  </a:lnTo>
                  <a:lnTo>
                    <a:pt x="10216" y="1547"/>
                  </a:lnTo>
                  <a:lnTo>
                    <a:pt x="10053" y="1425"/>
                  </a:lnTo>
                  <a:lnTo>
                    <a:pt x="9849" y="1344"/>
                  </a:lnTo>
                  <a:lnTo>
                    <a:pt x="9646" y="1303"/>
                  </a:lnTo>
                  <a:lnTo>
                    <a:pt x="9442" y="1344"/>
                  </a:lnTo>
                  <a:lnTo>
                    <a:pt x="9239" y="1425"/>
                  </a:lnTo>
                  <a:lnTo>
                    <a:pt x="9076" y="1506"/>
                  </a:lnTo>
                  <a:lnTo>
                    <a:pt x="8913" y="1669"/>
                  </a:lnTo>
                  <a:lnTo>
                    <a:pt x="8913" y="1547"/>
                  </a:lnTo>
                  <a:lnTo>
                    <a:pt x="8913" y="1303"/>
                  </a:lnTo>
                  <a:lnTo>
                    <a:pt x="8873" y="1099"/>
                  </a:lnTo>
                  <a:lnTo>
                    <a:pt x="8751" y="896"/>
                  </a:lnTo>
                  <a:lnTo>
                    <a:pt x="8669" y="733"/>
                  </a:lnTo>
                  <a:lnTo>
                    <a:pt x="8506" y="611"/>
                  </a:lnTo>
                  <a:lnTo>
                    <a:pt x="8344" y="530"/>
                  </a:lnTo>
                  <a:lnTo>
                    <a:pt x="8140" y="448"/>
                  </a:lnTo>
                  <a:lnTo>
                    <a:pt x="7937" y="408"/>
                  </a:lnTo>
                  <a:lnTo>
                    <a:pt x="7774" y="448"/>
                  </a:lnTo>
                  <a:lnTo>
                    <a:pt x="7570" y="530"/>
                  </a:lnTo>
                  <a:lnTo>
                    <a:pt x="7367" y="652"/>
                  </a:lnTo>
                  <a:lnTo>
                    <a:pt x="7245" y="815"/>
                  </a:lnTo>
                  <a:lnTo>
                    <a:pt x="7204" y="652"/>
                  </a:lnTo>
                  <a:lnTo>
                    <a:pt x="7123" y="489"/>
                  </a:lnTo>
                  <a:lnTo>
                    <a:pt x="7082" y="367"/>
                  </a:lnTo>
                  <a:lnTo>
                    <a:pt x="6960" y="204"/>
                  </a:lnTo>
                  <a:lnTo>
                    <a:pt x="6878" y="123"/>
                  </a:lnTo>
                  <a:lnTo>
                    <a:pt x="6756" y="41"/>
                  </a:lnTo>
                  <a:lnTo>
                    <a:pt x="6634" y="1"/>
                  </a:lnTo>
                  <a:close/>
                </a:path>
              </a:pathLst>
            </a:custGeom>
            <a:solidFill>
              <a:schemeClr val="accent4"/>
            </a:solidFill>
            <a:ln w="76200" cap="flat" cmpd="sng">
              <a:solidFill>
                <a:schemeClr val="accent4"/>
              </a:solidFill>
              <a:prstDash val="solid"/>
              <a:round/>
              <a:headEnd type="none" w="sm" len="sm"/>
              <a:tailEnd type="none" w="sm" len="sm"/>
            </a:ln>
            <a:effectLst>
              <a:outerShdw blurRad="57150" algn="bl" rotWithShape="0">
                <a:schemeClr val="dk1">
                  <a:alpha val="2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9" name="Google Shape;578;p34"/>
            <p:cNvGrpSpPr/>
            <p:nvPr/>
          </p:nvGrpSpPr>
          <p:grpSpPr>
            <a:xfrm>
              <a:off x="2377717" y="3097525"/>
              <a:ext cx="874295" cy="1065102"/>
              <a:chOff x="819100" y="3083350"/>
              <a:chExt cx="321550" cy="391750"/>
            </a:xfrm>
          </p:grpSpPr>
          <p:sp>
            <p:nvSpPr>
              <p:cNvPr id="110" name="Google Shape;579;p34"/>
              <p:cNvSpPr/>
              <p:nvPr/>
            </p:nvSpPr>
            <p:spPr>
              <a:xfrm>
                <a:off x="854700" y="3083350"/>
                <a:ext cx="251350" cy="201500"/>
              </a:xfrm>
              <a:custGeom>
                <a:avLst/>
                <a:gdLst/>
                <a:ahLst/>
                <a:cxnLst/>
                <a:rect l="l" t="t" r="r" b="b"/>
                <a:pathLst>
                  <a:path w="10054" h="8060" extrusionOk="0">
                    <a:moveTo>
                      <a:pt x="4885" y="1"/>
                    </a:moveTo>
                    <a:lnTo>
                      <a:pt x="4763" y="82"/>
                    </a:lnTo>
                    <a:lnTo>
                      <a:pt x="4600" y="123"/>
                    </a:lnTo>
                    <a:lnTo>
                      <a:pt x="4478" y="204"/>
                    </a:lnTo>
                    <a:lnTo>
                      <a:pt x="4437" y="367"/>
                    </a:lnTo>
                    <a:lnTo>
                      <a:pt x="4315" y="489"/>
                    </a:lnTo>
                    <a:lnTo>
                      <a:pt x="4274" y="652"/>
                    </a:lnTo>
                    <a:lnTo>
                      <a:pt x="4274" y="815"/>
                    </a:lnTo>
                    <a:lnTo>
                      <a:pt x="4111" y="652"/>
                    </a:lnTo>
                    <a:lnTo>
                      <a:pt x="3949" y="530"/>
                    </a:lnTo>
                    <a:lnTo>
                      <a:pt x="3745" y="448"/>
                    </a:lnTo>
                    <a:lnTo>
                      <a:pt x="3501" y="408"/>
                    </a:lnTo>
                    <a:lnTo>
                      <a:pt x="3338" y="448"/>
                    </a:lnTo>
                    <a:lnTo>
                      <a:pt x="3175" y="530"/>
                    </a:lnTo>
                    <a:lnTo>
                      <a:pt x="3013" y="611"/>
                    </a:lnTo>
                    <a:lnTo>
                      <a:pt x="2850" y="733"/>
                    </a:lnTo>
                    <a:lnTo>
                      <a:pt x="2687" y="896"/>
                    </a:lnTo>
                    <a:lnTo>
                      <a:pt x="2646" y="1100"/>
                    </a:lnTo>
                    <a:lnTo>
                      <a:pt x="2565" y="1344"/>
                    </a:lnTo>
                    <a:lnTo>
                      <a:pt x="2524" y="1547"/>
                    </a:lnTo>
                    <a:lnTo>
                      <a:pt x="2524" y="1669"/>
                    </a:lnTo>
                    <a:lnTo>
                      <a:pt x="2402" y="1507"/>
                    </a:lnTo>
                    <a:lnTo>
                      <a:pt x="2239" y="1425"/>
                    </a:lnTo>
                    <a:lnTo>
                      <a:pt x="2076" y="1344"/>
                    </a:lnTo>
                    <a:lnTo>
                      <a:pt x="1629" y="1344"/>
                    </a:lnTo>
                    <a:lnTo>
                      <a:pt x="1425" y="1425"/>
                    </a:lnTo>
                    <a:lnTo>
                      <a:pt x="1262" y="1547"/>
                    </a:lnTo>
                    <a:lnTo>
                      <a:pt x="1100" y="1669"/>
                    </a:lnTo>
                    <a:lnTo>
                      <a:pt x="978" y="1873"/>
                    </a:lnTo>
                    <a:lnTo>
                      <a:pt x="896" y="2076"/>
                    </a:lnTo>
                    <a:lnTo>
                      <a:pt x="815" y="2280"/>
                    </a:lnTo>
                    <a:lnTo>
                      <a:pt x="815" y="2565"/>
                    </a:lnTo>
                    <a:lnTo>
                      <a:pt x="815" y="2768"/>
                    </a:lnTo>
                    <a:lnTo>
                      <a:pt x="896" y="3012"/>
                    </a:lnTo>
                    <a:lnTo>
                      <a:pt x="978" y="3216"/>
                    </a:lnTo>
                    <a:lnTo>
                      <a:pt x="1100" y="3379"/>
                    </a:lnTo>
                    <a:lnTo>
                      <a:pt x="855" y="3460"/>
                    </a:lnTo>
                    <a:lnTo>
                      <a:pt x="652" y="3582"/>
                    </a:lnTo>
                    <a:lnTo>
                      <a:pt x="489" y="3704"/>
                    </a:lnTo>
                    <a:lnTo>
                      <a:pt x="326" y="3908"/>
                    </a:lnTo>
                    <a:lnTo>
                      <a:pt x="164" y="4152"/>
                    </a:lnTo>
                    <a:lnTo>
                      <a:pt x="41" y="4355"/>
                    </a:lnTo>
                    <a:lnTo>
                      <a:pt x="1" y="4640"/>
                    </a:lnTo>
                    <a:lnTo>
                      <a:pt x="1" y="4966"/>
                    </a:lnTo>
                    <a:lnTo>
                      <a:pt x="1" y="5251"/>
                    </a:lnTo>
                    <a:lnTo>
                      <a:pt x="41" y="5536"/>
                    </a:lnTo>
                    <a:lnTo>
                      <a:pt x="164" y="5739"/>
                    </a:lnTo>
                    <a:lnTo>
                      <a:pt x="326" y="5983"/>
                    </a:lnTo>
                    <a:lnTo>
                      <a:pt x="489" y="6187"/>
                    </a:lnTo>
                    <a:lnTo>
                      <a:pt x="733" y="6350"/>
                    </a:lnTo>
                    <a:lnTo>
                      <a:pt x="978" y="6431"/>
                    </a:lnTo>
                    <a:lnTo>
                      <a:pt x="1222" y="6472"/>
                    </a:lnTo>
                    <a:lnTo>
                      <a:pt x="1140" y="6716"/>
                    </a:lnTo>
                    <a:lnTo>
                      <a:pt x="1100" y="6960"/>
                    </a:lnTo>
                    <a:lnTo>
                      <a:pt x="1100" y="7164"/>
                    </a:lnTo>
                    <a:lnTo>
                      <a:pt x="1181" y="7367"/>
                    </a:lnTo>
                    <a:lnTo>
                      <a:pt x="1262" y="7571"/>
                    </a:lnTo>
                    <a:lnTo>
                      <a:pt x="1385" y="7733"/>
                    </a:lnTo>
                    <a:lnTo>
                      <a:pt x="1547" y="7856"/>
                    </a:lnTo>
                    <a:lnTo>
                      <a:pt x="1669" y="7978"/>
                    </a:lnTo>
                    <a:lnTo>
                      <a:pt x="1873" y="8018"/>
                    </a:lnTo>
                    <a:lnTo>
                      <a:pt x="2076" y="8059"/>
                    </a:lnTo>
                    <a:lnTo>
                      <a:pt x="2239" y="8018"/>
                    </a:lnTo>
                    <a:lnTo>
                      <a:pt x="2402" y="7978"/>
                    </a:lnTo>
                    <a:lnTo>
                      <a:pt x="2565" y="7856"/>
                    </a:lnTo>
                    <a:lnTo>
                      <a:pt x="2687" y="7733"/>
                    </a:lnTo>
                    <a:lnTo>
                      <a:pt x="2809" y="7571"/>
                    </a:lnTo>
                    <a:lnTo>
                      <a:pt x="2890" y="7367"/>
                    </a:lnTo>
                    <a:lnTo>
                      <a:pt x="2972" y="7164"/>
                    </a:lnTo>
                    <a:lnTo>
                      <a:pt x="2972" y="6960"/>
                    </a:lnTo>
                    <a:lnTo>
                      <a:pt x="2972" y="6757"/>
                    </a:lnTo>
                    <a:lnTo>
                      <a:pt x="2931" y="6594"/>
                    </a:lnTo>
                    <a:lnTo>
                      <a:pt x="2850" y="6431"/>
                    </a:lnTo>
                    <a:lnTo>
                      <a:pt x="2809" y="6268"/>
                    </a:lnTo>
                    <a:lnTo>
                      <a:pt x="2687" y="6146"/>
                    </a:lnTo>
                    <a:lnTo>
                      <a:pt x="2565" y="6065"/>
                    </a:lnTo>
                    <a:lnTo>
                      <a:pt x="2443" y="5943"/>
                    </a:lnTo>
                    <a:lnTo>
                      <a:pt x="2321" y="5902"/>
                    </a:lnTo>
                    <a:lnTo>
                      <a:pt x="2443" y="5699"/>
                    </a:lnTo>
                    <a:lnTo>
                      <a:pt x="2524" y="5454"/>
                    </a:lnTo>
                    <a:lnTo>
                      <a:pt x="2565" y="5210"/>
                    </a:lnTo>
                    <a:lnTo>
                      <a:pt x="2606" y="4966"/>
                    </a:lnTo>
                    <a:lnTo>
                      <a:pt x="2565" y="4600"/>
                    </a:lnTo>
                    <a:lnTo>
                      <a:pt x="2483" y="4274"/>
                    </a:lnTo>
                    <a:lnTo>
                      <a:pt x="2321" y="3989"/>
                    </a:lnTo>
                    <a:lnTo>
                      <a:pt x="2117" y="3704"/>
                    </a:lnTo>
                    <a:lnTo>
                      <a:pt x="2280" y="3664"/>
                    </a:lnTo>
                    <a:lnTo>
                      <a:pt x="2402" y="3541"/>
                    </a:lnTo>
                    <a:lnTo>
                      <a:pt x="2524" y="3460"/>
                    </a:lnTo>
                    <a:lnTo>
                      <a:pt x="2687" y="3297"/>
                    </a:lnTo>
                    <a:lnTo>
                      <a:pt x="2768" y="3135"/>
                    </a:lnTo>
                    <a:lnTo>
                      <a:pt x="2850" y="2931"/>
                    </a:lnTo>
                    <a:lnTo>
                      <a:pt x="2850" y="2768"/>
                    </a:lnTo>
                    <a:lnTo>
                      <a:pt x="2850" y="2565"/>
                    </a:lnTo>
                    <a:lnTo>
                      <a:pt x="2850" y="2402"/>
                    </a:lnTo>
                    <a:lnTo>
                      <a:pt x="3013" y="2524"/>
                    </a:lnTo>
                    <a:lnTo>
                      <a:pt x="3175" y="2605"/>
                    </a:lnTo>
                    <a:lnTo>
                      <a:pt x="3338" y="2687"/>
                    </a:lnTo>
                    <a:lnTo>
                      <a:pt x="6675" y="2687"/>
                    </a:lnTo>
                    <a:lnTo>
                      <a:pt x="6838" y="2605"/>
                    </a:lnTo>
                    <a:lnTo>
                      <a:pt x="7001" y="2524"/>
                    </a:lnTo>
                    <a:lnTo>
                      <a:pt x="7123" y="2402"/>
                    </a:lnTo>
                    <a:lnTo>
                      <a:pt x="7123" y="2565"/>
                    </a:lnTo>
                    <a:lnTo>
                      <a:pt x="7164" y="2768"/>
                    </a:lnTo>
                    <a:lnTo>
                      <a:pt x="7205" y="2931"/>
                    </a:lnTo>
                    <a:lnTo>
                      <a:pt x="7286" y="3135"/>
                    </a:lnTo>
                    <a:lnTo>
                      <a:pt x="7367" y="3297"/>
                    </a:lnTo>
                    <a:lnTo>
                      <a:pt x="7449" y="3460"/>
                    </a:lnTo>
                    <a:lnTo>
                      <a:pt x="7612" y="3541"/>
                    </a:lnTo>
                    <a:lnTo>
                      <a:pt x="7774" y="3664"/>
                    </a:lnTo>
                    <a:lnTo>
                      <a:pt x="7896" y="3704"/>
                    </a:lnTo>
                    <a:lnTo>
                      <a:pt x="7734" y="3989"/>
                    </a:lnTo>
                    <a:lnTo>
                      <a:pt x="7571" y="4274"/>
                    </a:lnTo>
                    <a:lnTo>
                      <a:pt x="7449" y="4600"/>
                    </a:lnTo>
                    <a:lnTo>
                      <a:pt x="7449" y="4966"/>
                    </a:lnTo>
                    <a:lnTo>
                      <a:pt x="7449" y="5210"/>
                    </a:lnTo>
                    <a:lnTo>
                      <a:pt x="7489" y="5454"/>
                    </a:lnTo>
                    <a:lnTo>
                      <a:pt x="7612" y="5699"/>
                    </a:lnTo>
                    <a:lnTo>
                      <a:pt x="7734" y="5902"/>
                    </a:lnTo>
                    <a:lnTo>
                      <a:pt x="7571" y="5943"/>
                    </a:lnTo>
                    <a:lnTo>
                      <a:pt x="7449" y="6065"/>
                    </a:lnTo>
                    <a:lnTo>
                      <a:pt x="7327" y="6146"/>
                    </a:lnTo>
                    <a:lnTo>
                      <a:pt x="7245" y="6268"/>
                    </a:lnTo>
                    <a:lnTo>
                      <a:pt x="7164" y="6431"/>
                    </a:lnTo>
                    <a:lnTo>
                      <a:pt x="7123" y="6594"/>
                    </a:lnTo>
                    <a:lnTo>
                      <a:pt x="7082" y="6757"/>
                    </a:lnTo>
                    <a:lnTo>
                      <a:pt x="7042" y="6960"/>
                    </a:lnTo>
                    <a:lnTo>
                      <a:pt x="7082" y="7164"/>
                    </a:lnTo>
                    <a:lnTo>
                      <a:pt x="7123" y="7367"/>
                    </a:lnTo>
                    <a:lnTo>
                      <a:pt x="7205" y="7571"/>
                    </a:lnTo>
                    <a:lnTo>
                      <a:pt x="7327" y="7733"/>
                    </a:lnTo>
                    <a:lnTo>
                      <a:pt x="7449" y="7856"/>
                    </a:lnTo>
                    <a:lnTo>
                      <a:pt x="7612" y="7978"/>
                    </a:lnTo>
                    <a:lnTo>
                      <a:pt x="7774" y="8018"/>
                    </a:lnTo>
                    <a:lnTo>
                      <a:pt x="7978" y="8059"/>
                    </a:lnTo>
                    <a:lnTo>
                      <a:pt x="8181" y="8018"/>
                    </a:lnTo>
                    <a:lnTo>
                      <a:pt x="8344" y="7978"/>
                    </a:lnTo>
                    <a:lnTo>
                      <a:pt x="8507" y="7856"/>
                    </a:lnTo>
                    <a:lnTo>
                      <a:pt x="8629" y="7733"/>
                    </a:lnTo>
                    <a:lnTo>
                      <a:pt x="8751" y="7571"/>
                    </a:lnTo>
                    <a:lnTo>
                      <a:pt x="8833" y="7367"/>
                    </a:lnTo>
                    <a:lnTo>
                      <a:pt x="8873" y="7164"/>
                    </a:lnTo>
                    <a:lnTo>
                      <a:pt x="8914" y="6960"/>
                    </a:lnTo>
                    <a:lnTo>
                      <a:pt x="8873" y="6716"/>
                    </a:lnTo>
                    <a:lnTo>
                      <a:pt x="8833" y="6472"/>
                    </a:lnTo>
                    <a:lnTo>
                      <a:pt x="9077" y="6431"/>
                    </a:lnTo>
                    <a:lnTo>
                      <a:pt x="9321" y="6350"/>
                    </a:lnTo>
                    <a:lnTo>
                      <a:pt x="9484" y="6187"/>
                    </a:lnTo>
                    <a:lnTo>
                      <a:pt x="9687" y="5983"/>
                    </a:lnTo>
                    <a:lnTo>
                      <a:pt x="9850" y="5739"/>
                    </a:lnTo>
                    <a:lnTo>
                      <a:pt x="9972" y="5536"/>
                    </a:lnTo>
                    <a:lnTo>
                      <a:pt x="10013" y="5251"/>
                    </a:lnTo>
                    <a:lnTo>
                      <a:pt x="10054" y="4966"/>
                    </a:lnTo>
                    <a:lnTo>
                      <a:pt x="10013" y="4640"/>
                    </a:lnTo>
                    <a:lnTo>
                      <a:pt x="9972" y="4355"/>
                    </a:lnTo>
                    <a:lnTo>
                      <a:pt x="9850" y="4152"/>
                    </a:lnTo>
                    <a:lnTo>
                      <a:pt x="9728" y="3908"/>
                    </a:lnTo>
                    <a:lnTo>
                      <a:pt x="9565" y="3704"/>
                    </a:lnTo>
                    <a:lnTo>
                      <a:pt x="9362" y="3582"/>
                    </a:lnTo>
                    <a:lnTo>
                      <a:pt x="9158" y="3460"/>
                    </a:lnTo>
                    <a:lnTo>
                      <a:pt x="8914" y="3379"/>
                    </a:lnTo>
                    <a:lnTo>
                      <a:pt x="9036" y="3216"/>
                    </a:lnTo>
                    <a:lnTo>
                      <a:pt x="9158" y="3012"/>
                    </a:lnTo>
                    <a:lnTo>
                      <a:pt x="9158" y="2768"/>
                    </a:lnTo>
                    <a:lnTo>
                      <a:pt x="9199" y="2565"/>
                    </a:lnTo>
                    <a:lnTo>
                      <a:pt x="9158" y="2280"/>
                    </a:lnTo>
                    <a:lnTo>
                      <a:pt x="9158" y="2076"/>
                    </a:lnTo>
                    <a:lnTo>
                      <a:pt x="9036" y="1873"/>
                    </a:lnTo>
                    <a:lnTo>
                      <a:pt x="8914" y="1669"/>
                    </a:lnTo>
                    <a:lnTo>
                      <a:pt x="8751" y="1547"/>
                    </a:lnTo>
                    <a:lnTo>
                      <a:pt x="8588" y="1425"/>
                    </a:lnTo>
                    <a:lnTo>
                      <a:pt x="8385" y="1344"/>
                    </a:lnTo>
                    <a:lnTo>
                      <a:pt x="7978" y="1344"/>
                    </a:lnTo>
                    <a:lnTo>
                      <a:pt x="7774" y="1425"/>
                    </a:lnTo>
                    <a:lnTo>
                      <a:pt x="7612" y="1507"/>
                    </a:lnTo>
                    <a:lnTo>
                      <a:pt x="7449" y="1669"/>
                    </a:lnTo>
                    <a:lnTo>
                      <a:pt x="7449" y="1547"/>
                    </a:lnTo>
                    <a:lnTo>
                      <a:pt x="7449" y="1344"/>
                    </a:lnTo>
                    <a:lnTo>
                      <a:pt x="7408" y="1100"/>
                    </a:lnTo>
                    <a:lnTo>
                      <a:pt x="7286" y="896"/>
                    </a:lnTo>
                    <a:lnTo>
                      <a:pt x="7205" y="733"/>
                    </a:lnTo>
                    <a:lnTo>
                      <a:pt x="7042" y="611"/>
                    </a:lnTo>
                    <a:lnTo>
                      <a:pt x="6879" y="530"/>
                    </a:lnTo>
                    <a:lnTo>
                      <a:pt x="6675" y="448"/>
                    </a:lnTo>
                    <a:lnTo>
                      <a:pt x="6472" y="408"/>
                    </a:lnTo>
                    <a:lnTo>
                      <a:pt x="6309" y="448"/>
                    </a:lnTo>
                    <a:lnTo>
                      <a:pt x="6106" y="530"/>
                    </a:lnTo>
                    <a:lnTo>
                      <a:pt x="5902" y="652"/>
                    </a:lnTo>
                    <a:lnTo>
                      <a:pt x="5780" y="815"/>
                    </a:lnTo>
                    <a:lnTo>
                      <a:pt x="5739" y="652"/>
                    </a:lnTo>
                    <a:lnTo>
                      <a:pt x="5699" y="489"/>
                    </a:lnTo>
                    <a:lnTo>
                      <a:pt x="5617" y="367"/>
                    </a:lnTo>
                    <a:lnTo>
                      <a:pt x="5536" y="204"/>
                    </a:lnTo>
                    <a:lnTo>
                      <a:pt x="5414" y="123"/>
                    </a:lnTo>
                    <a:lnTo>
                      <a:pt x="5292" y="82"/>
                    </a:lnTo>
                    <a:lnTo>
                      <a:pt x="5170" y="1"/>
                    </a:ln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580;p34"/>
              <p:cNvSpPr/>
              <p:nvPr/>
            </p:nvSpPr>
            <p:spPr>
              <a:xfrm>
                <a:off x="819100" y="3307200"/>
                <a:ext cx="321550" cy="167900"/>
              </a:xfrm>
              <a:custGeom>
                <a:avLst/>
                <a:gdLst/>
                <a:ahLst/>
                <a:cxnLst/>
                <a:rect l="l" t="t" r="r" b="b"/>
                <a:pathLst>
                  <a:path w="12862" h="6716" extrusionOk="0">
                    <a:moveTo>
                      <a:pt x="5210" y="0"/>
                    </a:moveTo>
                    <a:lnTo>
                      <a:pt x="5210" y="1913"/>
                    </a:lnTo>
                    <a:lnTo>
                      <a:pt x="936" y="3012"/>
                    </a:lnTo>
                    <a:lnTo>
                      <a:pt x="733" y="3094"/>
                    </a:lnTo>
                    <a:lnTo>
                      <a:pt x="529" y="3175"/>
                    </a:lnTo>
                    <a:lnTo>
                      <a:pt x="407" y="3297"/>
                    </a:lnTo>
                    <a:lnTo>
                      <a:pt x="245" y="3419"/>
                    </a:lnTo>
                    <a:lnTo>
                      <a:pt x="163" y="3582"/>
                    </a:lnTo>
                    <a:lnTo>
                      <a:pt x="82" y="3785"/>
                    </a:lnTo>
                    <a:lnTo>
                      <a:pt x="0" y="3989"/>
                    </a:lnTo>
                    <a:lnTo>
                      <a:pt x="0" y="4192"/>
                    </a:lnTo>
                    <a:lnTo>
                      <a:pt x="0" y="6716"/>
                    </a:lnTo>
                    <a:lnTo>
                      <a:pt x="12861" y="6716"/>
                    </a:lnTo>
                    <a:lnTo>
                      <a:pt x="12861" y="4192"/>
                    </a:lnTo>
                    <a:lnTo>
                      <a:pt x="12861" y="3989"/>
                    </a:lnTo>
                    <a:lnTo>
                      <a:pt x="12821" y="3785"/>
                    </a:lnTo>
                    <a:lnTo>
                      <a:pt x="12739" y="3582"/>
                    </a:lnTo>
                    <a:lnTo>
                      <a:pt x="12617" y="3419"/>
                    </a:lnTo>
                    <a:lnTo>
                      <a:pt x="12495" y="3297"/>
                    </a:lnTo>
                    <a:lnTo>
                      <a:pt x="12332" y="3175"/>
                    </a:lnTo>
                    <a:lnTo>
                      <a:pt x="12169" y="3094"/>
                    </a:lnTo>
                    <a:lnTo>
                      <a:pt x="11966" y="3012"/>
                    </a:lnTo>
                    <a:lnTo>
                      <a:pt x="7692" y="1913"/>
                    </a:lnTo>
                    <a:lnTo>
                      <a:pt x="7692" y="0"/>
                    </a:lnTo>
                    <a:close/>
                  </a:path>
                </a:pathLst>
              </a:custGeom>
              <a:solidFill>
                <a:srgbClr val="FFD5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581;p34"/>
              <p:cNvSpPr/>
              <p:nvPr/>
            </p:nvSpPr>
            <p:spPr>
              <a:xfrm>
                <a:off x="949325" y="3307200"/>
                <a:ext cx="62100" cy="30550"/>
              </a:xfrm>
              <a:custGeom>
                <a:avLst/>
                <a:gdLst/>
                <a:ahLst/>
                <a:cxnLst/>
                <a:rect l="l" t="t" r="r" b="b"/>
                <a:pathLst>
                  <a:path w="2484" h="1222" extrusionOk="0">
                    <a:moveTo>
                      <a:pt x="1" y="0"/>
                    </a:moveTo>
                    <a:lnTo>
                      <a:pt x="1" y="896"/>
                    </a:lnTo>
                    <a:lnTo>
                      <a:pt x="286" y="1059"/>
                    </a:lnTo>
                    <a:lnTo>
                      <a:pt x="611" y="1140"/>
                    </a:lnTo>
                    <a:lnTo>
                      <a:pt x="896" y="1181"/>
                    </a:lnTo>
                    <a:lnTo>
                      <a:pt x="1222" y="1221"/>
                    </a:lnTo>
                    <a:lnTo>
                      <a:pt x="1547" y="1181"/>
                    </a:lnTo>
                    <a:lnTo>
                      <a:pt x="1873" y="1140"/>
                    </a:lnTo>
                    <a:lnTo>
                      <a:pt x="2158" y="1059"/>
                    </a:lnTo>
                    <a:lnTo>
                      <a:pt x="2483" y="896"/>
                    </a:lnTo>
                    <a:lnTo>
                      <a:pt x="2483" y="0"/>
                    </a:lnTo>
                    <a:close/>
                  </a:path>
                </a:pathLst>
              </a:custGeom>
              <a:solidFill>
                <a:srgbClr val="000000">
                  <a:alpha val="95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582;p34"/>
              <p:cNvSpPr/>
              <p:nvPr/>
            </p:nvSpPr>
            <p:spPr>
              <a:xfrm>
                <a:off x="819100" y="3356050"/>
                <a:ext cx="160775" cy="119050"/>
              </a:xfrm>
              <a:custGeom>
                <a:avLst/>
                <a:gdLst/>
                <a:ahLst/>
                <a:cxnLst/>
                <a:rect l="l" t="t" r="r" b="b"/>
                <a:pathLst>
                  <a:path w="6431" h="4762" extrusionOk="0">
                    <a:moveTo>
                      <a:pt x="4966" y="0"/>
                    </a:moveTo>
                    <a:lnTo>
                      <a:pt x="936" y="1058"/>
                    </a:lnTo>
                    <a:lnTo>
                      <a:pt x="733" y="1140"/>
                    </a:lnTo>
                    <a:lnTo>
                      <a:pt x="529" y="1221"/>
                    </a:lnTo>
                    <a:lnTo>
                      <a:pt x="407" y="1343"/>
                    </a:lnTo>
                    <a:lnTo>
                      <a:pt x="245" y="1465"/>
                    </a:lnTo>
                    <a:lnTo>
                      <a:pt x="163" y="1628"/>
                    </a:lnTo>
                    <a:lnTo>
                      <a:pt x="82" y="1831"/>
                    </a:lnTo>
                    <a:lnTo>
                      <a:pt x="0" y="2035"/>
                    </a:lnTo>
                    <a:lnTo>
                      <a:pt x="0" y="2238"/>
                    </a:lnTo>
                    <a:lnTo>
                      <a:pt x="0" y="4762"/>
                    </a:lnTo>
                    <a:lnTo>
                      <a:pt x="6431" y="4762"/>
                    </a:lnTo>
                    <a:lnTo>
                      <a:pt x="6431" y="2890"/>
                    </a:lnTo>
                    <a:lnTo>
                      <a:pt x="496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583;p34"/>
              <p:cNvSpPr/>
              <p:nvPr/>
            </p:nvSpPr>
            <p:spPr>
              <a:xfrm>
                <a:off x="979850" y="3356050"/>
                <a:ext cx="160800" cy="119050"/>
              </a:xfrm>
              <a:custGeom>
                <a:avLst/>
                <a:gdLst/>
                <a:ahLst/>
                <a:cxnLst/>
                <a:rect l="l" t="t" r="r" b="b"/>
                <a:pathLst>
                  <a:path w="6432" h="4762" extrusionOk="0">
                    <a:moveTo>
                      <a:pt x="1466" y="0"/>
                    </a:moveTo>
                    <a:lnTo>
                      <a:pt x="1" y="2890"/>
                    </a:lnTo>
                    <a:lnTo>
                      <a:pt x="1" y="4762"/>
                    </a:lnTo>
                    <a:lnTo>
                      <a:pt x="6431" y="4762"/>
                    </a:lnTo>
                    <a:lnTo>
                      <a:pt x="6431" y="2238"/>
                    </a:lnTo>
                    <a:lnTo>
                      <a:pt x="6431" y="2035"/>
                    </a:lnTo>
                    <a:lnTo>
                      <a:pt x="6391" y="1831"/>
                    </a:lnTo>
                    <a:lnTo>
                      <a:pt x="6309" y="1628"/>
                    </a:lnTo>
                    <a:lnTo>
                      <a:pt x="6187" y="1465"/>
                    </a:lnTo>
                    <a:lnTo>
                      <a:pt x="6065" y="1343"/>
                    </a:lnTo>
                    <a:lnTo>
                      <a:pt x="5902" y="1221"/>
                    </a:lnTo>
                    <a:lnTo>
                      <a:pt x="5739" y="1140"/>
                    </a:lnTo>
                    <a:lnTo>
                      <a:pt x="5536" y="1058"/>
                    </a:lnTo>
                    <a:lnTo>
                      <a:pt x="146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584;p34"/>
              <p:cNvSpPr/>
              <p:nvPr/>
            </p:nvSpPr>
            <p:spPr>
              <a:xfrm>
                <a:off x="902525" y="3144400"/>
                <a:ext cx="155700" cy="182150"/>
              </a:xfrm>
              <a:custGeom>
                <a:avLst/>
                <a:gdLst/>
                <a:ahLst/>
                <a:cxnLst/>
                <a:rect l="l" t="t" r="r" b="b"/>
                <a:pathLst>
                  <a:path w="6228" h="7286" extrusionOk="0">
                    <a:moveTo>
                      <a:pt x="1384" y="1"/>
                    </a:moveTo>
                    <a:lnTo>
                      <a:pt x="1059" y="123"/>
                    </a:lnTo>
                    <a:lnTo>
                      <a:pt x="774" y="286"/>
                    </a:lnTo>
                    <a:lnTo>
                      <a:pt x="489" y="489"/>
                    </a:lnTo>
                    <a:lnTo>
                      <a:pt x="286" y="774"/>
                    </a:lnTo>
                    <a:lnTo>
                      <a:pt x="123" y="1059"/>
                    </a:lnTo>
                    <a:lnTo>
                      <a:pt x="1" y="1384"/>
                    </a:lnTo>
                    <a:lnTo>
                      <a:pt x="1" y="1751"/>
                    </a:lnTo>
                    <a:lnTo>
                      <a:pt x="1" y="4274"/>
                    </a:lnTo>
                    <a:lnTo>
                      <a:pt x="1" y="4640"/>
                    </a:lnTo>
                    <a:lnTo>
                      <a:pt x="82" y="5047"/>
                    </a:lnTo>
                    <a:lnTo>
                      <a:pt x="204" y="5373"/>
                    </a:lnTo>
                    <a:lnTo>
                      <a:pt x="367" y="5698"/>
                    </a:lnTo>
                    <a:lnTo>
                      <a:pt x="570" y="6024"/>
                    </a:lnTo>
                    <a:lnTo>
                      <a:pt x="815" y="6309"/>
                    </a:lnTo>
                    <a:lnTo>
                      <a:pt x="1100" y="6553"/>
                    </a:lnTo>
                    <a:lnTo>
                      <a:pt x="1425" y="6797"/>
                    </a:lnTo>
                    <a:lnTo>
                      <a:pt x="1588" y="6919"/>
                    </a:lnTo>
                    <a:lnTo>
                      <a:pt x="1954" y="7082"/>
                    </a:lnTo>
                    <a:lnTo>
                      <a:pt x="2321" y="7204"/>
                    </a:lnTo>
                    <a:lnTo>
                      <a:pt x="2687" y="7286"/>
                    </a:lnTo>
                    <a:lnTo>
                      <a:pt x="3460" y="7286"/>
                    </a:lnTo>
                    <a:lnTo>
                      <a:pt x="3867" y="7204"/>
                    </a:lnTo>
                    <a:lnTo>
                      <a:pt x="4274" y="7082"/>
                    </a:lnTo>
                    <a:lnTo>
                      <a:pt x="4600" y="6919"/>
                    </a:lnTo>
                    <a:lnTo>
                      <a:pt x="4803" y="6797"/>
                    </a:lnTo>
                    <a:lnTo>
                      <a:pt x="5088" y="6553"/>
                    </a:lnTo>
                    <a:lnTo>
                      <a:pt x="5373" y="6309"/>
                    </a:lnTo>
                    <a:lnTo>
                      <a:pt x="5658" y="6024"/>
                    </a:lnTo>
                    <a:lnTo>
                      <a:pt x="5861" y="5698"/>
                    </a:lnTo>
                    <a:lnTo>
                      <a:pt x="5983" y="5373"/>
                    </a:lnTo>
                    <a:lnTo>
                      <a:pt x="6146" y="5047"/>
                    </a:lnTo>
                    <a:lnTo>
                      <a:pt x="6187" y="4640"/>
                    </a:lnTo>
                    <a:lnTo>
                      <a:pt x="6228" y="4274"/>
                    </a:lnTo>
                    <a:lnTo>
                      <a:pt x="6228" y="1751"/>
                    </a:lnTo>
                    <a:lnTo>
                      <a:pt x="6187" y="1384"/>
                    </a:lnTo>
                    <a:lnTo>
                      <a:pt x="6106" y="1059"/>
                    </a:lnTo>
                    <a:lnTo>
                      <a:pt x="5943" y="774"/>
                    </a:lnTo>
                    <a:lnTo>
                      <a:pt x="5699" y="489"/>
                    </a:lnTo>
                    <a:lnTo>
                      <a:pt x="5454" y="286"/>
                    </a:lnTo>
                    <a:lnTo>
                      <a:pt x="5169" y="123"/>
                    </a:lnTo>
                    <a:lnTo>
                      <a:pt x="4844" y="1"/>
                    </a:lnTo>
                    <a:close/>
                  </a:path>
                </a:pathLst>
              </a:custGeom>
              <a:solidFill>
                <a:srgbClr val="FFD5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585;p34"/>
              <p:cNvSpPr/>
              <p:nvPr/>
            </p:nvSpPr>
            <p:spPr>
              <a:xfrm>
                <a:off x="1072450" y="3215625"/>
                <a:ext cx="21400" cy="42750"/>
              </a:xfrm>
              <a:custGeom>
                <a:avLst/>
                <a:gdLst/>
                <a:ahLst/>
                <a:cxnLst/>
                <a:rect l="l" t="t" r="r" b="b"/>
                <a:pathLst>
                  <a:path w="856" h="1710" extrusionOk="0">
                    <a:moveTo>
                      <a:pt x="245" y="1"/>
                    </a:moveTo>
                    <a:lnTo>
                      <a:pt x="163" y="82"/>
                    </a:lnTo>
                    <a:lnTo>
                      <a:pt x="41" y="204"/>
                    </a:lnTo>
                    <a:lnTo>
                      <a:pt x="0" y="326"/>
                    </a:lnTo>
                    <a:lnTo>
                      <a:pt x="0" y="367"/>
                    </a:lnTo>
                    <a:lnTo>
                      <a:pt x="0" y="1629"/>
                    </a:lnTo>
                    <a:lnTo>
                      <a:pt x="0" y="1710"/>
                    </a:lnTo>
                    <a:lnTo>
                      <a:pt x="123" y="1710"/>
                    </a:lnTo>
                    <a:lnTo>
                      <a:pt x="245" y="1629"/>
                    </a:lnTo>
                    <a:lnTo>
                      <a:pt x="367" y="1547"/>
                    </a:lnTo>
                    <a:lnTo>
                      <a:pt x="611" y="1303"/>
                    </a:lnTo>
                    <a:lnTo>
                      <a:pt x="733" y="1059"/>
                    </a:lnTo>
                    <a:lnTo>
                      <a:pt x="814" y="774"/>
                    </a:lnTo>
                    <a:lnTo>
                      <a:pt x="855" y="530"/>
                    </a:lnTo>
                    <a:lnTo>
                      <a:pt x="814" y="326"/>
                    </a:lnTo>
                    <a:lnTo>
                      <a:pt x="733" y="163"/>
                    </a:lnTo>
                    <a:lnTo>
                      <a:pt x="652" y="82"/>
                    </a:lnTo>
                    <a:lnTo>
                      <a:pt x="611" y="41"/>
                    </a:lnTo>
                    <a:lnTo>
                      <a:pt x="448" y="1"/>
                    </a:lnTo>
                    <a:close/>
                  </a:path>
                </a:pathLst>
              </a:custGeom>
              <a:solidFill>
                <a:srgbClr val="FFD5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586;p34"/>
              <p:cNvSpPr/>
              <p:nvPr/>
            </p:nvSpPr>
            <p:spPr>
              <a:xfrm>
                <a:off x="866925" y="3215625"/>
                <a:ext cx="21375" cy="42750"/>
              </a:xfrm>
              <a:custGeom>
                <a:avLst/>
                <a:gdLst/>
                <a:ahLst/>
                <a:cxnLst/>
                <a:rect l="l" t="t" r="r" b="b"/>
                <a:pathLst>
                  <a:path w="855" h="1710" extrusionOk="0">
                    <a:moveTo>
                      <a:pt x="366" y="1"/>
                    </a:moveTo>
                    <a:lnTo>
                      <a:pt x="244" y="41"/>
                    </a:lnTo>
                    <a:lnTo>
                      <a:pt x="163" y="82"/>
                    </a:lnTo>
                    <a:lnTo>
                      <a:pt x="122" y="163"/>
                    </a:lnTo>
                    <a:lnTo>
                      <a:pt x="0" y="326"/>
                    </a:lnTo>
                    <a:lnTo>
                      <a:pt x="0" y="530"/>
                    </a:lnTo>
                    <a:lnTo>
                      <a:pt x="0" y="774"/>
                    </a:lnTo>
                    <a:lnTo>
                      <a:pt x="82" y="1059"/>
                    </a:lnTo>
                    <a:lnTo>
                      <a:pt x="244" y="1303"/>
                    </a:lnTo>
                    <a:lnTo>
                      <a:pt x="448" y="1547"/>
                    </a:lnTo>
                    <a:lnTo>
                      <a:pt x="570" y="1629"/>
                    </a:lnTo>
                    <a:lnTo>
                      <a:pt x="733" y="1710"/>
                    </a:lnTo>
                    <a:lnTo>
                      <a:pt x="855" y="1710"/>
                    </a:lnTo>
                    <a:lnTo>
                      <a:pt x="855" y="1629"/>
                    </a:lnTo>
                    <a:lnTo>
                      <a:pt x="855" y="367"/>
                    </a:lnTo>
                    <a:lnTo>
                      <a:pt x="855" y="326"/>
                    </a:lnTo>
                    <a:lnTo>
                      <a:pt x="773" y="204"/>
                    </a:lnTo>
                    <a:lnTo>
                      <a:pt x="651" y="82"/>
                    </a:lnTo>
                    <a:lnTo>
                      <a:pt x="570" y="1"/>
                    </a:lnTo>
                    <a:close/>
                  </a:path>
                </a:pathLst>
              </a:custGeom>
              <a:solidFill>
                <a:srgbClr val="FFD5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587;p34"/>
              <p:cNvSpPr/>
              <p:nvPr/>
            </p:nvSpPr>
            <p:spPr>
              <a:xfrm>
                <a:off x="1008350" y="3215625"/>
                <a:ext cx="12225" cy="22400"/>
              </a:xfrm>
              <a:custGeom>
                <a:avLst/>
                <a:gdLst/>
                <a:ahLst/>
                <a:cxnLst/>
                <a:rect l="l" t="t" r="r" b="b"/>
                <a:pathLst>
                  <a:path w="489" h="896" extrusionOk="0">
                    <a:moveTo>
                      <a:pt x="163" y="1"/>
                    </a:moveTo>
                    <a:lnTo>
                      <a:pt x="41" y="123"/>
                    </a:lnTo>
                    <a:lnTo>
                      <a:pt x="41" y="285"/>
                    </a:lnTo>
                    <a:lnTo>
                      <a:pt x="0" y="448"/>
                    </a:lnTo>
                    <a:lnTo>
                      <a:pt x="41" y="611"/>
                    </a:lnTo>
                    <a:lnTo>
                      <a:pt x="41" y="774"/>
                    </a:lnTo>
                    <a:lnTo>
                      <a:pt x="163" y="855"/>
                    </a:lnTo>
                    <a:lnTo>
                      <a:pt x="245" y="896"/>
                    </a:lnTo>
                    <a:lnTo>
                      <a:pt x="326" y="855"/>
                    </a:lnTo>
                    <a:lnTo>
                      <a:pt x="448" y="774"/>
                    </a:lnTo>
                    <a:lnTo>
                      <a:pt x="489" y="611"/>
                    </a:lnTo>
                    <a:lnTo>
                      <a:pt x="489" y="448"/>
                    </a:lnTo>
                    <a:lnTo>
                      <a:pt x="489" y="285"/>
                    </a:lnTo>
                    <a:lnTo>
                      <a:pt x="448" y="123"/>
                    </a:lnTo>
                    <a:lnTo>
                      <a:pt x="326" y="1"/>
                    </a:lnTo>
                    <a:close/>
                  </a:path>
                </a:pathLst>
              </a:custGeom>
              <a:solidFill>
                <a:srgbClr val="171719"/>
              </a:solidFill>
              <a:ln w="2025" cap="rnd" cmpd="sng">
                <a:solidFill>
                  <a:srgbClr val="17171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588;p34"/>
              <p:cNvSpPr/>
              <p:nvPr/>
            </p:nvSpPr>
            <p:spPr>
              <a:xfrm>
                <a:off x="939150" y="3215625"/>
                <a:ext cx="13250" cy="22400"/>
              </a:xfrm>
              <a:custGeom>
                <a:avLst/>
                <a:gdLst/>
                <a:ahLst/>
                <a:cxnLst/>
                <a:rect l="l" t="t" r="r" b="b"/>
                <a:pathLst>
                  <a:path w="530" h="896" extrusionOk="0">
                    <a:moveTo>
                      <a:pt x="123" y="1"/>
                    </a:moveTo>
                    <a:lnTo>
                      <a:pt x="82" y="123"/>
                    </a:lnTo>
                    <a:lnTo>
                      <a:pt x="1" y="285"/>
                    </a:lnTo>
                    <a:lnTo>
                      <a:pt x="1" y="448"/>
                    </a:lnTo>
                    <a:lnTo>
                      <a:pt x="1" y="611"/>
                    </a:lnTo>
                    <a:lnTo>
                      <a:pt x="82" y="774"/>
                    </a:lnTo>
                    <a:lnTo>
                      <a:pt x="123" y="855"/>
                    </a:lnTo>
                    <a:lnTo>
                      <a:pt x="286" y="896"/>
                    </a:lnTo>
                    <a:lnTo>
                      <a:pt x="367" y="855"/>
                    </a:lnTo>
                    <a:lnTo>
                      <a:pt x="408" y="774"/>
                    </a:lnTo>
                    <a:lnTo>
                      <a:pt x="489" y="611"/>
                    </a:lnTo>
                    <a:lnTo>
                      <a:pt x="530" y="448"/>
                    </a:lnTo>
                    <a:lnTo>
                      <a:pt x="489" y="285"/>
                    </a:lnTo>
                    <a:lnTo>
                      <a:pt x="408" y="123"/>
                    </a:lnTo>
                    <a:lnTo>
                      <a:pt x="367" y="1"/>
                    </a:lnTo>
                    <a:close/>
                  </a:path>
                </a:pathLst>
              </a:custGeom>
              <a:solidFill>
                <a:srgbClr val="171719"/>
              </a:solidFill>
              <a:ln w="2025" cap="rnd" cmpd="sng">
                <a:solidFill>
                  <a:srgbClr val="17171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589;p34"/>
              <p:cNvSpPr/>
              <p:nvPr/>
            </p:nvSpPr>
            <p:spPr>
              <a:xfrm>
                <a:off x="963575" y="3218675"/>
                <a:ext cx="32575" cy="50900"/>
              </a:xfrm>
              <a:custGeom>
                <a:avLst/>
                <a:gdLst/>
                <a:ahLst/>
                <a:cxnLst/>
                <a:rect l="l" t="t" r="r" b="b"/>
                <a:pathLst>
                  <a:path w="1303" h="2036" extrusionOk="0">
                    <a:moveTo>
                      <a:pt x="652" y="1"/>
                    </a:moveTo>
                    <a:lnTo>
                      <a:pt x="570" y="41"/>
                    </a:lnTo>
                    <a:lnTo>
                      <a:pt x="530" y="82"/>
                    </a:lnTo>
                    <a:lnTo>
                      <a:pt x="448" y="204"/>
                    </a:lnTo>
                    <a:lnTo>
                      <a:pt x="408" y="326"/>
                    </a:lnTo>
                    <a:lnTo>
                      <a:pt x="408" y="652"/>
                    </a:lnTo>
                    <a:lnTo>
                      <a:pt x="367" y="977"/>
                    </a:lnTo>
                    <a:lnTo>
                      <a:pt x="326" y="1140"/>
                    </a:lnTo>
                    <a:lnTo>
                      <a:pt x="286" y="1262"/>
                    </a:lnTo>
                    <a:lnTo>
                      <a:pt x="204" y="1384"/>
                    </a:lnTo>
                    <a:lnTo>
                      <a:pt x="82" y="1507"/>
                    </a:lnTo>
                    <a:lnTo>
                      <a:pt x="82" y="1547"/>
                    </a:lnTo>
                    <a:lnTo>
                      <a:pt x="41" y="1629"/>
                    </a:lnTo>
                    <a:lnTo>
                      <a:pt x="1" y="1710"/>
                    </a:lnTo>
                    <a:lnTo>
                      <a:pt x="41" y="1751"/>
                    </a:lnTo>
                    <a:lnTo>
                      <a:pt x="82" y="1832"/>
                    </a:lnTo>
                    <a:lnTo>
                      <a:pt x="82" y="1873"/>
                    </a:lnTo>
                    <a:lnTo>
                      <a:pt x="245" y="1914"/>
                    </a:lnTo>
                    <a:lnTo>
                      <a:pt x="367" y="1873"/>
                    </a:lnTo>
                    <a:lnTo>
                      <a:pt x="408" y="1954"/>
                    </a:lnTo>
                    <a:lnTo>
                      <a:pt x="530" y="2036"/>
                    </a:lnTo>
                    <a:lnTo>
                      <a:pt x="815" y="2036"/>
                    </a:lnTo>
                    <a:lnTo>
                      <a:pt x="896" y="1954"/>
                    </a:lnTo>
                    <a:lnTo>
                      <a:pt x="977" y="1873"/>
                    </a:lnTo>
                    <a:lnTo>
                      <a:pt x="1100" y="1914"/>
                    </a:lnTo>
                    <a:lnTo>
                      <a:pt x="1181" y="1873"/>
                    </a:lnTo>
                    <a:lnTo>
                      <a:pt x="1262" y="1832"/>
                    </a:lnTo>
                    <a:lnTo>
                      <a:pt x="1303" y="1751"/>
                    </a:lnTo>
                    <a:lnTo>
                      <a:pt x="1303" y="1710"/>
                    </a:lnTo>
                    <a:lnTo>
                      <a:pt x="1303" y="1629"/>
                    </a:lnTo>
                    <a:lnTo>
                      <a:pt x="1262" y="1547"/>
                    </a:lnTo>
                    <a:lnTo>
                      <a:pt x="1222" y="1507"/>
                    </a:lnTo>
                    <a:lnTo>
                      <a:pt x="1100" y="1384"/>
                    </a:lnTo>
                    <a:lnTo>
                      <a:pt x="1018" y="1262"/>
                    </a:lnTo>
                    <a:lnTo>
                      <a:pt x="977" y="1140"/>
                    </a:lnTo>
                    <a:lnTo>
                      <a:pt x="977" y="977"/>
                    </a:lnTo>
                    <a:lnTo>
                      <a:pt x="937" y="652"/>
                    </a:lnTo>
                    <a:lnTo>
                      <a:pt x="855" y="326"/>
                    </a:lnTo>
                    <a:lnTo>
                      <a:pt x="855" y="204"/>
                    </a:lnTo>
                    <a:lnTo>
                      <a:pt x="815" y="82"/>
                    </a:lnTo>
                    <a:lnTo>
                      <a:pt x="733" y="41"/>
                    </a:lnTo>
                    <a:lnTo>
                      <a:pt x="652" y="1"/>
                    </a:lnTo>
                    <a:close/>
                  </a:path>
                </a:pathLst>
              </a:custGeom>
              <a:solidFill>
                <a:srgbClr val="000000">
                  <a:alpha val="95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590;p34"/>
              <p:cNvSpPr/>
              <p:nvPr/>
            </p:nvSpPr>
            <p:spPr>
              <a:xfrm>
                <a:off x="953400" y="3279725"/>
                <a:ext cx="53950" cy="27500"/>
              </a:xfrm>
              <a:custGeom>
                <a:avLst/>
                <a:gdLst/>
                <a:ahLst/>
                <a:cxnLst/>
                <a:rect l="l" t="t" r="r" b="b"/>
                <a:pathLst>
                  <a:path w="2158" h="1100" extrusionOk="0">
                    <a:moveTo>
                      <a:pt x="41" y="1"/>
                    </a:moveTo>
                    <a:lnTo>
                      <a:pt x="1" y="41"/>
                    </a:lnTo>
                    <a:lnTo>
                      <a:pt x="1" y="123"/>
                    </a:lnTo>
                    <a:lnTo>
                      <a:pt x="1" y="285"/>
                    </a:lnTo>
                    <a:lnTo>
                      <a:pt x="82" y="489"/>
                    </a:lnTo>
                    <a:lnTo>
                      <a:pt x="163" y="652"/>
                    </a:lnTo>
                    <a:lnTo>
                      <a:pt x="326" y="815"/>
                    </a:lnTo>
                    <a:lnTo>
                      <a:pt x="489" y="896"/>
                    </a:lnTo>
                    <a:lnTo>
                      <a:pt x="652" y="1018"/>
                    </a:lnTo>
                    <a:lnTo>
                      <a:pt x="855" y="1059"/>
                    </a:lnTo>
                    <a:lnTo>
                      <a:pt x="1059" y="1099"/>
                    </a:lnTo>
                    <a:lnTo>
                      <a:pt x="1262" y="1059"/>
                    </a:lnTo>
                    <a:lnTo>
                      <a:pt x="1466" y="1018"/>
                    </a:lnTo>
                    <a:lnTo>
                      <a:pt x="1629" y="896"/>
                    </a:lnTo>
                    <a:lnTo>
                      <a:pt x="1791" y="815"/>
                    </a:lnTo>
                    <a:lnTo>
                      <a:pt x="1913" y="652"/>
                    </a:lnTo>
                    <a:lnTo>
                      <a:pt x="2076" y="489"/>
                    </a:lnTo>
                    <a:lnTo>
                      <a:pt x="2117" y="285"/>
                    </a:lnTo>
                    <a:lnTo>
                      <a:pt x="2158" y="123"/>
                    </a:lnTo>
                    <a:lnTo>
                      <a:pt x="2117" y="41"/>
                    </a:lnTo>
                    <a:lnTo>
                      <a:pt x="2076" y="1"/>
                    </a:lnTo>
                    <a:close/>
                  </a:path>
                </a:pathLst>
              </a:custGeom>
              <a:solidFill>
                <a:srgbClr val="1D1D1B"/>
              </a:solidFill>
              <a:ln w="2025" cap="rnd" cmpd="sng">
                <a:solidFill>
                  <a:srgbClr val="1D1D1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591;p34"/>
              <p:cNvSpPr/>
              <p:nvPr/>
            </p:nvSpPr>
            <p:spPr>
              <a:xfrm>
                <a:off x="965625" y="3290925"/>
                <a:ext cx="29525" cy="16300"/>
              </a:xfrm>
              <a:custGeom>
                <a:avLst/>
                <a:gdLst/>
                <a:ahLst/>
                <a:cxnLst/>
                <a:rect l="l" t="t" r="r" b="b"/>
                <a:pathLst>
                  <a:path w="1181" h="652" extrusionOk="0">
                    <a:moveTo>
                      <a:pt x="570" y="0"/>
                    </a:moveTo>
                    <a:lnTo>
                      <a:pt x="366" y="41"/>
                    </a:lnTo>
                    <a:lnTo>
                      <a:pt x="204" y="122"/>
                    </a:lnTo>
                    <a:lnTo>
                      <a:pt x="41" y="285"/>
                    </a:lnTo>
                    <a:lnTo>
                      <a:pt x="0" y="448"/>
                    </a:lnTo>
                    <a:lnTo>
                      <a:pt x="122" y="529"/>
                    </a:lnTo>
                    <a:lnTo>
                      <a:pt x="244" y="611"/>
                    </a:lnTo>
                    <a:lnTo>
                      <a:pt x="407" y="611"/>
                    </a:lnTo>
                    <a:lnTo>
                      <a:pt x="570" y="651"/>
                    </a:lnTo>
                    <a:lnTo>
                      <a:pt x="733" y="611"/>
                    </a:lnTo>
                    <a:lnTo>
                      <a:pt x="895" y="611"/>
                    </a:lnTo>
                    <a:lnTo>
                      <a:pt x="1058" y="529"/>
                    </a:lnTo>
                    <a:lnTo>
                      <a:pt x="1180" y="448"/>
                    </a:lnTo>
                    <a:lnTo>
                      <a:pt x="1099" y="285"/>
                    </a:lnTo>
                    <a:lnTo>
                      <a:pt x="936" y="122"/>
                    </a:lnTo>
                    <a:lnTo>
                      <a:pt x="773" y="41"/>
                    </a:lnTo>
                    <a:lnTo>
                      <a:pt x="570" y="0"/>
                    </a:lnTo>
                    <a:close/>
                  </a:path>
                </a:pathLst>
              </a:custGeom>
              <a:solidFill>
                <a:srgbClr val="F27089"/>
              </a:solidFill>
              <a:ln w="2025" cap="rnd" cmpd="sng">
                <a:solidFill>
                  <a:srgbClr val="F2708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592;p34"/>
              <p:cNvSpPr/>
              <p:nvPr/>
            </p:nvSpPr>
            <p:spPr>
              <a:xfrm>
                <a:off x="865900" y="3118975"/>
                <a:ext cx="228950" cy="106850"/>
              </a:xfrm>
              <a:custGeom>
                <a:avLst/>
                <a:gdLst/>
                <a:ahLst/>
                <a:cxnLst/>
                <a:rect l="l" t="t" r="r" b="b"/>
                <a:pathLst>
                  <a:path w="9158" h="4274" extrusionOk="0">
                    <a:moveTo>
                      <a:pt x="3745" y="0"/>
                    </a:moveTo>
                    <a:lnTo>
                      <a:pt x="3541" y="41"/>
                    </a:lnTo>
                    <a:lnTo>
                      <a:pt x="3338" y="82"/>
                    </a:lnTo>
                    <a:lnTo>
                      <a:pt x="3216" y="163"/>
                    </a:lnTo>
                    <a:lnTo>
                      <a:pt x="3053" y="285"/>
                    </a:lnTo>
                    <a:lnTo>
                      <a:pt x="2931" y="407"/>
                    </a:lnTo>
                    <a:lnTo>
                      <a:pt x="2849" y="570"/>
                    </a:lnTo>
                    <a:lnTo>
                      <a:pt x="2768" y="773"/>
                    </a:lnTo>
                    <a:lnTo>
                      <a:pt x="2727" y="977"/>
                    </a:lnTo>
                    <a:lnTo>
                      <a:pt x="2605" y="855"/>
                    </a:lnTo>
                    <a:lnTo>
                      <a:pt x="2442" y="814"/>
                    </a:lnTo>
                    <a:lnTo>
                      <a:pt x="2280" y="773"/>
                    </a:lnTo>
                    <a:lnTo>
                      <a:pt x="2117" y="733"/>
                    </a:lnTo>
                    <a:lnTo>
                      <a:pt x="1954" y="773"/>
                    </a:lnTo>
                    <a:lnTo>
                      <a:pt x="1751" y="855"/>
                    </a:lnTo>
                    <a:lnTo>
                      <a:pt x="1588" y="936"/>
                    </a:lnTo>
                    <a:lnTo>
                      <a:pt x="1425" y="1018"/>
                    </a:lnTo>
                    <a:lnTo>
                      <a:pt x="1303" y="1180"/>
                    </a:lnTo>
                    <a:lnTo>
                      <a:pt x="1181" y="1343"/>
                    </a:lnTo>
                    <a:lnTo>
                      <a:pt x="1140" y="1547"/>
                    </a:lnTo>
                    <a:lnTo>
                      <a:pt x="1140" y="1791"/>
                    </a:lnTo>
                    <a:lnTo>
                      <a:pt x="1140" y="1994"/>
                    </a:lnTo>
                    <a:lnTo>
                      <a:pt x="1221" y="2198"/>
                    </a:lnTo>
                    <a:lnTo>
                      <a:pt x="814" y="2198"/>
                    </a:lnTo>
                    <a:lnTo>
                      <a:pt x="611" y="2279"/>
                    </a:lnTo>
                    <a:lnTo>
                      <a:pt x="448" y="2361"/>
                    </a:lnTo>
                    <a:lnTo>
                      <a:pt x="285" y="2483"/>
                    </a:lnTo>
                    <a:lnTo>
                      <a:pt x="163" y="2646"/>
                    </a:lnTo>
                    <a:lnTo>
                      <a:pt x="41" y="2808"/>
                    </a:lnTo>
                    <a:lnTo>
                      <a:pt x="0" y="3012"/>
                    </a:lnTo>
                    <a:lnTo>
                      <a:pt x="0" y="3215"/>
                    </a:lnTo>
                    <a:lnTo>
                      <a:pt x="0" y="3419"/>
                    </a:lnTo>
                    <a:lnTo>
                      <a:pt x="41" y="3622"/>
                    </a:lnTo>
                    <a:lnTo>
                      <a:pt x="163" y="3826"/>
                    </a:lnTo>
                    <a:lnTo>
                      <a:pt x="285" y="3948"/>
                    </a:lnTo>
                    <a:lnTo>
                      <a:pt x="448" y="4070"/>
                    </a:lnTo>
                    <a:lnTo>
                      <a:pt x="611" y="4192"/>
                    </a:lnTo>
                    <a:lnTo>
                      <a:pt x="814" y="4233"/>
                    </a:lnTo>
                    <a:lnTo>
                      <a:pt x="1018" y="4274"/>
                    </a:lnTo>
                    <a:lnTo>
                      <a:pt x="1221" y="4233"/>
                    </a:lnTo>
                    <a:lnTo>
                      <a:pt x="1425" y="4192"/>
                    </a:lnTo>
                    <a:lnTo>
                      <a:pt x="1628" y="4070"/>
                    </a:lnTo>
                    <a:lnTo>
                      <a:pt x="1751" y="3948"/>
                    </a:lnTo>
                    <a:lnTo>
                      <a:pt x="1873" y="3826"/>
                    </a:lnTo>
                    <a:lnTo>
                      <a:pt x="1954" y="3622"/>
                    </a:lnTo>
                    <a:lnTo>
                      <a:pt x="2035" y="3419"/>
                    </a:lnTo>
                    <a:lnTo>
                      <a:pt x="2076" y="3215"/>
                    </a:lnTo>
                    <a:lnTo>
                      <a:pt x="2035" y="2971"/>
                    </a:lnTo>
                    <a:lnTo>
                      <a:pt x="1954" y="2768"/>
                    </a:lnTo>
                    <a:lnTo>
                      <a:pt x="2320" y="2768"/>
                    </a:lnTo>
                    <a:lnTo>
                      <a:pt x="2524" y="2727"/>
                    </a:lnTo>
                    <a:lnTo>
                      <a:pt x="2687" y="2605"/>
                    </a:lnTo>
                    <a:lnTo>
                      <a:pt x="2849" y="2483"/>
                    </a:lnTo>
                    <a:lnTo>
                      <a:pt x="2972" y="2361"/>
                    </a:lnTo>
                    <a:lnTo>
                      <a:pt x="3053" y="2157"/>
                    </a:lnTo>
                    <a:lnTo>
                      <a:pt x="3134" y="1994"/>
                    </a:lnTo>
                    <a:lnTo>
                      <a:pt x="3134" y="1791"/>
                    </a:lnTo>
                    <a:lnTo>
                      <a:pt x="3256" y="1872"/>
                    </a:lnTo>
                    <a:lnTo>
                      <a:pt x="3419" y="1954"/>
                    </a:lnTo>
                    <a:lnTo>
                      <a:pt x="3582" y="1954"/>
                    </a:lnTo>
                    <a:lnTo>
                      <a:pt x="3745" y="1994"/>
                    </a:lnTo>
                    <a:lnTo>
                      <a:pt x="3989" y="1954"/>
                    </a:lnTo>
                    <a:lnTo>
                      <a:pt x="4193" y="1872"/>
                    </a:lnTo>
                    <a:lnTo>
                      <a:pt x="4396" y="1750"/>
                    </a:lnTo>
                    <a:lnTo>
                      <a:pt x="4559" y="1547"/>
                    </a:lnTo>
                    <a:lnTo>
                      <a:pt x="4722" y="1750"/>
                    </a:lnTo>
                    <a:lnTo>
                      <a:pt x="4925" y="1872"/>
                    </a:lnTo>
                    <a:lnTo>
                      <a:pt x="5129" y="1954"/>
                    </a:lnTo>
                    <a:lnTo>
                      <a:pt x="5413" y="1994"/>
                    </a:lnTo>
                    <a:lnTo>
                      <a:pt x="5576" y="1954"/>
                    </a:lnTo>
                    <a:lnTo>
                      <a:pt x="5739" y="1954"/>
                    </a:lnTo>
                    <a:lnTo>
                      <a:pt x="5861" y="1872"/>
                    </a:lnTo>
                    <a:lnTo>
                      <a:pt x="5983" y="1791"/>
                    </a:lnTo>
                    <a:lnTo>
                      <a:pt x="6024" y="1994"/>
                    </a:lnTo>
                    <a:lnTo>
                      <a:pt x="6065" y="2157"/>
                    </a:lnTo>
                    <a:lnTo>
                      <a:pt x="6187" y="2361"/>
                    </a:lnTo>
                    <a:lnTo>
                      <a:pt x="6309" y="2483"/>
                    </a:lnTo>
                    <a:lnTo>
                      <a:pt x="6431" y="2605"/>
                    </a:lnTo>
                    <a:lnTo>
                      <a:pt x="6594" y="2727"/>
                    </a:lnTo>
                    <a:lnTo>
                      <a:pt x="6797" y="2768"/>
                    </a:lnTo>
                    <a:lnTo>
                      <a:pt x="7164" y="2768"/>
                    </a:lnTo>
                    <a:lnTo>
                      <a:pt x="7123" y="2971"/>
                    </a:lnTo>
                    <a:lnTo>
                      <a:pt x="7082" y="3215"/>
                    </a:lnTo>
                    <a:lnTo>
                      <a:pt x="7082" y="3419"/>
                    </a:lnTo>
                    <a:lnTo>
                      <a:pt x="7164" y="3622"/>
                    </a:lnTo>
                    <a:lnTo>
                      <a:pt x="7245" y="3826"/>
                    </a:lnTo>
                    <a:lnTo>
                      <a:pt x="7367" y="3948"/>
                    </a:lnTo>
                    <a:lnTo>
                      <a:pt x="7530" y="4070"/>
                    </a:lnTo>
                    <a:lnTo>
                      <a:pt x="7693" y="4192"/>
                    </a:lnTo>
                    <a:lnTo>
                      <a:pt x="7896" y="4233"/>
                    </a:lnTo>
                    <a:lnTo>
                      <a:pt x="8100" y="4274"/>
                    </a:lnTo>
                    <a:lnTo>
                      <a:pt x="8303" y="4233"/>
                    </a:lnTo>
                    <a:lnTo>
                      <a:pt x="8507" y="4192"/>
                    </a:lnTo>
                    <a:lnTo>
                      <a:pt x="8710" y="4070"/>
                    </a:lnTo>
                    <a:lnTo>
                      <a:pt x="8873" y="3948"/>
                    </a:lnTo>
                    <a:lnTo>
                      <a:pt x="8995" y="3826"/>
                    </a:lnTo>
                    <a:lnTo>
                      <a:pt x="9076" y="3622"/>
                    </a:lnTo>
                    <a:lnTo>
                      <a:pt x="9117" y="3419"/>
                    </a:lnTo>
                    <a:lnTo>
                      <a:pt x="9158" y="3215"/>
                    </a:lnTo>
                    <a:lnTo>
                      <a:pt x="9117" y="3012"/>
                    </a:lnTo>
                    <a:lnTo>
                      <a:pt x="9076" y="2808"/>
                    </a:lnTo>
                    <a:lnTo>
                      <a:pt x="8995" y="2646"/>
                    </a:lnTo>
                    <a:lnTo>
                      <a:pt x="8873" y="2483"/>
                    </a:lnTo>
                    <a:lnTo>
                      <a:pt x="8710" y="2361"/>
                    </a:lnTo>
                    <a:lnTo>
                      <a:pt x="8507" y="2279"/>
                    </a:lnTo>
                    <a:lnTo>
                      <a:pt x="8303" y="2198"/>
                    </a:lnTo>
                    <a:lnTo>
                      <a:pt x="7937" y="2198"/>
                    </a:lnTo>
                    <a:lnTo>
                      <a:pt x="7978" y="1994"/>
                    </a:lnTo>
                    <a:lnTo>
                      <a:pt x="8018" y="1791"/>
                    </a:lnTo>
                    <a:lnTo>
                      <a:pt x="7978" y="1547"/>
                    </a:lnTo>
                    <a:lnTo>
                      <a:pt x="7937" y="1343"/>
                    </a:lnTo>
                    <a:lnTo>
                      <a:pt x="7815" y="1180"/>
                    </a:lnTo>
                    <a:lnTo>
                      <a:pt x="7733" y="1018"/>
                    </a:lnTo>
                    <a:lnTo>
                      <a:pt x="7571" y="936"/>
                    </a:lnTo>
                    <a:lnTo>
                      <a:pt x="7408" y="855"/>
                    </a:lnTo>
                    <a:lnTo>
                      <a:pt x="7204" y="773"/>
                    </a:lnTo>
                    <a:lnTo>
                      <a:pt x="7001" y="733"/>
                    </a:lnTo>
                    <a:lnTo>
                      <a:pt x="6838" y="773"/>
                    </a:lnTo>
                    <a:lnTo>
                      <a:pt x="6675" y="814"/>
                    </a:lnTo>
                    <a:lnTo>
                      <a:pt x="6512" y="855"/>
                    </a:lnTo>
                    <a:lnTo>
                      <a:pt x="6350" y="977"/>
                    </a:lnTo>
                    <a:lnTo>
                      <a:pt x="6350" y="773"/>
                    </a:lnTo>
                    <a:lnTo>
                      <a:pt x="6309" y="570"/>
                    </a:lnTo>
                    <a:lnTo>
                      <a:pt x="6187" y="407"/>
                    </a:lnTo>
                    <a:lnTo>
                      <a:pt x="6065" y="285"/>
                    </a:lnTo>
                    <a:lnTo>
                      <a:pt x="5943" y="163"/>
                    </a:lnTo>
                    <a:lnTo>
                      <a:pt x="5739" y="82"/>
                    </a:lnTo>
                    <a:lnTo>
                      <a:pt x="5576" y="41"/>
                    </a:lnTo>
                    <a:lnTo>
                      <a:pt x="5413" y="0"/>
                    </a:lnTo>
                    <a:lnTo>
                      <a:pt x="5129" y="41"/>
                    </a:lnTo>
                    <a:lnTo>
                      <a:pt x="4925" y="122"/>
                    </a:lnTo>
                    <a:lnTo>
                      <a:pt x="4722" y="244"/>
                    </a:lnTo>
                    <a:lnTo>
                      <a:pt x="4559" y="407"/>
                    </a:lnTo>
                    <a:lnTo>
                      <a:pt x="4396" y="244"/>
                    </a:lnTo>
                    <a:lnTo>
                      <a:pt x="4193" y="122"/>
                    </a:lnTo>
                    <a:lnTo>
                      <a:pt x="3989" y="41"/>
                    </a:lnTo>
                    <a:lnTo>
                      <a:pt x="3745" y="0"/>
                    </a:ln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593;p34"/>
              <p:cNvSpPr/>
              <p:nvPr/>
            </p:nvSpPr>
            <p:spPr>
              <a:xfrm>
                <a:off x="979850" y="3355025"/>
                <a:ext cx="48875" cy="73275"/>
              </a:xfrm>
              <a:custGeom>
                <a:avLst/>
                <a:gdLst/>
                <a:ahLst/>
                <a:cxnLst/>
                <a:rect l="l" t="t" r="r" b="b"/>
                <a:pathLst>
                  <a:path w="1955" h="2931" extrusionOk="0">
                    <a:moveTo>
                      <a:pt x="1262" y="0"/>
                    </a:moveTo>
                    <a:lnTo>
                      <a:pt x="1" y="2931"/>
                    </a:lnTo>
                    <a:lnTo>
                      <a:pt x="774" y="2157"/>
                    </a:lnTo>
                    <a:lnTo>
                      <a:pt x="1629" y="2483"/>
                    </a:lnTo>
                    <a:lnTo>
                      <a:pt x="1954" y="163"/>
                    </a:lnTo>
                    <a:lnTo>
                      <a:pt x="126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594;p34"/>
              <p:cNvSpPr/>
              <p:nvPr/>
            </p:nvSpPr>
            <p:spPr>
              <a:xfrm>
                <a:off x="931025" y="3355025"/>
                <a:ext cx="48850" cy="73275"/>
              </a:xfrm>
              <a:custGeom>
                <a:avLst/>
                <a:gdLst/>
                <a:ahLst/>
                <a:cxnLst/>
                <a:rect l="l" t="t" r="r" b="b"/>
                <a:pathLst>
                  <a:path w="1954" h="2931" extrusionOk="0">
                    <a:moveTo>
                      <a:pt x="733" y="0"/>
                    </a:moveTo>
                    <a:lnTo>
                      <a:pt x="0" y="163"/>
                    </a:lnTo>
                    <a:lnTo>
                      <a:pt x="326" y="2483"/>
                    </a:lnTo>
                    <a:lnTo>
                      <a:pt x="1181" y="2157"/>
                    </a:lnTo>
                    <a:lnTo>
                      <a:pt x="1954" y="2931"/>
                    </a:lnTo>
                    <a:lnTo>
                      <a:pt x="73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595;p34"/>
              <p:cNvSpPr/>
              <p:nvPr/>
            </p:nvSpPr>
            <p:spPr>
              <a:xfrm>
                <a:off x="959500" y="3436425"/>
                <a:ext cx="12250" cy="12225"/>
              </a:xfrm>
              <a:custGeom>
                <a:avLst/>
                <a:gdLst/>
                <a:ahLst/>
                <a:cxnLst/>
                <a:rect l="l" t="t" r="r" b="b"/>
                <a:pathLst>
                  <a:path w="490" h="489" extrusionOk="0">
                    <a:moveTo>
                      <a:pt x="164" y="0"/>
                    </a:moveTo>
                    <a:lnTo>
                      <a:pt x="82" y="82"/>
                    </a:lnTo>
                    <a:lnTo>
                      <a:pt x="42" y="163"/>
                    </a:lnTo>
                    <a:lnTo>
                      <a:pt x="1" y="244"/>
                    </a:lnTo>
                    <a:lnTo>
                      <a:pt x="42" y="326"/>
                    </a:lnTo>
                    <a:lnTo>
                      <a:pt x="82" y="407"/>
                    </a:lnTo>
                    <a:lnTo>
                      <a:pt x="164" y="448"/>
                    </a:lnTo>
                    <a:lnTo>
                      <a:pt x="245" y="489"/>
                    </a:lnTo>
                    <a:lnTo>
                      <a:pt x="326" y="448"/>
                    </a:lnTo>
                    <a:lnTo>
                      <a:pt x="408" y="407"/>
                    </a:lnTo>
                    <a:lnTo>
                      <a:pt x="449" y="326"/>
                    </a:lnTo>
                    <a:lnTo>
                      <a:pt x="489" y="244"/>
                    </a:lnTo>
                    <a:lnTo>
                      <a:pt x="449" y="163"/>
                    </a:lnTo>
                    <a:lnTo>
                      <a:pt x="408" y="82"/>
                    </a:lnTo>
                    <a:lnTo>
                      <a:pt x="32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596;p34"/>
              <p:cNvSpPr/>
              <p:nvPr/>
            </p:nvSpPr>
            <p:spPr>
              <a:xfrm>
                <a:off x="959500" y="3455750"/>
                <a:ext cx="12250" cy="11225"/>
              </a:xfrm>
              <a:custGeom>
                <a:avLst/>
                <a:gdLst/>
                <a:ahLst/>
                <a:cxnLst/>
                <a:rect l="l" t="t" r="r" b="b"/>
                <a:pathLst>
                  <a:path w="490" h="449" extrusionOk="0">
                    <a:moveTo>
                      <a:pt x="164" y="1"/>
                    </a:moveTo>
                    <a:lnTo>
                      <a:pt x="82" y="41"/>
                    </a:lnTo>
                    <a:lnTo>
                      <a:pt x="42" y="123"/>
                    </a:lnTo>
                    <a:lnTo>
                      <a:pt x="1" y="204"/>
                    </a:lnTo>
                    <a:lnTo>
                      <a:pt x="42" y="326"/>
                    </a:lnTo>
                    <a:lnTo>
                      <a:pt x="82" y="367"/>
                    </a:lnTo>
                    <a:lnTo>
                      <a:pt x="164" y="408"/>
                    </a:lnTo>
                    <a:lnTo>
                      <a:pt x="245" y="448"/>
                    </a:lnTo>
                    <a:lnTo>
                      <a:pt x="326" y="408"/>
                    </a:lnTo>
                    <a:lnTo>
                      <a:pt x="408" y="367"/>
                    </a:lnTo>
                    <a:lnTo>
                      <a:pt x="449" y="326"/>
                    </a:lnTo>
                    <a:lnTo>
                      <a:pt x="489" y="204"/>
                    </a:lnTo>
                    <a:lnTo>
                      <a:pt x="449" y="123"/>
                    </a:lnTo>
                    <a:lnTo>
                      <a:pt x="408" y="41"/>
                    </a:lnTo>
                    <a:lnTo>
                      <a:pt x="32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28" name="Google Shape;574;p34"/>
          <p:cNvSpPr/>
          <p:nvPr/>
        </p:nvSpPr>
        <p:spPr>
          <a:xfrm flipH="1">
            <a:off x="2499547" y="3314421"/>
            <a:ext cx="3854686" cy="378958"/>
          </a:xfrm>
          <a:prstGeom prst="wedgeRectCallout">
            <a:avLst>
              <a:gd name="adj1" fmla="val -54098"/>
              <a:gd name="adj2" fmla="val 8462"/>
            </a:avLst>
          </a:prstGeom>
          <a:solidFill>
            <a:schemeClr val="dk2"/>
          </a:solidFill>
          <a:ln w="28575" cap="flat" cmpd="sng">
            <a:solidFill>
              <a:schemeClr val="accent4"/>
            </a:solidFill>
            <a:prstDash val="solid"/>
            <a:round/>
            <a:headEnd type="none" w="sm" len="sm"/>
            <a:tailEnd type="none" w="sm" len="sm"/>
          </a:ln>
          <a:effectLst>
            <a:outerShdw blurRad="57150" dist="19050" dir="5400000" algn="bl" rotWithShape="0">
              <a:schemeClr val="accent3">
                <a:alpha val="50000"/>
              </a:scheme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sz="2400"/>
          </a:p>
        </p:txBody>
      </p:sp>
      <p:sp>
        <p:nvSpPr>
          <p:cNvPr id="132" name="Google Shape;636;p34"/>
          <p:cNvSpPr txBox="1">
            <a:spLocks/>
          </p:cNvSpPr>
          <p:nvPr/>
        </p:nvSpPr>
        <p:spPr>
          <a:xfrm>
            <a:off x="2275219" y="3174597"/>
            <a:ext cx="4322100" cy="5589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McLaren"/>
                <a:ea typeface="McLaren"/>
                <a:cs typeface="McLaren"/>
                <a:sym typeface="McLaren"/>
              </a:defRPr>
            </a:lvl1pPr>
            <a:lvl2pPr marL="914400" marR="0" lvl="1"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2pPr>
            <a:lvl3pPr marL="1371600" marR="0" lvl="2"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3pPr>
            <a:lvl4pPr marL="1828800" marR="0" lvl="3"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4pPr>
            <a:lvl5pPr marL="2286000" marR="0" lvl="4"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5pPr>
            <a:lvl6pPr marL="2743200" marR="0" lvl="5"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6pPr>
            <a:lvl7pPr marL="3200400" marR="0" lvl="6"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7pPr>
            <a:lvl8pPr marL="3657600" marR="0" lvl="7"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8pPr>
            <a:lvl9pPr marL="4114800" marR="0" lvl="8"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9pPr>
          </a:lstStyle>
          <a:p>
            <a:pPr marL="0" indent="0"/>
            <a:r>
              <a:rPr lang="es-ES" sz="1800" dirty="0" smtClean="0"/>
              <a:t>Cultural awareness</a:t>
            </a:r>
            <a:endParaRPr lang="es-ES" sz="1800" dirty="0"/>
          </a:p>
        </p:txBody>
      </p:sp>
      <p:pic>
        <p:nvPicPr>
          <p:cNvPr id="159" name="Google Shape;1490;p43"/>
          <p:cNvPicPr preferRelativeResize="0"/>
          <p:nvPr/>
        </p:nvPicPr>
        <p:blipFill rotWithShape="1">
          <a:blip r:embed="rId4">
            <a:alphaModFix/>
          </a:blip>
          <a:srcRect/>
          <a:stretch/>
        </p:blipFill>
        <p:spPr>
          <a:xfrm rot="-827397" flipH="1">
            <a:off x="6185154" y="4053089"/>
            <a:ext cx="530352" cy="530376"/>
          </a:xfrm>
          <a:prstGeom prst="rect">
            <a:avLst/>
          </a:prstGeom>
          <a:noFill/>
          <a:ln>
            <a:noFill/>
          </a:ln>
          <a:effectLst>
            <a:outerShdw blurRad="57150" algn="bl" rotWithShape="0">
              <a:schemeClr val="dk1">
                <a:alpha val="25000"/>
              </a:schemeClr>
            </a:outerShdw>
          </a:effectLst>
        </p:spPr>
      </p:pic>
      <p:grpSp>
        <p:nvGrpSpPr>
          <p:cNvPr id="161" name="Google Shape;3243;p60"/>
          <p:cNvGrpSpPr/>
          <p:nvPr/>
        </p:nvGrpSpPr>
        <p:grpSpPr>
          <a:xfrm>
            <a:off x="2335242" y="557069"/>
            <a:ext cx="328609" cy="328609"/>
            <a:chOff x="2492775" y="1149500"/>
            <a:chExt cx="377625" cy="377625"/>
          </a:xfrm>
        </p:grpSpPr>
        <p:sp>
          <p:nvSpPr>
            <p:cNvPr id="162" name="Google Shape;3244;p60"/>
            <p:cNvSpPr/>
            <p:nvPr/>
          </p:nvSpPr>
          <p:spPr>
            <a:xfrm>
              <a:off x="2492775" y="1197775"/>
              <a:ext cx="140525" cy="198725"/>
            </a:xfrm>
            <a:custGeom>
              <a:avLst/>
              <a:gdLst/>
              <a:ahLst/>
              <a:cxnLst/>
              <a:rect l="l" t="t" r="r" b="b"/>
              <a:pathLst>
                <a:path w="5621" h="7949" extrusionOk="0">
                  <a:moveTo>
                    <a:pt x="439" y="1"/>
                  </a:moveTo>
                  <a:lnTo>
                    <a:pt x="263" y="45"/>
                  </a:lnTo>
                  <a:lnTo>
                    <a:pt x="132" y="133"/>
                  </a:lnTo>
                  <a:lnTo>
                    <a:pt x="44" y="264"/>
                  </a:lnTo>
                  <a:lnTo>
                    <a:pt x="0" y="440"/>
                  </a:lnTo>
                  <a:lnTo>
                    <a:pt x="0" y="6104"/>
                  </a:lnTo>
                  <a:lnTo>
                    <a:pt x="44" y="6280"/>
                  </a:lnTo>
                  <a:lnTo>
                    <a:pt x="132" y="6411"/>
                  </a:lnTo>
                  <a:lnTo>
                    <a:pt x="263" y="6499"/>
                  </a:lnTo>
                  <a:lnTo>
                    <a:pt x="439" y="6543"/>
                  </a:lnTo>
                  <a:lnTo>
                    <a:pt x="1229" y="6543"/>
                  </a:lnTo>
                  <a:lnTo>
                    <a:pt x="2503" y="7816"/>
                  </a:lnTo>
                  <a:lnTo>
                    <a:pt x="2634" y="7904"/>
                  </a:lnTo>
                  <a:lnTo>
                    <a:pt x="2810" y="7948"/>
                  </a:lnTo>
                  <a:lnTo>
                    <a:pt x="2986" y="7904"/>
                  </a:lnTo>
                  <a:lnTo>
                    <a:pt x="3117" y="7816"/>
                  </a:lnTo>
                  <a:lnTo>
                    <a:pt x="4435" y="6543"/>
                  </a:lnTo>
                  <a:lnTo>
                    <a:pt x="5181" y="6543"/>
                  </a:lnTo>
                  <a:lnTo>
                    <a:pt x="5357" y="6499"/>
                  </a:lnTo>
                  <a:lnTo>
                    <a:pt x="5488" y="6411"/>
                  </a:lnTo>
                  <a:lnTo>
                    <a:pt x="5620" y="6280"/>
                  </a:lnTo>
                  <a:lnTo>
                    <a:pt x="5620" y="6104"/>
                  </a:lnTo>
                  <a:lnTo>
                    <a:pt x="5620" y="5577"/>
                  </a:lnTo>
                  <a:lnTo>
                    <a:pt x="5576" y="5533"/>
                  </a:lnTo>
                  <a:lnTo>
                    <a:pt x="3952" y="5533"/>
                  </a:lnTo>
                  <a:lnTo>
                    <a:pt x="3732" y="5445"/>
                  </a:lnTo>
                  <a:lnTo>
                    <a:pt x="3557" y="5402"/>
                  </a:lnTo>
                  <a:lnTo>
                    <a:pt x="3381" y="5270"/>
                  </a:lnTo>
                  <a:lnTo>
                    <a:pt x="3205" y="5138"/>
                  </a:lnTo>
                  <a:lnTo>
                    <a:pt x="3074" y="5006"/>
                  </a:lnTo>
                  <a:lnTo>
                    <a:pt x="2986" y="4831"/>
                  </a:lnTo>
                  <a:lnTo>
                    <a:pt x="2898" y="4655"/>
                  </a:lnTo>
                  <a:lnTo>
                    <a:pt x="2327" y="4655"/>
                  </a:lnTo>
                  <a:lnTo>
                    <a:pt x="2151" y="4611"/>
                  </a:lnTo>
                  <a:lnTo>
                    <a:pt x="2020" y="4523"/>
                  </a:lnTo>
                  <a:lnTo>
                    <a:pt x="1932" y="4392"/>
                  </a:lnTo>
                  <a:lnTo>
                    <a:pt x="1888" y="4216"/>
                  </a:lnTo>
                  <a:lnTo>
                    <a:pt x="1932" y="4040"/>
                  </a:lnTo>
                  <a:lnTo>
                    <a:pt x="2020" y="3909"/>
                  </a:lnTo>
                  <a:lnTo>
                    <a:pt x="2151" y="3821"/>
                  </a:lnTo>
                  <a:lnTo>
                    <a:pt x="2327" y="3777"/>
                  </a:lnTo>
                  <a:lnTo>
                    <a:pt x="2810" y="3777"/>
                  </a:lnTo>
                  <a:lnTo>
                    <a:pt x="2810" y="2767"/>
                  </a:lnTo>
                  <a:lnTo>
                    <a:pt x="2327" y="2767"/>
                  </a:lnTo>
                  <a:lnTo>
                    <a:pt x="2195" y="2723"/>
                  </a:lnTo>
                  <a:lnTo>
                    <a:pt x="2064" y="2635"/>
                  </a:lnTo>
                  <a:lnTo>
                    <a:pt x="1932" y="2548"/>
                  </a:lnTo>
                  <a:lnTo>
                    <a:pt x="1888" y="2372"/>
                  </a:lnTo>
                  <a:lnTo>
                    <a:pt x="1932" y="2196"/>
                  </a:lnTo>
                  <a:lnTo>
                    <a:pt x="2020" y="2021"/>
                  </a:lnTo>
                  <a:lnTo>
                    <a:pt x="2151" y="1933"/>
                  </a:lnTo>
                  <a:lnTo>
                    <a:pt x="2327" y="1889"/>
                  </a:lnTo>
                  <a:lnTo>
                    <a:pt x="2810" y="1889"/>
                  </a:lnTo>
                  <a:lnTo>
                    <a:pt x="281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3245;p60"/>
            <p:cNvSpPr/>
            <p:nvPr/>
          </p:nvSpPr>
          <p:spPr>
            <a:xfrm>
              <a:off x="2729875" y="1196700"/>
              <a:ext cx="140525" cy="199800"/>
            </a:xfrm>
            <a:custGeom>
              <a:avLst/>
              <a:gdLst/>
              <a:ahLst/>
              <a:cxnLst/>
              <a:rect l="l" t="t" r="r" b="b"/>
              <a:pathLst>
                <a:path w="5621" h="7992" extrusionOk="0">
                  <a:moveTo>
                    <a:pt x="2766" y="0"/>
                  </a:moveTo>
                  <a:lnTo>
                    <a:pt x="2766" y="1932"/>
                  </a:lnTo>
                  <a:lnTo>
                    <a:pt x="3249" y="1932"/>
                  </a:lnTo>
                  <a:lnTo>
                    <a:pt x="3425" y="1976"/>
                  </a:lnTo>
                  <a:lnTo>
                    <a:pt x="3600" y="2064"/>
                  </a:lnTo>
                  <a:lnTo>
                    <a:pt x="3688" y="2239"/>
                  </a:lnTo>
                  <a:lnTo>
                    <a:pt x="3688" y="2415"/>
                  </a:lnTo>
                  <a:lnTo>
                    <a:pt x="3644" y="2591"/>
                  </a:lnTo>
                  <a:lnTo>
                    <a:pt x="3557" y="2678"/>
                  </a:lnTo>
                  <a:lnTo>
                    <a:pt x="3425" y="2766"/>
                  </a:lnTo>
                  <a:lnTo>
                    <a:pt x="3249" y="2810"/>
                  </a:lnTo>
                  <a:lnTo>
                    <a:pt x="2766" y="2810"/>
                  </a:lnTo>
                  <a:lnTo>
                    <a:pt x="2766" y="3820"/>
                  </a:lnTo>
                  <a:lnTo>
                    <a:pt x="3249" y="3820"/>
                  </a:lnTo>
                  <a:lnTo>
                    <a:pt x="3425" y="3864"/>
                  </a:lnTo>
                  <a:lnTo>
                    <a:pt x="3557" y="3952"/>
                  </a:lnTo>
                  <a:lnTo>
                    <a:pt x="3644" y="4083"/>
                  </a:lnTo>
                  <a:lnTo>
                    <a:pt x="3688" y="4259"/>
                  </a:lnTo>
                  <a:lnTo>
                    <a:pt x="3644" y="4435"/>
                  </a:lnTo>
                  <a:lnTo>
                    <a:pt x="3557" y="4566"/>
                  </a:lnTo>
                  <a:lnTo>
                    <a:pt x="3425" y="4654"/>
                  </a:lnTo>
                  <a:lnTo>
                    <a:pt x="3249" y="4698"/>
                  </a:lnTo>
                  <a:lnTo>
                    <a:pt x="2722" y="4698"/>
                  </a:lnTo>
                  <a:lnTo>
                    <a:pt x="2634" y="4874"/>
                  </a:lnTo>
                  <a:lnTo>
                    <a:pt x="2547" y="5049"/>
                  </a:lnTo>
                  <a:lnTo>
                    <a:pt x="2371" y="5181"/>
                  </a:lnTo>
                  <a:lnTo>
                    <a:pt x="2239" y="5313"/>
                  </a:lnTo>
                  <a:lnTo>
                    <a:pt x="2064" y="5445"/>
                  </a:lnTo>
                  <a:lnTo>
                    <a:pt x="1888" y="5488"/>
                  </a:lnTo>
                  <a:lnTo>
                    <a:pt x="1669" y="5576"/>
                  </a:lnTo>
                  <a:lnTo>
                    <a:pt x="44" y="5576"/>
                  </a:lnTo>
                  <a:lnTo>
                    <a:pt x="0" y="5620"/>
                  </a:lnTo>
                  <a:lnTo>
                    <a:pt x="0" y="6147"/>
                  </a:lnTo>
                  <a:lnTo>
                    <a:pt x="0" y="6323"/>
                  </a:lnTo>
                  <a:lnTo>
                    <a:pt x="132" y="6454"/>
                  </a:lnTo>
                  <a:lnTo>
                    <a:pt x="263" y="6542"/>
                  </a:lnTo>
                  <a:lnTo>
                    <a:pt x="439" y="6586"/>
                  </a:lnTo>
                  <a:lnTo>
                    <a:pt x="1186" y="6586"/>
                  </a:lnTo>
                  <a:lnTo>
                    <a:pt x="2503" y="7859"/>
                  </a:lnTo>
                  <a:lnTo>
                    <a:pt x="2634" y="7947"/>
                  </a:lnTo>
                  <a:lnTo>
                    <a:pt x="2810" y="7991"/>
                  </a:lnTo>
                  <a:lnTo>
                    <a:pt x="2986" y="7947"/>
                  </a:lnTo>
                  <a:lnTo>
                    <a:pt x="3117" y="7859"/>
                  </a:lnTo>
                  <a:lnTo>
                    <a:pt x="4391" y="6586"/>
                  </a:lnTo>
                  <a:lnTo>
                    <a:pt x="5181" y="6586"/>
                  </a:lnTo>
                  <a:lnTo>
                    <a:pt x="5357" y="6542"/>
                  </a:lnTo>
                  <a:lnTo>
                    <a:pt x="5488" y="6454"/>
                  </a:lnTo>
                  <a:lnTo>
                    <a:pt x="5576" y="6323"/>
                  </a:lnTo>
                  <a:lnTo>
                    <a:pt x="5620" y="6147"/>
                  </a:lnTo>
                  <a:lnTo>
                    <a:pt x="5620" y="439"/>
                  </a:lnTo>
                  <a:lnTo>
                    <a:pt x="5576" y="263"/>
                  </a:lnTo>
                  <a:lnTo>
                    <a:pt x="5488" y="132"/>
                  </a:lnTo>
                  <a:lnTo>
                    <a:pt x="5357" y="44"/>
                  </a:lnTo>
                  <a:lnTo>
                    <a:pt x="518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3246;p60"/>
            <p:cNvSpPr/>
            <p:nvPr/>
          </p:nvSpPr>
          <p:spPr>
            <a:xfrm>
              <a:off x="2584975" y="1149500"/>
              <a:ext cx="192125" cy="199800"/>
            </a:xfrm>
            <a:custGeom>
              <a:avLst/>
              <a:gdLst/>
              <a:ahLst/>
              <a:cxnLst/>
              <a:rect l="l" t="t" r="r" b="b"/>
              <a:pathLst>
                <a:path w="7685" h="7992" extrusionOk="0">
                  <a:moveTo>
                    <a:pt x="6235" y="1888"/>
                  </a:moveTo>
                  <a:lnTo>
                    <a:pt x="6411" y="1932"/>
                  </a:lnTo>
                  <a:lnTo>
                    <a:pt x="6542" y="2020"/>
                  </a:lnTo>
                  <a:lnTo>
                    <a:pt x="6630" y="2108"/>
                  </a:lnTo>
                  <a:lnTo>
                    <a:pt x="6674" y="2283"/>
                  </a:lnTo>
                  <a:lnTo>
                    <a:pt x="6674" y="2459"/>
                  </a:lnTo>
                  <a:lnTo>
                    <a:pt x="6586" y="2634"/>
                  </a:lnTo>
                  <a:lnTo>
                    <a:pt x="6455" y="2722"/>
                  </a:lnTo>
                  <a:lnTo>
                    <a:pt x="6235" y="2766"/>
                  </a:lnTo>
                  <a:lnTo>
                    <a:pt x="1317" y="2766"/>
                  </a:lnTo>
                  <a:lnTo>
                    <a:pt x="1186" y="2678"/>
                  </a:lnTo>
                  <a:lnTo>
                    <a:pt x="1054" y="2547"/>
                  </a:lnTo>
                  <a:lnTo>
                    <a:pt x="1010" y="2371"/>
                  </a:lnTo>
                  <a:lnTo>
                    <a:pt x="1054" y="2195"/>
                  </a:lnTo>
                  <a:lnTo>
                    <a:pt x="1142" y="2020"/>
                  </a:lnTo>
                  <a:lnTo>
                    <a:pt x="1274" y="1932"/>
                  </a:lnTo>
                  <a:lnTo>
                    <a:pt x="1449" y="1888"/>
                  </a:lnTo>
                  <a:close/>
                  <a:moveTo>
                    <a:pt x="6411" y="3820"/>
                  </a:moveTo>
                  <a:lnTo>
                    <a:pt x="6542" y="3908"/>
                  </a:lnTo>
                  <a:lnTo>
                    <a:pt x="6630" y="4039"/>
                  </a:lnTo>
                  <a:lnTo>
                    <a:pt x="6674" y="4215"/>
                  </a:lnTo>
                  <a:lnTo>
                    <a:pt x="6674" y="4391"/>
                  </a:lnTo>
                  <a:lnTo>
                    <a:pt x="6586" y="4566"/>
                  </a:lnTo>
                  <a:lnTo>
                    <a:pt x="6455" y="4654"/>
                  </a:lnTo>
                  <a:lnTo>
                    <a:pt x="6235" y="4698"/>
                  </a:lnTo>
                  <a:lnTo>
                    <a:pt x="1449" y="4698"/>
                  </a:lnTo>
                  <a:lnTo>
                    <a:pt x="1317" y="4654"/>
                  </a:lnTo>
                  <a:lnTo>
                    <a:pt x="1186" y="4566"/>
                  </a:lnTo>
                  <a:lnTo>
                    <a:pt x="1054" y="4479"/>
                  </a:lnTo>
                  <a:lnTo>
                    <a:pt x="1010" y="4303"/>
                  </a:lnTo>
                  <a:lnTo>
                    <a:pt x="1054" y="4127"/>
                  </a:lnTo>
                  <a:lnTo>
                    <a:pt x="1142" y="3952"/>
                  </a:lnTo>
                  <a:lnTo>
                    <a:pt x="1274" y="3864"/>
                  </a:lnTo>
                  <a:lnTo>
                    <a:pt x="1449" y="3820"/>
                  </a:lnTo>
                  <a:close/>
                  <a:moveTo>
                    <a:pt x="439" y="0"/>
                  </a:moveTo>
                  <a:lnTo>
                    <a:pt x="264" y="44"/>
                  </a:lnTo>
                  <a:lnTo>
                    <a:pt x="132" y="132"/>
                  </a:lnTo>
                  <a:lnTo>
                    <a:pt x="44" y="263"/>
                  </a:lnTo>
                  <a:lnTo>
                    <a:pt x="0" y="439"/>
                  </a:lnTo>
                  <a:lnTo>
                    <a:pt x="0" y="6103"/>
                  </a:lnTo>
                  <a:lnTo>
                    <a:pt x="44" y="6279"/>
                  </a:lnTo>
                  <a:lnTo>
                    <a:pt x="132" y="6410"/>
                  </a:lnTo>
                  <a:lnTo>
                    <a:pt x="264" y="6498"/>
                  </a:lnTo>
                  <a:lnTo>
                    <a:pt x="439" y="6542"/>
                  </a:lnTo>
                  <a:lnTo>
                    <a:pt x="2240" y="6542"/>
                  </a:lnTo>
                  <a:lnTo>
                    <a:pt x="3557" y="7859"/>
                  </a:lnTo>
                  <a:lnTo>
                    <a:pt x="3688" y="7947"/>
                  </a:lnTo>
                  <a:lnTo>
                    <a:pt x="3864" y="7991"/>
                  </a:lnTo>
                  <a:lnTo>
                    <a:pt x="4040" y="7947"/>
                  </a:lnTo>
                  <a:lnTo>
                    <a:pt x="4171" y="7859"/>
                  </a:lnTo>
                  <a:lnTo>
                    <a:pt x="5445" y="6586"/>
                  </a:lnTo>
                  <a:lnTo>
                    <a:pt x="7245" y="6586"/>
                  </a:lnTo>
                  <a:lnTo>
                    <a:pt x="7333" y="6542"/>
                  </a:lnTo>
                  <a:lnTo>
                    <a:pt x="7421" y="6498"/>
                  </a:lnTo>
                  <a:lnTo>
                    <a:pt x="7552" y="6367"/>
                  </a:lnTo>
                  <a:lnTo>
                    <a:pt x="7684" y="6147"/>
                  </a:lnTo>
                  <a:lnTo>
                    <a:pt x="7684" y="439"/>
                  </a:lnTo>
                  <a:lnTo>
                    <a:pt x="7640" y="263"/>
                  </a:lnTo>
                  <a:lnTo>
                    <a:pt x="7552" y="132"/>
                  </a:lnTo>
                  <a:lnTo>
                    <a:pt x="7421" y="44"/>
                  </a:lnTo>
                  <a:lnTo>
                    <a:pt x="724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3247;p60"/>
            <p:cNvSpPr/>
            <p:nvPr/>
          </p:nvSpPr>
          <p:spPr>
            <a:xfrm>
              <a:off x="2538875" y="1421725"/>
              <a:ext cx="47225" cy="47225"/>
            </a:xfrm>
            <a:custGeom>
              <a:avLst/>
              <a:gdLst/>
              <a:ahLst/>
              <a:cxnLst/>
              <a:rect l="l" t="t" r="r" b="b"/>
              <a:pathLst>
                <a:path w="1889" h="1889" extrusionOk="0">
                  <a:moveTo>
                    <a:pt x="966" y="0"/>
                  </a:moveTo>
                  <a:lnTo>
                    <a:pt x="790" y="44"/>
                  </a:lnTo>
                  <a:lnTo>
                    <a:pt x="615" y="88"/>
                  </a:lnTo>
                  <a:lnTo>
                    <a:pt x="439" y="176"/>
                  </a:lnTo>
                  <a:lnTo>
                    <a:pt x="307" y="307"/>
                  </a:lnTo>
                  <a:lnTo>
                    <a:pt x="176" y="439"/>
                  </a:lnTo>
                  <a:lnTo>
                    <a:pt x="88" y="615"/>
                  </a:lnTo>
                  <a:lnTo>
                    <a:pt x="44" y="790"/>
                  </a:lnTo>
                  <a:lnTo>
                    <a:pt x="0" y="966"/>
                  </a:lnTo>
                  <a:lnTo>
                    <a:pt x="44" y="1142"/>
                  </a:lnTo>
                  <a:lnTo>
                    <a:pt x="88" y="1317"/>
                  </a:lnTo>
                  <a:lnTo>
                    <a:pt x="176" y="1493"/>
                  </a:lnTo>
                  <a:lnTo>
                    <a:pt x="307" y="1625"/>
                  </a:lnTo>
                  <a:lnTo>
                    <a:pt x="439" y="1756"/>
                  </a:lnTo>
                  <a:lnTo>
                    <a:pt x="615" y="1844"/>
                  </a:lnTo>
                  <a:lnTo>
                    <a:pt x="790" y="1888"/>
                  </a:lnTo>
                  <a:lnTo>
                    <a:pt x="1142" y="1888"/>
                  </a:lnTo>
                  <a:lnTo>
                    <a:pt x="1317" y="1844"/>
                  </a:lnTo>
                  <a:lnTo>
                    <a:pt x="1493" y="1756"/>
                  </a:lnTo>
                  <a:lnTo>
                    <a:pt x="1625" y="1625"/>
                  </a:lnTo>
                  <a:lnTo>
                    <a:pt x="1756" y="1493"/>
                  </a:lnTo>
                  <a:lnTo>
                    <a:pt x="1844" y="1317"/>
                  </a:lnTo>
                  <a:lnTo>
                    <a:pt x="1888" y="1142"/>
                  </a:lnTo>
                  <a:lnTo>
                    <a:pt x="1888" y="966"/>
                  </a:lnTo>
                  <a:lnTo>
                    <a:pt x="1888" y="790"/>
                  </a:lnTo>
                  <a:lnTo>
                    <a:pt x="1844" y="615"/>
                  </a:lnTo>
                  <a:lnTo>
                    <a:pt x="1756" y="439"/>
                  </a:lnTo>
                  <a:lnTo>
                    <a:pt x="1625" y="307"/>
                  </a:lnTo>
                  <a:lnTo>
                    <a:pt x="1493" y="176"/>
                  </a:lnTo>
                  <a:lnTo>
                    <a:pt x="1317" y="88"/>
                  </a:lnTo>
                  <a:lnTo>
                    <a:pt x="1142" y="44"/>
                  </a:lnTo>
                  <a:lnTo>
                    <a:pt x="96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3248;p60"/>
            <p:cNvSpPr/>
            <p:nvPr/>
          </p:nvSpPr>
          <p:spPr>
            <a:xfrm>
              <a:off x="2515825" y="1468925"/>
              <a:ext cx="93325" cy="58200"/>
            </a:xfrm>
            <a:custGeom>
              <a:avLst/>
              <a:gdLst/>
              <a:ahLst/>
              <a:cxnLst/>
              <a:rect l="l" t="t" r="r" b="b"/>
              <a:pathLst>
                <a:path w="3733" h="2328" extrusionOk="0">
                  <a:moveTo>
                    <a:pt x="1888" y="0"/>
                  </a:moveTo>
                  <a:lnTo>
                    <a:pt x="1493" y="44"/>
                  </a:lnTo>
                  <a:lnTo>
                    <a:pt x="1142" y="176"/>
                  </a:lnTo>
                  <a:lnTo>
                    <a:pt x="834" y="351"/>
                  </a:lnTo>
                  <a:lnTo>
                    <a:pt x="571" y="571"/>
                  </a:lnTo>
                  <a:lnTo>
                    <a:pt x="351" y="834"/>
                  </a:lnTo>
                  <a:lnTo>
                    <a:pt x="176" y="1142"/>
                  </a:lnTo>
                  <a:lnTo>
                    <a:pt x="44" y="1493"/>
                  </a:lnTo>
                  <a:lnTo>
                    <a:pt x="0" y="1888"/>
                  </a:lnTo>
                  <a:lnTo>
                    <a:pt x="44" y="2064"/>
                  </a:lnTo>
                  <a:lnTo>
                    <a:pt x="132" y="2195"/>
                  </a:lnTo>
                  <a:lnTo>
                    <a:pt x="307" y="2283"/>
                  </a:lnTo>
                  <a:lnTo>
                    <a:pt x="483" y="2327"/>
                  </a:lnTo>
                  <a:lnTo>
                    <a:pt x="3293" y="2327"/>
                  </a:lnTo>
                  <a:lnTo>
                    <a:pt x="3469" y="2283"/>
                  </a:lnTo>
                  <a:lnTo>
                    <a:pt x="3600" y="2195"/>
                  </a:lnTo>
                  <a:lnTo>
                    <a:pt x="3732" y="2064"/>
                  </a:lnTo>
                  <a:lnTo>
                    <a:pt x="3732" y="1888"/>
                  </a:lnTo>
                  <a:lnTo>
                    <a:pt x="3732" y="1493"/>
                  </a:lnTo>
                  <a:lnTo>
                    <a:pt x="3600" y="1142"/>
                  </a:lnTo>
                  <a:lnTo>
                    <a:pt x="3425" y="834"/>
                  </a:lnTo>
                  <a:lnTo>
                    <a:pt x="3205" y="571"/>
                  </a:lnTo>
                  <a:lnTo>
                    <a:pt x="2942" y="351"/>
                  </a:lnTo>
                  <a:lnTo>
                    <a:pt x="2591" y="176"/>
                  </a:lnTo>
                  <a:lnTo>
                    <a:pt x="2239" y="44"/>
                  </a:lnTo>
                  <a:lnTo>
                    <a:pt x="188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3249;p60"/>
            <p:cNvSpPr/>
            <p:nvPr/>
          </p:nvSpPr>
          <p:spPr>
            <a:xfrm>
              <a:off x="2657425" y="1421725"/>
              <a:ext cx="47225" cy="47225"/>
            </a:xfrm>
            <a:custGeom>
              <a:avLst/>
              <a:gdLst/>
              <a:ahLst/>
              <a:cxnLst/>
              <a:rect l="l" t="t" r="r" b="b"/>
              <a:pathLst>
                <a:path w="1889" h="1889" extrusionOk="0">
                  <a:moveTo>
                    <a:pt x="966" y="0"/>
                  </a:moveTo>
                  <a:lnTo>
                    <a:pt x="747" y="44"/>
                  </a:lnTo>
                  <a:lnTo>
                    <a:pt x="571" y="88"/>
                  </a:lnTo>
                  <a:lnTo>
                    <a:pt x="439" y="176"/>
                  </a:lnTo>
                  <a:lnTo>
                    <a:pt x="307" y="307"/>
                  </a:lnTo>
                  <a:lnTo>
                    <a:pt x="176" y="439"/>
                  </a:lnTo>
                  <a:lnTo>
                    <a:pt x="88" y="615"/>
                  </a:lnTo>
                  <a:lnTo>
                    <a:pt x="44" y="790"/>
                  </a:lnTo>
                  <a:lnTo>
                    <a:pt x="0" y="966"/>
                  </a:lnTo>
                  <a:lnTo>
                    <a:pt x="44" y="1142"/>
                  </a:lnTo>
                  <a:lnTo>
                    <a:pt x="88" y="1317"/>
                  </a:lnTo>
                  <a:lnTo>
                    <a:pt x="176" y="1493"/>
                  </a:lnTo>
                  <a:lnTo>
                    <a:pt x="307" y="1625"/>
                  </a:lnTo>
                  <a:lnTo>
                    <a:pt x="439" y="1756"/>
                  </a:lnTo>
                  <a:lnTo>
                    <a:pt x="571" y="1844"/>
                  </a:lnTo>
                  <a:lnTo>
                    <a:pt x="747" y="1888"/>
                  </a:lnTo>
                  <a:lnTo>
                    <a:pt x="1142" y="1888"/>
                  </a:lnTo>
                  <a:lnTo>
                    <a:pt x="1317" y="1844"/>
                  </a:lnTo>
                  <a:lnTo>
                    <a:pt x="1493" y="1756"/>
                  </a:lnTo>
                  <a:lnTo>
                    <a:pt x="1625" y="1625"/>
                  </a:lnTo>
                  <a:lnTo>
                    <a:pt x="1756" y="1493"/>
                  </a:lnTo>
                  <a:lnTo>
                    <a:pt x="1844" y="1317"/>
                  </a:lnTo>
                  <a:lnTo>
                    <a:pt x="1888" y="1142"/>
                  </a:lnTo>
                  <a:lnTo>
                    <a:pt x="1888" y="966"/>
                  </a:lnTo>
                  <a:lnTo>
                    <a:pt x="1888" y="790"/>
                  </a:lnTo>
                  <a:lnTo>
                    <a:pt x="1844" y="615"/>
                  </a:lnTo>
                  <a:lnTo>
                    <a:pt x="1756" y="439"/>
                  </a:lnTo>
                  <a:lnTo>
                    <a:pt x="1625" y="307"/>
                  </a:lnTo>
                  <a:lnTo>
                    <a:pt x="1493" y="176"/>
                  </a:lnTo>
                  <a:lnTo>
                    <a:pt x="1317" y="88"/>
                  </a:lnTo>
                  <a:lnTo>
                    <a:pt x="1142" y="44"/>
                  </a:lnTo>
                  <a:lnTo>
                    <a:pt x="96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3250;p60"/>
            <p:cNvSpPr/>
            <p:nvPr/>
          </p:nvSpPr>
          <p:spPr>
            <a:xfrm>
              <a:off x="2634375" y="1468925"/>
              <a:ext cx="93325" cy="58200"/>
            </a:xfrm>
            <a:custGeom>
              <a:avLst/>
              <a:gdLst/>
              <a:ahLst/>
              <a:cxnLst/>
              <a:rect l="l" t="t" r="r" b="b"/>
              <a:pathLst>
                <a:path w="3733" h="2328" extrusionOk="0">
                  <a:moveTo>
                    <a:pt x="1888" y="0"/>
                  </a:moveTo>
                  <a:lnTo>
                    <a:pt x="1493" y="44"/>
                  </a:lnTo>
                  <a:lnTo>
                    <a:pt x="1142" y="176"/>
                  </a:lnTo>
                  <a:lnTo>
                    <a:pt x="834" y="351"/>
                  </a:lnTo>
                  <a:lnTo>
                    <a:pt x="571" y="571"/>
                  </a:lnTo>
                  <a:lnTo>
                    <a:pt x="351" y="834"/>
                  </a:lnTo>
                  <a:lnTo>
                    <a:pt x="176" y="1142"/>
                  </a:lnTo>
                  <a:lnTo>
                    <a:pt x="44" y="1493"/>
                  </a:lnTo>
                  <a:lnTo>
                    <a:pt x="0" y="1888"/>
                  </a:lnTo>
                  <a:lnTo>
                    <a:pt x="44" y="2064"/>
                  </a:lnTo>
                  <a:lnTo>
                    <a:pt x="132" y="2195"/>
                  </a:lnTo>
                  <a:lnTo>
                    <a:pt x="307" y="2283"/>
                  </a:lnTo>
                  <a:lnTo>
                    <a:pt x="439" y="2327"/>
                  </a:lnTo>
                  <a:lnTo>
                    <a:pt x="3293" y="2327"/>
                  </a:lnTo>
                  <a:lnTo>
                    <a:pt x="3469" y="2283"/>
                  </a:lnTo>
                  <a:lnTo>
                    <a:pt x="3600" y="2195"/>
                  </a:lnTo>
                  <a:lnTo>
                    <a:pt x="3688" y="2064"/>
                  </a:lnTo>
                  <a:lnTo>
                    <a:pt x="3732" y="1888"/>
                  </a:lnTo>
                  <a:lnTo>
                    <a:pt x="3688" y="1493"/>
                  </a:lnTo>
                  <a:lnTo>
                    <a:pt x="3600" y="1142"/>
                  </a:lnTo>
                  <a:lnTo>
                    <a:pt x="3425" y="834"/>
                  </a:lnTo>
                  <a:lnTo>
                    <a:pt x="3205" y="571"/>
                  </a:lnTo>
                  <a:lnTo>
                    <a:pt x="2942" y="351"/>
                  </a:lnTo>
                  <a:lnTo>
                    <a:pt x="2591" y="176"/>
                  </a:lnTo>
                  <a:lnTo>
                    <a:pt x="2239" y="44"/>
                  </a:lnTo>
                  <a:lnTo>
                    <a:pt x="188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3251;p60"/>
            <p:cNvSpPr/>
            <p:nvPr/>
          </p:nvSpPr>
          <p:spPr>
            <a:xfrm>
              <a:off x="2775975" y="1421725"/>
              <a:ext cx="47225" cy="47225"/>
            </a:xfrm>
            <a:custGeom>
              <a:avLst/>
              <a:gdLst/>
              <a:ahLst/>
              <a:cxnLst/>
              <a:rect l="l" t="t" r="r" b="b"/>
              <a:pathLst>
                <a:path w="1889" h="1889" extrusionOk="0">
                  <a:moveTo>
                    <a:pt x="966" y="0"/>
                  </a:moveTo>
                  <a:lnTo>
                    <a:pt x="747" y="44"/>
                  </a:lnTo>
                  <a:lnTo>
                    <a:pt x="571" y="88"/>
                  </a:lnTo>
                  <a:lnTo>
                    <a:pt x="439" y="176"/>
                  </a:lnTo>
                  <a:lnTo>
                    <a:pt x="264" y="307"/>
                  </a:lnTo>
                  <a:lnTo>
                    <a:pt x="176" y="439"/>
                  </a:lnTo>
                  <a:lnTo>
                    <a:pt x="88" y="615"/>
                  </a:lnTo>
                  <a:lnTo>
                    <a:pt x="0" y="790"/>
                  </a:lnTo>
                  <a:lnTo>
                    <a:pt x="0" y="966"/>
                  </a:lnTo>
                  <a:lnTo>
                    <a:pt x="0" y="1142"/>
                  </a:lnTo>
                  <a:lnTo>
                    <a:pt x="88" y="1317"/>
                  </a:lnTo>
                  <a:lnTo>
                    <a:pt x="176" y="1493"/>
                  </a:lnTo>
                  <a:lnTo>
                    <a:pt x="264" y="1625"/>
                  </a:lnTo>
                  <a:lnTo>
                    <a:pt x="439" y="1756"/>
                  </a:lnTo>
                  <a:lnTo>
                    <a:pt x="571" y="1844"/>
                  </a:lnTo>
                  <a:lnTo>
                    <a:pt x="747" y="1888"/>
                  </a:lnTo>
                  <a:lnTo>
                    <a:pt x="1142" y="1888"/>
                  </a:lnTo>
                  <a:lnTo>
                    <a:pt x="1317" y="1844"/>
                  </a:lnTo>
                  <a:lnTo>
                    <a:pt x="1493" y="1756"/>
                  </a:lnTo>
                  <a:lnTo>
                    <a:pt x="1625" y="1625"/>
                  </a:lnTo>
                  <a:lnTo>
                    <a:pt x="1713" y="1493"/>
                  </a:lnTo>
                  <a:lnTo>
                    <a:pt x="1800" y="1317"/>
                  </a:lnTo>
                  <a:lnTo>
                    <a:pt x="1888" y="1142"/>
                  </a:lnTo>
                  <a:lnTo>
                    <a:pt x="1888" y="966"/>
                  </a:lnTo>
                  <a:lnTo>
                    <a:pt x="1888" y="790"/>
                  </a:lnTo>
                  <a:lnTo>
                    <a:pt x="1800" y="615"/>
                  </a:lnTo>
                  <a:lnTo>
                    <a:pt x="1713" y="439"/>
                  </a:lnTo>
                  <a:lnTo>
                    <a:pt x="1625" y="307"/>
                  </a:lnTo>
                  <a:lnTo>
                    <a:pt x="1493" y="176"/>
                  </a:lnTo>
                  <a:lnTo>
                    <a:pt x="1317" y="88"/>
                  </a:lnTo>
                  <a:lnTo>
                    <a:pt x="1142" y="44"/>
                  </a:lnTo>
                  <a:lnTo>
                    <a:pt x="96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3252;p60"/>
            <p:cNvSpPr/>
            <p:nvPr/>
          </p:nvSpPr>
          <p:spPr>
            <a:xfrm>
              <a:off x="2752925" y="1468925"/>
              <a:ext cx="93325" cy="58200"/>
            </a:xfrm>
            <a:custGeom>
              <a:avLst/>
              <a:gdLst/>
              <a:ahLst/>
              <a:cxnLst/>
              <a:rect l="l" t="t" r="r" b="b"/>
              <a:pathLst>
                <a:path w="3733" h="2328" extrusionOk="0">
                  <a:moveTo>
                    <a:pt x="1888" y="0"/>
                  </a:moveTo>
                  <a:lnTo>
                    <a:pt x="1493" y="44"/>
                  </a:lnTo>
                  <a:lnTo>
                    <a:pt x="1142" y="176"/>
                  </a:lnTo>
                  <a:lnTo>
                    <a:pt x="834" y="351"/>
                  </a:lnTo>
                  <a:lnTo>
                    <a:pt x="571" y="571"/>
                  </a:lnTo>
                  <a:lnTo>
                    <a:pt x="307" y="834"/>
                  </a:lnTo>
                  <a:lnTo>
                    <a:pt x="132" y="1142"/>
                  </a:lnTo>
                  <a:lnTo>
                    <a:pt x="44" y="1493"/>
                  </a:lnTo>
                  <a:lnTo>
                    <a:pt x="0" y="1888"/>
                  </a:lnTo>
                  <a:lnTo>
                    <a:pt x="44" y="2064"/>
                  </a:lnTo>
                  <a:lnTo>
                    <a:pt x="132" y="2195"/>
                  </a:lnTo>
                  <a:lnTo>
                    <a:pt x="264" y="2283"/>
                  </a:lnTo>
                  <a:lnTo>
                    <a:pt x="439" y="2327"/>
                  </a:lnTo>
                  <a:lnTo>
                    <a:pt x="3293" y="2327"/>
                  </a:lnTo>
                  <a:lnTo>
                    <a:pt x="3469" y="2283"/>
                  </a:lnTo>
                  <a:lnTo>
                    <a:pt x="3600" y="2195"/>
                  </a:lnTo>
                  <a:lnTo>
                    <a:pt x="3688" y="2064"/>
                  </a:lnTo>
                  <a:lnTo>
                    <a:pt x="3732" y="1888"/>
                  </a:lnTo>
                  <a:lnTo>
                    <a:pt x="3688" y="1493"/>
                  </a:lnTo>
                  <a:lnTo>
                    <a:pt x="3600" y="1142"/>
                  </a:lnTo>
                  <a:lnTo>
                    <a:pt x="3425" y="834"/>
                  </a:lnTo>
                  <a:lnTo>
                    <a:pt x="3205" y="571"/>
                  </a:lnTo>
                  <a:lnTo>
                    <a:pt x="2898" y="351"/>
                  </a:lnTo>
                  <a:lnTo>
                    <a:pt x="2591" y="176"/>
                  </a:lnTo>
                  <a:lnTo>
                    <a:pt x="2239" y="44"/>
                  </a:lnTo>
                  <a:lnTo>
                    <a:pt x="188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74" name="Google Shape;2362;p53"/>
          <p:cNvPicPr preferRelativeResize="0"/>
          <p:nvPr/>
        </p:nvPicPr>
        <p:blipFill rotWithShape="1">
          <a:blip r:embed="rId5">
            <a:alphaModFix/>
          </a:blip>
          <a:srcRect l="16549" r="16556"/>
          <a:stretch/>
        </p:blipFill>
        <p:spPr>
          <a:xfrm rot="634065">
            <a:off x="6305413" y="2637817"/>
            <a:ext cx="467835" cy="467835"/>
          </a:xfrm>
          <a:prstGeom prst="ellipse">
            <a:avLst/>
          </a:prstGeom>
          <a:noFill/>
          <a:ln w="28575" cap="flat" cmpd="sng">
            <a:solidFill>
              <a:srgbClr val="FFFFFF"/>
            </a:solidFill>
            <a:prstDash val="solid"/>
            <a:round/>
            <a:headEnd type="none" w="sm" len="sm"/>
            <a:tailEnd type="none" w="sm" len="sm"/>
          </a:ln>
          <a:effectLst>
            <a:outerShdw blurRad="57150" algn="bl" rotWithShape="0">
              <a:schemeClr val="dk1">
                <a:alpha val="25000"/>
              </a:schemeClr>
            </a:outerShdw>
          </a:effectLst>
        </p:spPr>
      </p:pic>
      <p:grpSp>
        <p:nvGrpSpPr>
          <p:cNvPr id="176" name="Google Shape;2364;p53"/>
          <p:cNvGrpSpPr/>
          <p:nvPr/>
        </p:nvGrpSpPr>
        <p:grpSpPr>
          <a:xfrm rot="1273802">
            <a:off x="709132" y="311706"/>
            <a:ext cx="738247" cy="700627"/>
            <a:chOff x="1192225" y="1945025"/>
            <a:chExt cx="1072600" cy="1034750"/>
          </a:xfrm>
        </p:grpSpPr>
        <p:sp>
          <p:nvSpPr>
            <p:cNvPr id="177" name="Google Shape;2365;p53"/>
            <p:cNvSpPr/>
            <p:nvPr/>
          </p:nvSpPr>
          <p:spPr>
            <a:xfrm>
              <a:off x="1192225" y="1945025"/>
              <a:ext cx="1072600" cy="1034750"/>
            </a:xfrm>
            <a:custGeom>
              <a:avLst/>
              <a:gdLst/>
              <a:ahLst/>
              <a:cxnLst/>
              <a:rect l="l" t="t" r="r" b="b"/>
              <a:pathLst>
                <a:path w="42904" h="41390" extrusionOk="0">
                  <a:moveTo>
                    <a:pt x="13469" y="1"/>
                  </a:moveTo>
                  <a:lnTo>
                    <a:pt x="12773" y="328"/>
                  </a:lnTo>
                  <a:lnTo>
                    <a:pt x="12036" y="656"/>
                  </a:lnTo>
                  <a:lnTo>
                    <a:pt x="11340" y="1024"/>
                  </a:lnTo>
                  <a:lnTo>
                    <a:pt x="10644" y="1393"/>
                  </a:lnTo>
                  <a:lnTo>
                    <a:pt x="9948" y="1802"/>
                  </a:lnTo>
                  <a:lnTo>
                    <a:pt x="9293" y="2252"/>
                  </a:lnTo>
                  <a:lnTo>
                    <a:pt x="8679" y="2703"/>
                  </a:lnTo>
                  <a:lnTo>
                    <a:pt x="8065" y="3194"/>
                  </a:lnTo>
                  <a:lnTo>
                    <a:pt x="7451" y="3685"/>
                  </a:lnTo>
                  <a:lnTo>
                    <a:pt x="6837" y="4217"/>
                  </a:lnTo>
                  <a:lnTo>
                    <a:pt x="6305" y="4750"/>
                  </a:lnTo>
                  <a:lnTo>
                    <a:pt x="5732" y="5323"/>
                  </a:lnTo>
                  <a:lnTo>
                    <a:pt x="5241" y="5896"/>
                  </a:lnTo>
                  <a:lnTo>
                    <a:pt x="4708" y="6510"/>
                  </a:lnTo>
                  <a:lnTo>
                    <a:pt x="4258" y="7124"/>
                  </a:lnTo>
                  <a:lnTo>
                    <a:pt x="3767" y="7779"/>
                  </a:lnTo>
                  <a:lnTo>
                    <a:pt x="3357" y="8434"/>
                  </a:lnTo>
                  <a:lnTo>
                    <a:pt x="2948" y="9089"/>
                  </a:lnTo>
                  <a:lnTo>
                    <a:pt x="2539" y="9785"/>
                  </a:lnTo>
                  <a:lnTo>
                    <a:pt x="2170" y="10481"/>
                  </a:lnTo>
                  <a:lnTo>
                    <a:pt x="1843" y="11218"/>
                  </a:lnTo>
                  <a:lnTo>
                    <a:pt x="1556" y="11955"/>
                  </a:lnTo>
                  <a:lnTo>
                    <a:pt x="1270" y="12692"/>
                  </a:lnTo>
                  <a:lnTo>
                    <a:pt x="983" y="13469"/>
                  </a:lnTo>
                  <a:lnTo>
                    <a:pt x="778" y="14247"/>
                  </a:lnTo>
                  <a:lnTo>
                    <a:pt x="574" y="15025"/>
                  </a:lnTo>
                  <a:lnTo>
                    <a:pt x="410" y="15803"/>
                  </a:lnTo>
                  <a:lnTo>
                    <a:pt x="246" y="16622"/>
                  </a:lnTo>
                  <a:lnTo>
                    <a:pt x="164" y="17440"/>
                  </a:lnTo>
                  <a:lnTo>
                    <a:pt x="82" y="18259"/>
                  </a:lnTo>
                  <a:lnTo>
                    <a:pt x="0" y="19078"/>
                  </a:lnTo>
                  <a:lnTo>
                    <a:pt x="0" y="19938"/>
                  </a:lnTo>
                  <a:lnTo>
                    <a:pt x="41" y="21043"/>
                  </a:lnTo>
                  <a:lnTo>
                    <a:pt x="123" y="22148"/>
                  </a:lnTo>
                  <a:lnTo>
                    <a:pt x="246" y="23213"/>
                  </a:lnTo>
                  <a:lnTo>
                    <a:pt x="451" y="24277"/>
                  </a:lnTo>
                  <a:lnTo>
                    <a:pt x="696" y="25301"/>
                  </a:lnTo>
                  <a:lnTo>
                    <a:pt x="983" y="26324"/>
                  </a:lnTo>
                  <a:lnTo>
                    <a:pt x="1310" y="27307"/>
                  </a:lnTo>
                  <a:lnTo>
                    <a:pt x="1679" y="28289"/>
                  </a:lnTo>
                  <a:lnTo>
                    <a:pt x="2129" y="29231"/>
                  </a:lnTo>
                  <a:lnTo>
                    <a:pt x="2580" y="30172"/>
                  </a:lnTo>
                  <a:lnTo>
                    <a:pt x="3112" y="31073"/>
                  </a:lnTo>
                  <a:lnTo>
                    <a:pt x="3685" y="31933"/>
                  </a:lnTo>
                  <a:lnTo>
                    <a:pt x="4258" y="32792"/>
                  </a:lnTo>
                  <a:lnTo>
                    <a:pt x="4913" y="33611"/>
                  </a:lnTo>
                  <a:lnTo>
                    <a:pt x="5568" y="34389"/>
                  </a:lnTo>
                  <a:lnTo>
                    <a:pt x="6305" y="35126"/>
                  </a:lnTo>
                  <a:lnTo>
                    <a:pt x="7042" y="35822"/>
                  </a:lnTo>
                  <a:lnTo>
                    <a:pt x="7820" y="36518"/>
                  </a:lnTo>
                  <a:lnTo>
                    <a:pt x="8638" y="37132"/>
                  </a:lnTo>
                  <a:lnTo>
                    <a:pt x="9457" y="37746"/>
                  </a:lnTo>
                  <a:lnTo>
                    <a:pt x="10317" y="38278"/>
                  </a:lnTo>
                  <a:lnTo>
                    <a:pt x="11218" y="38810"/>
                  </a:lnTo>
                  <a:lnTo>
                    <a:pt x="12159" y="39301"/>
                  </a:lnTo>
                  <a:lnTo>
                    <a:pt x="13101" y="39711"/>
                  </a:lnTo>
                  <a:lnTo>
                    <a:pt x="14083" y="40079"/>
                  </a:lnTo>
                  <a:lnTo>
                    <a:pt x="15066" y="40448"/>
                  </a:lnTo>
                  <a:lnTo>
                    <a:pt x="16089" y="40734"/>
                  </a:lnTo>
                  <a:lnTo>
                    <a:pt x="17154" y="40980"/>
                  </a:lnTo>
                  <a:lnTo>
                    <a:pt x="18177" y="41144"/>
                  </a:lnTo>
                  <a:lnTo>
                    <a:pt x="19282" y="41307"/>
                  </a:lnTo>
                  <a:lnTo>
                    <a:pt x="20347" y="41389"/>
                  </a:lnTo>
                  <a:lnTo>
                    <a:pt x="22557" y="41389"/>
                  </a:lnTo>
                  <a:lnTo>
                    <a:pt x="23663" y="41307"/>
                  </a:lnTo>
                  <a:lnTo>
                    <a:pt x="24727" y="41144"/>
                  </a:lnTo>
                  <a:lnTo>
                    <a:pt x="25792" y="40980"/>
                  </a:lnTo>
                  <a:lnTo>
                    <a:pt x="26815" y="40734"/>
                  </a:lnTo>
                  <a:lnTo>
                    <a:pt x="27839" y="40448"/>
                  </a:lnTo>
                  <a:lnTo>
                    <a:pt x="28821" y="40079"/>
                  </a:lnTo>
                  <a:lnTo>
                    <a:pt x="29804" y="39711"/>
                  </a:lnTo>
                  <a:lnTo>
                    <a:pt x="30745" y="39301"/>
                  </a:lnTo>
                  <a:lnTo>
                    <a:pt x="31687" y="38810"/>
                  </a:lnTo>
                  <a:lnTo>
                    <a:pt x="32587" y="38278"/>
                  </a:lnTo>
                  <a:lnTo>
                    <a:pt x="33447" y="37746"/>
                  </a:lnTo>
                  <a:lnTo>
                    <a:pt x="34307" y="37132"/>
                  </a:lnTo>
                  <a:lnTo>
                    <a:pt x="35126" y="36518"/>
                  </a:lnTo>
                  <a:lnTo>
                    <a:pt x="35903" y="35822"/>
                  </a:lnTo>
                  <a:lnTo>
                    <a:pt x="36640" y="35126"/>
                  </a:lnTo>
                  <a:lnTo>
                    <a:pt x="37336" y="34389"/>
                  </a:lnTo>
                  <a:lnTo>
                    <a:pt x="38032" y="33611"/>
                  </a:lnTo>
                  <a:lnTo>
                    <a:pt x="38646" y="32792"/>
                  </a:lnTo>
                  <a:lnTo>
                    <a:pt x="39260" y="31933"/>
                  </a:lnTo>
                  <a:lnTo>
                    <a:pt x="39793" y="31073"/>
                  </a:lnTo>
                  <a:lnTo>
                    <a:pt x="40325" y="30172"/>
                  </a:lnTo>
                  <a:lnTo>
                    <a:pt x="40816" y="29231"/>
                  </a:lnTo>
                  <a:lnTo>
                    <a:pt x="41225" y="28289"/>
                  </a:lnTo>
                  <a:lnTo>
                    <a:pt x="41635" y="27307"/>
                  </a:lnTo>
                  <a:lnTo>
                    <a:pt x="41962" y="26324"/>
                  </a:lnTo>
                  <a:lnTo>
                    <a:pt x="42249" y="25301"/>
                  </a:lnTo>
                  <a:lnTo>
                    <a:pt x="42494" y="24277"/>
                  </a:lnTo>
                  <a:lnTo>
                    <a:pt x="42658" y="23213"/>
                  </a:lnTo>
                  <a:lnTo>
                    <a:pt x="42822" y="22148"/>
                  </a:lnTo>
                  <a:lnTo>
                    <a:pt x="42904" y="21043"/>
                  </a:lnTo>
                  <a:lnTo>
                    <a:pt x="42904" y="19938"/>
                  </a:lnTo>
                  <a:lnTo>
                    <a:pt x="42904" y="19119"/>
                  </a:lnTo>
                  <a:lnTo>
                    <a:pt x="42863" y="18300"/>
                  </a:lnTo>
                  <a:lnTo>
                    <a:pt x="42781" y="17481"/>
                  </a:lnTo>
                  <a:lnTo>
                    <a:pt x="42658" y="16663"/>
                  </a:lnTo>
                  <a:lnTo>
                    <a:pt x="42535" y="15885"/>
                  </a:lnTo>
                  <a:lnTo>
                    <a:pt x="42372" y="15066"/>
                  </a:lnTo>
                  <a:lnTo>
                    <a:pt x="42167" y="14288"/>
                  </a:lnTo>
                  <a:lnTo>
                    <a:pt x="41962" y="13551"/>
                  </a:lnTo>
                  <a:lnTo>
                    <a:pt x="41676" y="12774"/>
                  </a:lnTo>
                  <a:lnTo>
                    <a:pt x="41430" y="12037"/>
                  </a:lnTo>
                  <a:lnTo>
                    <a:pt x="41103" y="11341"/>
                  </a:lnTo>
                  <a:lnTo>
                    <a:pt x="40775" y="10604"/>
                  </a:lnTo>
                  <a:lnTo>
                    <a:pt x="40448" y="9908"/>
                  </a:lnTo>
                  <a:lnTo>
                    <a:pt x="40038" y="9212"/>
                  </a:lnTo>
                  <a:lnTo>
                    <a:pt x="39670" y="8557"/>
                  </a:lnTo>
                  <a:lnTo>
                    <a:pt x="39219" y="7902"/>
                  </a:lnTo>
                  <a:lnTo>
                    <a:pt x="38769" y="7288"/>
                  </a:lnTo>
                  <a:lnTo>
                    <a:pt x="38319" y="6674"/>
                  </a:lnTo>
                  <a:lnTo>
                    <a:pt x="37827" y="6060"/>
                  </a:lnTo>
                  <a:lnTo>
                    <a:pt x="37295" y="5487"/>
                  </a:lnTo>
                  <a:lnTo>
                    <a:pt x="36763" y="4913"/>
                  </a:lnTo>
                  <a:lnTo>
                    <a:pt x="36231" y="4381"/>
                  </a:lnTo>
                  <a:lnTo>
                    <a:pt x="35658" y="3849"/>
                  </a:lnTo>
                  <a:lnTo>
                    <a:pt x="35044" y="3358"/>
                  </a:lnTo>
                  <a:lnTo>
                    <a:pt x="34430" y="2866"/>
                  </a:lnTo>
                  <a:lnTo>
                    <a:pt x="33816" y="2416"/>
                  </a:lnTo>
                  <a:lnTo>
                    <a:pt x="33161" y="1966"/>
                  </a:lnTo>
                  <a:lnTo>
                    <a:pt x="32506" y="1556"/>
                  </a:lnTo>
                  <a:lnTo>
                    <a:pt x="31850" y="1147"/>
                  </a:lnTo>
                  <a:lnTo>
                    <a:pt x="31155" y="779"/>
                  </a:lnTo>
                  <a:lnTo>
                    <a:pt x="30459" y="451"/>
                  </a:lnTo>
                  <a:lnTo>
                    <a:pt x="29722" y="124"/>
                  </a:lnTo>
                  <a:lnTo>
                    <a:pt x="29026" y="1884"/>
                  </a:lnTo>
                  <a:lnTo>
                    <a:pt x="28944" y="2048"/>
                  </a:lnTo>
                  <a:lnTo>
                    <a:pt x="28903" y="2130"/>
                  </a:lnTo>
                  <a:lnTo>
                    <a:pt x="28575" y="2907"/>
                  </a:lnTo>
                  <a:lnTo>
                    <a:pt x="28330" y="3522"/>
                  </a:lnTo>
                  <a:lnTo>
                    <a:pt x="25996" y="9130"/>
                  </a:lnTo>
                  <a:lnTo>
                    <a:pt x="21575" y="19692"/>
                  </a:lnTo>
                  <a:lnTo>
                    <a:pt x="17195" y="9048"/>
                  </a:lnTo>
                  <a:lnTo>
                    <a:pt x="15107" y="3931"/>
                  </a:lnTo>
                  <a:lnTo>
                    <a:pt x="14247" y="1884"/>
                  </a:lnTo>
                  <a:lnTo>
                    <a:pt x="14206" y="1761"/>
                  </a:lnTo>
                  <a:lnTo>
                    <a:pt x="14165" y="1720"/>
                  </a:lnTo>
                  <a:lnTo>
                    <a:pt x="14124" y="1556"/>
                  </a:lnTo>
                  <a:lnTo>
                    <a:pt x="13469" y="1"/>
                  </a:lnTo>
                  <a:close/>
                </a:path>
              </a:pathLst>
            </a:custGeom>
            <a:solidFill>
              <a:schemeClr val="accent4"/>
            </a:solidFill>
            <a:ln w="76200" cap="flat" cmpd="sng">
              <a:solidFill>
                <a:schemeClr val="accent4"/>
              </a:solidFill>
              <a:prstDash val="solid"/>
              <a:round/>
              <a:headEnd type="none" w="sm" len="sm"/>
              <a:tailEnd type="none" w="sm" len="sm"/>
            </a:ln>
            <a:effectLst>
              <a:outerShdw blurRad="57150" algn="bl" rotWithShape="0">
                <a:schemeClr val="accent3">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8" name="Google Shape;2366;p53"/>
            <p:cNvGrpSpPr/>
            <p:nvPr/>
          </p:nvGrpSpPr>
          <p:grpSpPr>
            <a:xfrm>
              <a:off x="1192225" y="1945025"/>
              <a:ext cx="1072600" cy="1034750"/>
              <a:chOff x="1192225" y="1945025"/>
              <a:chExt cx="1072600" cy="1034750"/>
            </a:xfrm>
          </p:grpSpPr>
          <p:sp>
            <p:nvSpPr>
              <p:cNvPr id="179" name="Google Shape;2367;p53"/>
              <p:cNvSpPr/>
              <p:nvPr/>
            </p:nvSpPr>
            <p:spPr>
              <a:xfrm>
                <a:off x="1272050" y="2018725"/>
                <a:ext cx="912950" cy="881225"/>
              </a:xfrm>
              <a:custGeom>
                <a:avLst/>
                <a:gdLst/>
                <a:ahLst/>
                <a:cxnLst/>
                <a:rect l="l" t="t" r="r" b="b"/>
                <a:pathLst>
                  <a:path w="36518" h="35249" extrusionOk="0">
                    <a:moveTo>
                      <a:pt x="11504" y="0"/>
                    </a:moveTo>
                    <a:lnTo>
                      <a:pt x="10890" y="287"/>
                    </a:lnTo>
                    <a:lnTo>
                      <a:pt x="10276" y="574"/>
                    </a:lnTo>
                    <a:lnTo>
                      <a:pt x="9662" y="860"/>
                    </a:lnTo>
                    <a:lnTo>
                      <a:pt x="9089" y="1188"/>
                    </a:lnTo>
                    <a:lnTo>
                      <a:pt x="8515" y="1556"/>
                    </a:lnTo>
                    <a:lnTo>
                      <a:pt x="7942" y="1924"/>
                    </a:lnTo>
                    <a:lnTo>
                      <a:pt x="6878" y="2702"/>
                    </a:lnTo>
                    <a:lnTo>
                      <a:pt x="5854" y="3603"/>
                    </a:lnTo>
                    <a:lnTo>
                      <a:pt x="4913" y="4545"/>
                    </a:lnTo>
                    <a:lnTo>
                      <a:pt x="4012" y="5568"/>
                    </a:lnTo>
                    <a:lnTo>
                      <a:pt x="3234" y="6632"/>
                    </a:lnTo>
                    <a:lnTo>
                      <a:pt x="2866" y="7165"/>
                    </a:lnTo>
                    <a:lnTo>
                      <a:pt x="2497" y="7779"/>
                    </a:lnTo>
                    <a:lnTo>
                      <a:pt x="2170" y="8352"/>
                    </a:lnTo>
                    <a:lnTo>
                      <a:pt x="1842" y="8966"/>
                    </a:lnTo>
                    <a:lnTo>
                      <a:pt x="1556" y="9580"/>
                    </a:lnTo>
                    <a:lnTo>
                      <a:pt x="1310" y="10194"/>
                    </a:lnTo>
                    <a:lnTo>
                      <a:pt x="1065" y="10808"/>
                    </a:lnTo>
                    <a:lnTo>
                      <a:pt x="860" y="11463"/>
                    </a:lnTo>
                    <a:lnTo>
                      <a:pt x="655" y="12118"/>
                    </a:lnTo>
                    <a:lnTo>
                      <a:pt x="491" y="12814"/>
                    </a:lnTo>
                    <a:lnTo>
                      <a:pt x="328" y="13469"/>
                    </a:lnTo>
                    <a:lnTo>
                      <a:pt x="205" y="14165"/>
                    </a:lnTo>
                    <a:lnTo>
                      <a:pt x="123" y="14861"/>
                    </a:lnTo>
                    <a:lnTo>
                      <a:pt x="41" y="15557"/>
                    </a:lnTo>
                    <a:lnTo>
                      <a:pt x="0" y="16294"/>
                    </a:lnTo>
                    <a:lnTo>
                      <a:pt x="0" y="16990"/>
                    </a:lnTo>
                    <a:lnTo>
                      <a:pt x="41" y="17931"/>
                    </a:lnTo>
                    <a:lnTo>
                      <a:pt x="82" y="18873"/>
                    </a:lnTo>
                    <a:lnTo>
                      <a:pt x="205" y="19774"/>
                    </a:lnTo>
                    <a:lnTo>
                      <a:pt x="369" y="20674"/>
                    </a:lnTo>
                    <a:lnTo>
                      <a:pt x="573" y="21575"/>
                    </a:lnTo>
                    <a:lnTo>
                      <a:pt x="819" y="22434"/>
                    </a:lnTo>
                    <a:lnTo>
                      <a:pt x="1106" y="23294"/>
                    </a:lnTo>
                    <a:lnTo>
                      <a:pt x="1433" y="24113"/>
                    </a:lnTo>
                    <a:lnTo>
                      <a:pt x="1801" y="24932"/>
                    </a:lnTo>
                    <a:lnTo>
                      <a:pt x="2211" y="25710"/>
                    </a:lnTo>
                    <a:lnTo>
                      <a:pt x="2661" y="26446"/>
                    </a:lnTo>
                    <a:lnTo>
                      <a:pt x="3112" y="27224"/>
                    </a:lnTo>
                    <a:lnTo>
                      <a:pt x="3644" y="27920"/>
                    </a:lnTo>
                    <a:lnTo>
                      <a:pt x="4176" y="28616"/>
                    </a:lnTo>
                    <a:lnTo>
                      <a:pt x="4749" y="29271"/>
                    </a:lnTo>
                    <a:lnTo>
                      <a:pt x="5363" y="29926"/>
                    </a:lnTo>
                    <a:lnTo>
                      <a:pt x="5977" y="30499"/>
                    </a:lnTo>
                    <a:lnTo>
                      <a:pt x="6632" y="31072"/>
                    </a:lnTo>
                    <a:lnTo>
                      <a:pt x="7328" y="31646"/>
                    </a:lnTo>
                    <a:lnTo>
                      <a:pt x="8065" y="32137"/>
                    </a:lnTo>
                    <a:lnTo>
                      <a:pt x="8802" y="32628"/>
                    </a:lnTo>
                    <a:lnTo>
                      <a:pt x="9539" y="33037"/>
                    </a:lnTo>
                    <a:lnTo>
                      <a:pt x="10358" y="33447"/>
                    </a:lnTo>
                    <a:lnTo>
                      <a:pt x="11135" y="33815"/>
                    </a:lnTo>
                    <a:lnTo>
                      <a:pt x="11995" y="34143"/>
                    </a:lnTo>
                    <a:lnTo>
                      <a:pt x="12814" y="34429"/>
                    </a:lnTo>
                    <a:lnTo>
                      <a:pt x="13715" y="34675"/>
                    </a:lnTo>
                    <a:lnTo>
                      <a:pt x="14574" y="34880"/>
                    </a:lnTo>
                    <a:lnTo>
                      <a:pt x="15475" y="35043"/>
                    </a:lnTo>
                    <a:lnTo>
                      <a:pt x="16416" y="35166"/>
                    </a:lnTo>
                    <a:lnTo>
                      <a:pt x="17317" y="35248"/>
                    </a:lnTo>
                    <a:lnTo>
                      <a:pt x="19200" y="35248"/>
                    </a:lnTo>
                    <a:lnTo>
                      <a:pt x="20142" y="35166"/>
                    </a:lnTo>
                    <a:lnTo>
                      <a:pt x="21043" y="35043"/>
                    </a:lnTo>
                    <a:lnTo>
                      <a:pt x="21943" y="34880"/>
                    </a:lnTo>
                    <a:lnTo>
                      <a:pt x="22844" y="34675"/>
                    </a:lnTo>
                    <a:lnTo>
                      <a:pt x="23704" y="34429"/>
                    </a:lnTo>
                    <a:lnTo>
                      <a:pt x="24563" y="34143"/>
                    </a:lnTo>
                    <a:lnTo>
                      <a:pt x="25382" y="33815"/>
                    </a:lnTo>
                    <a:lnTo>
                      <a:pt x="26201" y="33447"/>
                    </a:lnTo>
                    <a:lnTo>
                      <a:pt x="26979" y="33037"/>
                    </a:lnTo>
                    <a:lnTo>
                      <a:pt x="27756" y="32628"/>
                    </a:lnTo>
                    <a:lnTo>
                      <a:pt x="28493" y="32137"/>
                    </a:lnTo>
                    <a:lnTo>
                      <a:pt x="29189" y="31646"/>
                    </a:lnTo>
                    <a:lnTo>
                      <a:pt x="29885" y="31072"/>
                    </a:lnTo>
                    <a:lnTo>
                      <a:pt x="30540" y="30499"/>
                    </a:lnTo>
                    <a:lnTo>
                      <a:pt x="31195" y="29926"/>
                    </a:lnTo>
                    <a:lnTo>
                      <a:pt x="31768" y="29271"/>
                    </a:lnTo>
                    <a:lnTo>
                      <a:pt x="32342" y="28616"/>
                    </a:lnTo>
                    <a:lnTo>
                      <a:pt x="32915" y="27920"/>
                    </a:lnTo>
                    <a:lnTo>
                      <a:pt x="33406" y="27224"/>
                    </a:lnTo>
                    <a:lnTo>
                      <a:pt x="33897" y="26446"/>
                    </a:lnTo>
                    <a:lnTo>
                      <a:pt x="34307" y="25710"/>
                    </a:lnTo>
                    <a:lnTo>
                      <a:pt x="34716" y="24932"/>
                    </a:lnTo>
                    <a:lnTo>
                      <a:pt x="35084" y="24113"/>
                    </a:lnTo>
                    <a:lnTo>
                      <a:pt x="35412" y="23294"/>
                    </a:lnTo>
                    <a:lnTo>
                      <a:pt x="35698" y="22434"/>
                    </a:lnTo>
                    <a:lnTo>
                      <a:pt x="35944" y="21575"/>
                    </a:lnTo>
                    <a:lnTo>
                      <a:pt x="36149" y="20674"/>
                    </a:lnTo>
                    <a:lnTo>
                      <a:pt x="36313" y="19774"/>
                    </a:lnTo>
                    <a:lnTo>
                      <a:pt x="36435" y="18873"/>
                    </a:lnTo>
                    <a:lnTo>
                      <a:pt x="36517" y="17931"/>
                    </a:lnTo>
                    <a:lnTo>
                      <a:pt x="36517" y="16990"/>
                    </a:lnTo>
                    <a:lnTo>
                      <a:pt x="36517" y="16294"/>
                    </a:lnTo>
                    <a:lnTo>
                      <a:pt x="36476" y="15598"/>
                    </a:lnTo>
                    <a:lnTo>
                      <a:pt x="36394" y="14902"/>
                    </a:lnTo>
                    <a:lnTo>
                      <a:pt x="36313" y="14206"/>
                    </a:lnTo>
                    <a:lnTo>
                      <a:pt x="36190" y="13510"/>
                    </a:lnTo>
                    <a:lnTo>
                      <a:pt x="36067" y="12855"/>
                    </a:lnTo>
                    <a:lnTo>
                      <a:pt x="35903" y="12200"/>
                    </a:lnTo>
                    <a:lnTo>
                      <a:pt x="35698" y="11545"/>
                    </a:lnTo>
                    <a:lnTo>
                      <a:pt x="35494" y="10890"/>
                    </a:lnTo>
                    <a:lnTo>
                      <a:pt x="35248" y="10276"/>
                    </a:lnTo>
                    <a:lnTo>
                      <a:pt x="35003" y="9662"/>
                    </a:lnTo>
                    <a:lnTo>
                      <a:pt x="34716" y="9048"/>
                    </a:lnTo>
                    <a:lnTo>
                      <a:pt x="34102" y="7860"/>
                    </a:lnTo>
                    <a:lnTo>
                      <a:pt x="33406" y="6755"/>
                    </a:lnTo>
                    <a:lnTo>
                      <a:pt x="32628" y="5691"/>
                    </a:lnTo>
                    <a:lnTo>
                      <a:pt x="31768" y="4667"/>
                    </a:lnTo>
                    <a:lnTo>
                      <a:pt x="30827" y="3726"/>
                    </a:lnTo>
                    <a:lnTo>
                      <a:pt x="29844" y="2866"/>
                    </a:lnTo>
                    <a:lnTo>
                      <a:pt x="28780" y="2047"/>
                    </a:lnTo>
                    <a:lnTo>
                      <a:pt x="27675" y="1351"/>
                    </a:lnTo>
                    <a:lnTo>
                      <a:pt x="26528" y="696"/>
                    </a:lnTo>
                    <a:lnTo>
                      <a:pt x="25914" y="410"/>
                    </a:lnTo>
                    <a:lnTo>
                      <a:pt x="25300" y="123"/>
                    </a:lnTo>
                    <a:lnTo>
                      <a:pt x="18382" y="16744"/>
                    </a:lnTo>
                    <a:lnTo>
                      <a:pt x="1150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2368;p53"/>
              <p:cNvSpPr/>
              <p:nvPr/>
            </p:nvSpPr>
            <p:spPr>
              <a:xfrm>
                <a:off x="1435800" y="2171225"/>
                <a:ext cx="585450" cy="564975"/>
              </a:xfrm>
              <a:custGeom>
                <a:avLst/>
                <a:gdLst/>
                <a:ahLst/>
                <a:cxnLst/>
                <a:rect l="l" t="t" r="r" b="b"/>
                <a:pathLst>
                  <a:path w="23418" h="22599" extrusionOk="0">
                    <a:moveTo>
                      <a:pt x="7451" y="0"/>
                    </a:moveTo>
                    <a:lnTo>
                      <a:pt x="6632" y="328"/>
                    </a:lnTo>
                    <a:lnTo>
                      <a:pt x="5895" y="737"/>
                    </a:lnTo>
                    <a:lnTo>
                      <a:pt x="5159" y="1187"/>
                    </a:lnTo>
                    <a:lnTo>
                      <a:pt x="4463" y="1720"/>
                    </a:lnTo>
                    <a:lnTo>
                      <a:pt x="3808" y="2252"/>
                    </a:lnTo>
                    <a:lnTo>
                      <a:pt x="3194" y="2866"/>
                    </a:lnTo>
                    <a:lnTo>
                      <a:pt x="2620" y="3521"/>
                    </a:lnTo>
                    <a:lnTo>
                      <a:pt x="2088" y="4217"/>
                    </a:lnTo>
                    <a:lnTo>
                      <a:pt x="1638" y="4954"/>
                    </a:lnTo>
                    <a:lnTo>
                      <a:pt x="1228" y="5691"/>
                    </a:lnTo>
                    <a:lnTo>
                      <a:pt x="860" y="6509"/>
                    </a:lnTo>
                    <a:lnTo>
                      <a:pt x="573" y="7328"/>
                    </a:lnTo>
                    <a:lnTo>
                      <a:pt x="328" y="8188"/>
                    </a:lnTo>
                    <a:lnTo>
                      <a:pt x="164" y="9088"/>
                    </a:lnTo>
                    <a:lnTo>
                      <a:pt x="41" y="9989"/>
                    </a:lnTo>
                    <a:lnTo>
                      <a:pt x="0" y="10890"/>
                    </a:lnTo>
                    <a:lnTo>
                      <a:pt x="0" y="11504"/>
                    </a:lnTo>
                    <a:lnTo>
                      <a:pt x="82" y="12077"/>
                    </a:lnTo>
                    <a:lnTo>
                      <a:pt x="123" y="12691"/>
                    </a:lnTo>
                    <a:lnTo>
                      <a:pt x="246" y="13264"/>
                    </a:lnTo>
                    <a:lnTo>
                      <a:pt x="369" y="13837"/>
                    </a:lnTo>
                    <a:lnTo>
                      <a:pt x="533" y="14369"/>
                    </a:lnTo>
                    <a:lnTo>
                      <a:pt x="696" y="14902"/>
                    </a:lnTo>
                    <a:lnTo>
                      <a:pt x="942" y="15434"/>
                    </a:lnTo>
                    <a:lnTo>
                      <a:pt x="1147" y="15966"/>
                    </a:lnTo>
                    <a:lnTo>
                      <a:pt x="1433" y="16457"/>
                    </a:lnTo>
                    <a:lnTo>
                      <a:pt x="1679" y="16949"/>
                    </a:lnTo>
                    <a:lnTo>
                      <a:pt x="2006" y="17440"/>
                    </a:lnTo>
                    <a:lnTo>
                      <a:pt x="2334" y="17890"/>
                    </a:lnTo>
                    <a:lnTo>
                      <a:pt x="2661" y="18340"/>
                    </a:lnTo>
                    <a:lnTo>
                      <a:pt x="3030" y="18750"/>
                    </a:lnTo>
                    <a:lnTo>
                      <a:pt x="3439" y="19159"/>
                    </a:lnTo>
                    <a:lnTo>
                      <a:pt x="3849" y="19569"/>
                    </a:lnTo>
                    <a:lnTo>
                      <a:pt x="4258" y="19937"/>
                    </a:lnTo>
                    <a:lnTo>
                      <a:pt x="4708" y="20265"/>
                    </a:lnTo>
                    <a:lnTo>
                      <a:pt x="5159" y="20592"/>
                    </a:lnTo>
                    <a:lnTo>
                      <a:pt x="5650" y="20920"/>
                    </a:lnTo>
                    <a:lnTo>
                      <a:pt x="6141" y="21206"/>
                    </a:lnTo>
                    <a:lnTo>
                      <a:pt x="6632" y="21452"/>
                    </a:lnTo>
                    <a:lnTo>
                      <a:pt x="7165" y="21697"/>
                    </a:lnTo>
                    <a:lnTo>
                      <a:pt x="7697" y="21902"/>
                    </a:lnTo>
                    <a:lnTo>
                      <a:pt x="8229" y="22066"/>
                    </a:lnTo>
                    <a:lnTo>
                      <a:pt x="8802" y="22230"/>
                    </a:lnTo>
                    <a:lnTo>
                      <a:pt x="9334" y="22352"/>
                    </a:lnTo>
                    <a:lnTo>
                      <a:pt x="9948" y="22475"/>
                    </a:lnTo>
                    <a:lnTo>
                      <a:pt x="10522" y="22557"/>
                    </a:lnTo>
                    <a:lnTo>
                      <a:pt x="11095" y="22598"/>
                    </a:lnTo>
                    <a:lnTo>
                      <a:pt x="12323" y="22598"/>
                    </a:lnTo>
                    <a:lnTo>
                      <a:pt x="12896" y="22557"/>
                    </a:lnTo>
                    <a:lnTo>
                      <a:pt x="13510" y="22475"/>
                    </a:lnTo>
                    <a:lnTo>
                      <a:pt x="14083" y="22352"/>
                    </a:lnTo>
                    <a:lnTo>
                      <a:pt x="14656" y="22230"/>
                    </a:lnTo>
                    <a:lnTo>
                      <a:pt x="15188" y="22066"/>
                    </a:lnTo>
                    <a:lnTo>
                      <a:pt x="15762" y="21902"/>
                    </a:lnTo>
                    <a:lnTo>
                      <a:pt x="16294" y="21697"/>
                    </a:lnTo>
                    <a:lnTo>
                      <a:pt x="16785" y="21452"/>
                    </a:lnTo>
                    <a:lnTo>
                      <a:pt x="17317" y="21206"/>
                    </a:lnTo>
                    <a:lnTo>
                      <a:pt x="17809" y="20920"/>
                    </a:lnTo>
                    <a:lnTo>
                      <a:pt x="18259" y="20592"/>
                    </a:lnTo>
                    <a:lnTo>
                      <a:pt x="18709" y="20265"/>
                    </a:lnTo>
                    <a:lnTo>
                      <a:pt x="19160" y="19937"/>
                    </a:lnTo>
                    <a:lnTo>
                      <a:pt x="19610" y="19569"/>
                    </a:lnTo>
                    <a:lnTo>
                      <a:pt x="19978" y="19159"/>
                    </a:lnTo>
                    <a:lnTo>
                      <a:pt x="20388" y="18750"/>
                    </a:lnTo>
                    <a:lnTo>
                      <a:pt x="20756" y="18340"/>
                    </a:lnTo>
                    <a:lnTo>
                      <a:pt x="21084" y="17890"/>
                    </a:lnTo>
                    <a:lnTo>
                      <a:pt x="21411" y="17440"/>
                    </a:lnTo>
                    <a:lnTo>
                      <a:pt x="21739" y="16949"/>
                    </a:lnTo>
                    <a:lnTo>
                      <a:pt x="22025" y="16457"/>
                    </a:lnTo>
                    <a:lnTo>
                      <a:pt x="22271" y="15966"/>
                    </a:lnTo>
                    <a:lnTo>
                      <a:pt x="22516" y="15434"/>
                    </a:lnTo>
                    <a:lnTo>
                      <a:pt x="22721" y="14902"/>
                    </a:lnTo>
                    <a:lnTo>
                      <a:pt x="22885" y="14369"/>
                    </a:lnTo>
                    <a:lnTo>
                      <a:pt x="23049" y="13837"/>
                    </a:lnTo>
                    <a:lnTo>
                      <a:pt x="23171" y="13264"/>
                    </a:lnTo>
                    <a:lnTo>
                      <a:pt x="23294" y="12691"/>
                    </a:lnTo>
                    <a:lnTo>
                      <a:pt x="23376" y="12077"/>
                    </a:lnTo>
                    <a:lnTo>
                      <a:pt x="23417" y="11504"/>
                    </a:lnTo>
                    <a:lnTo>
                      <a:pt x="23417" y="10890"/>
                    </a:lnTo>
                    <a:lnTo>
                      <a:pt x="23376" y="9989"/>
                    </a:lnTo>
                    <a:lnTo>
                      <a:pt x="23294" y="9088"/>
                    </a:lnTo>
                    <a:lnTo>
                      <a:pt x="23131" y="8229"/>
                    </a:lnTo>
                    <a:lnTo>
                      <a:pt x="22885" y="7410"/>
                    </a:lnTo>
                    <a:lnTo>
                      <a:pt x="22598" y="6591"/>
                    </a:lnTo>
                    <a:lnTo>
                      <a:pt x="22271" y="5813"/>
                    </a:lnTo>
                    <a:lnTo>
                      <a:pt x="21861" y="5036"/>
                    </a:lnTo>
                    <a:lnTo>
                      <a:pt x="21411" y="4340"/>
                    </a:lnTo>
                    <a:lnTo>
                      <a:pt x="20920" y="3644"/>
                    </a:lnTo>
                    <a:lnTo>
                      <a:pt x="20388" y="2989"/>
                    </a:lnTo>
                    <a:lnTo>
                      <a:pt x="19774" y="2416"/>
                    </a:lnTo>
                    <a:lnTo>
                      <a:pt x="19160" y="1842"/>
                    </a:lnTo>
                    <a:lnTo>
                      <a:pt x="18464" y="1310"/>
                    </a:lnTo>
                    <a:lnTo>
                      <a:pt x="17768" y="860"/>
                    </a:lnTo>
                    <a:lnTo>
                      <a:pt x="17031" y="450"/>
                    </a:lnTo>
                    <a:lnTo>
                      <a:pt x="16253" y="82"/>
                    </a:lnTo>
                    <a:lnTo>
                      <a:pt x="11832" y="10644"/>
                    </a:lnTo>
                    <a:lnTo>
                      <a:pt x="7451" y="0"/>
                    </a:lnTo>
                    <a:close/>
                  </a:path>
                </a:pathLst>
              </a:custGeom>
              <a:solidFill>
                <a:srgbClr val="000000">
                  <a:alpha val="95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2369;p53"/>
              <p:cNvSpPr/>
              <p:nvPr/>
            </p:nvSpPr>
            <p:spPr>
              <a:xfrm>
                <a:off x="1682450" y="2373850"/>
                <a:ext cx="535300" cy="557825"/>
              </a:xfrm>
              <a:custGeom>
                <a:avLst/>
                <a:gdLst/>
                <a:ahLst/>
                <a:cxnLst/>
                <a:rect l="l" t="t" r="r" b="b"/>
                <a:pathLst>
                  <a:path w="21412" h="22313" extrusionOk="0">
                    <a:moveTo>
                      <a:pt x="21125" y="1"/>
                    </a:moveTo>
                    <a:lnTo>
                      <a:pt x="21125" y="369"/>
                    </a:lnTo>
                    <a:lnTo>
                      <a:pt x="21166" y="779"/>
                    </a:lnTo>
                    <a:lnTo>
                      <a:pt x="21166" y="1065"/>
                    </a:lnTo>
                    <a:lnTo>
                      <a:pt x="21207" y="1393"/>
                    </a:lnTo>
                    <a:lnTo>
                      <a:pt x="21207" y="2130"/>
                    </a:lnTo>
                    <a:lnTo>
                      <a:pt x="21166" y="2989"/>
                    </a:lnTo>
                    <a:lnTo>
                      <a:pt x="21166" y="3481"/>
                    </a:lnTo>
                    <a:lnTo>
                      <a:pt x="21125" y="4013"/>
                    </a:lnTo>
                    <a:lnTo>
                      <a:pt x="21084" y="4258"/>
                    </a:lnTo>
                    <a:lnTo>
                      <a:pt x="21084" y="4422"/>
                    </a:lnTo>
                    <a:lnTo>
                      <a:pt x="21043" y="4545"/>
                    </a:lnTo>
                    <a:lnTo>
                      <a:pt x="20961" y="5118"/>
                    </a:lnTo>
                    <a:lnTo>
                      <a:pt x="20879" y="5732"/>
                    </a:lnTo>
                    <a:lnTo>
                      <a:pt x="20756" y="6346"/>
                    </a:lnTo>
                    <a:lnTo>
                      <a:pt x="20593" y="6960"/>
                    </a:lnTo>
                    <a:lnTo>
                      <a:pt x="20429" y="7656"/>
                    </a:lnTo>
                    <a:lnTo>
                      <a:pt x="20224" y="8311"/>
                    </a:lnTo>
                    <a:lnTo>
                      <a:pt x="20142" y="8639"/>
                    </a:lnTo>
                    <a:lnTo>
                      <a:pt x="19978" y="9007"/>
                    </a:lnTo>
                    <a:lnTo>
                      <a:pt x="19733" y="9703"/>
                    </a:lnTo>
                    <a:lnTo>
                      <a:pt x="19405" y="10399"/>
                    </a:lnTo>
                    <a:lnTo>
                      <a:pt x="19282" y="10768"/>
                    </a:lnTo>
                    <a:lnTo>
                      <a:pt x="19078" y="11095"/>
                    </a:lnTo>
                    <a:lnTo>
                      <a:pt x="18914" y="11464"/>
                    </a:lnTo>
                    <a:lnTo>
                      <a:pt x="18709" y="11832"/>
                    </a:lnTo>
                    <a:lnTo>
                      <a:pt x="18300" y="12528"/>
                    </a:lnTo>
                    <a:lnTo>
                      <a:pt x="18177" y="12733"/>
                    </a:lnTo>
                    <a:lnTo>
                      <a:pt x="18095" y="12896"/>
                    </a:lnTo>
                    <a:lnTo>
                      <a:pt x="17850" y="13224"/>
                    </a:lnTo>
                    <a:lnTo>
                      <a:pt x="17604" y="13592"/>
                    </a:lnTo>
                    <a:lnTo>
                      <a:pt x="17358" y="13920"/>
                    </a:lnTo>
                    <a:lnTo>
                      <a:pt x="16826" y="14616"/>
                    </a:lnTo>
                    <a:lnTo>
                      <a:pt x="16253" y="15312"/>
                    </a:lnTo>
                    <a:lnTo>
                      <a:pt x="16130" y="15476"/>
                    </a:lnTo>
                    <a:lnTo>
                      <a:pt x="15966" y="15639"/>
                    </a:lnTo>
                    <a:lnTo>
                      <a:pt x="15680" y="15967"/>
                    </a:lnTo>
                    <a:lnTo>
                      <a:pt x="15025" y="16581"/>
                    </a:lnTo>
                    <a:lnTo>
                      <a:pt x="14411" y="17195"/>
                    </a:lnTo>
                    <a:lnTo>
                      <a:pt x="13756" y="17727"/>
                    </a:lnTo>
                    <a:lnTo>
                      <a:pt x="13060" y="18259"/>
                    </a:lnTo>
                    <a:lnTo>
                      <a:pt x="12364" y="18751"/>
                    </a:lnTo>
                    <a:lnTo>
                      <a:pt x="11668" y="19201"/>
                    </a:lnTo>
                    <a:lnTo>
                      <a:pt x="11013" y="19610"/>
                    </a:lnTo>
                    <a:lnTo>
                      <a:pt x="10317" y="19979"/>
                    </a:lnTo>
                    <a:lnTo>
                      <a:pt x="10112" y="20061"/>
                    </a:lnTo>
                    <a:lnTo>
                      <a:pt x="9949" y="20142"/>
                    </a:lnTo>
                    <a:lnTo>
                      <a:pt x="9621" y="20306"/>
                    </a:lnTo>
                    <a:lnTo>
                      <a:pt x="8925" y="20634"/>
                    </a:lnTo>
                    <a:lnTo>
                      <a:pt x="8270" y="20879"/>
                    </a:lnTo>
                    <a:lnTo>
                      <a:pt x="7574" y="21125"/>
                    </a:lnTo>
                    <a:lnTo>
                      <a:pt x="7247" y="21248"/>
                    </a:lnTo>
                    <a:lnTo>
                      <a:pt x="6919" y="21330"/>
                    </a:lnTo>
                    <a:lnTo>
                      <a:pt x="6305" y="21493"/>
                    </a:lnTo>
                    <a:lnTo>
                      <a:pt x="5691" y="21657"/>
                    </a:lnTo>
                    <a:lnTo>
                      <a:pt x="5077" y="21780"/>
                    </a:lnTo>
                    <a:lnTo>
                      <a:pt x="4545" y="21903"/>
                    </a:lnTo>
                    <a:lnTo>
                      <a:pt x="3972" y="21985"/>
                    </a:lnTo>
                    <a:lnTo>
                      <a:pt x="3480" y="22026"/>
                    </a:lnTo>
                    <a:lnTo>
                      <a:pt x="2989" y="22108"/>
                    </a:lnTo>
                    <a:lnTo>
                      <a:pt x="2088" y="22148"/>
                    </a:lnTo>
                    <a:lnTo>
                      <a:pt x="1351" y="22189"/>
                    </a:lnTo>
                    <a:lnTo>
                      <a:pt x="778" y="22189"/>
                    </a:lnTo>
                    <a:lnTo>
                      <a:pt x="328" y="22148"/>
                    </a:lnTo>
                    <a:lnTo>
                      <a:pt x="0" y="22148"/>
                    </a:lnTo>
                    <a:lnTo>
                      <a:pt x="328" y="22189"/>
                    </a:lnTo>
                    <a:lnTo>
                      <a:pt x="778" y="22230"/>
                    </a:lnTo>
                    <a:lnTo>
                      <a:pt x="1065" y="22271"/>
                    </a:lnTo>
                    <a:lnTo>
                      <a:pt x="1351" y="22271"/>
                    </a:lnTo>
                    <a:lnTo>
                      <a:pt x="2129" y="22312"/>
                    </a:lnTo>
                    <a:lnTo>
                      <a:pt x="3480" y="22312"/>
                    </a:lnTo>
                    <a:lnTo>
                      <a:pt x="4012" y="22271"/>
                    </a:lnTo>
                    <a:lnTo>
                      <a:pt x="4586" y="22230"/>
                    </a:lnTo>
                    <a:lnTo>
                      <a:pt x="5159" y="22148"/>
                    </a:lnTo>
                    <a:lnTo>
                      <a:pt x="5773" y="22026"/>
                    </a:lnTo>
                    <a:lnTo>
                      <a:pt x="6387" y="21944"/>
                    </a:lnTo>
                    <a:lnTo>
                      <a:pt x="7042" y="21780"/>
                    </a:lnTo>
                    <a:lnTo>
                      <a:pt x="7410" y="21698"/>
                    </a:lnTo>
                    <a:lnTo>
                      <a:pt x="7738" y="21575"/>
                    </a:lnTo>
                    <a:lnTo>
                      <a:pt x="8434" y="21371"/>
                    </a:lnTo>
                    <a:lnTo>
                      <a:pt x="9130" y="21125"/>
                    </a:lnTo>
                    <a:lnTo>
                      <a:pt x="9826" y="20838"/>
                    </a:lnTo>
                    <a:lnTo>
                      <a:pt x="10194" y="20675"/>
                    </a:lnTo>
                    <a:lnTo>
                      <a:pt x="10399" y="20593"/>
                    </a:lnTo>
                    <a:lnTo>
                      <a:pt x="10563" y="20511"/>
                    </a:lnTo>
                    <a:lnTo>
                      <a:pt x="11299" y="20142"/>
                    </a:lnTo>
                    <a:lnTo>
                      <a:pt x="12036" y="19733"/>
                    </a:lnTo>
                    <a:lnTo>
                      <a:pt x="12405" y="19528"/>
                    </a:lnTo>
                    <a:lnTo>
                      <a:pt x="12732" y="19324"/>
                    </a:lnTo>
                    <a:lnTo>
                      <a:pt x="13101" y="19078"/>
                    </a:lnTo>
                    <a:lnTo>
                      <a:pt x="13469" y="18832"/>
                    </a:lnTo>
                    <a:lnTo>
                      <a:pt x="14165" y="18300"/>
                    </a:lnTo>
                    <a:lnTo>
                      <a:pt x="14861" y="17727"/>
                    </a:lnTo>
                    <a:lnTo>
                      <a:pt x="15025" y="17563"/>
                    </a:lnTo>
                    <a:lnTo>
                      <a:pt x="15189" y="17400"/>
                    </a:lnTo>
                    <a:lnTo>
                      <a:pt x="15557" y="17113"/>
                    </a:lnTo>
                    <a:lnTo>
                      <a:pt x="15885" y="16786"/>
                    </a:lnTo>
                    <a:lnTo>
                      <a:pt x="16171" y="16458"/>
                    </a:lnTo>
                    <a:lnTo>
                      <a:pt x="16499" y="16131"/>
                    </a:lnTo>
                    <a:lnTo>
                      <a:pt x="16662" y="15967"/>
                    </a:lnTo>
                    <a:lnTo>
                      <a:pt x="16826" y="15762"/>
                    </a:lnTo>
                    <a:lnTo>
                      <a:pt x="17399" y="15066"/>
                    </a:lnTo>
                    <a:lnTo>
                      <a:pt x="17932" y="14370"/>
                    </a:lnTo>
                    <a:lnTo>
                      <a:pt x="18177" y="14002"/>
                    </a:lnTo>
                    <a:lnTo>
                      <a:pt x="18423" y="13633"/>
                    </a:lnTo>
                    <a:lnTo>
                      <a:pt x="18668" y="13265"/>
                    </a:lnTo>
                    <a:lnTo>
                      <a:pt x="18791" y="13060"/>
                    </a:lnTo>
                    <a:lnTo>
                      <a:pt x="18873" y="12896"/>
                    </a:lnTo>
                    <a:lnTo>
                      <a:pt x="19282" y="12119"/>
                    </a:lnTo>
                    <a:lnTo>
                      <a:pt x="19487" y="11750"/>
                    </a:lnTo>
                    <a:lnTo>
                      <a:pt x="19651" y="11382"/>
                    </a:lnTo>
                    <a:lnTo>
                      <a:pt x="19815" y="11013"/>
                    </a:lnTo>
                    <a:lnTo>
                      <a:pt x="19978" y="10645"/>
                    </a:lnTo>
                    <a:lnTo>
                      <a:pt x="20265" y="9908"/>
                    </a:lnTo>
                    <a:lnTo>
                      <a:pt x="20511" y="9171"/>
                    </a:lnTo>
                    <a:lnTo>
                      <a:pt x="20633" y="8803"/>
                    </a:lnTo>
                    <a:lnTo>
                      <a:pt x="20715" y="8475"/>
                    </a:lnTo>
                    <a:lnTo>
                      <a:pt x="20920" y="7779"/>
                    </a:lnTo>
                    <a:lnTo>
                      <a:pt x="21043" y="7083"/>
                    </a:lnTo>
                    <a:lnTo>
                      <a:pt x="21166" y="6428"/>
                    </a:lnTo>
                    <a:lnTo>
                      <a:pt x="21288" y="5773"/>
                    </a:lnTo>
                    <a:lnTo>
                      <a:pt x="21329" y="5159"/>
                    </a:lnTo>
                    <a:lnTo>
                      <a:pt x="21370" y="4586"/>
                    </a:lnTo>
                    <a:lnTo>
                      <a:pt x="21411" y="4422"/>
                    </a:lnTo>
                    <a:lnTo>
                      <a:pt x="21411" y="4299"/>
                    </a:lnTo>
                    <a:lnTo>
                      <a:pt x="21411" y="4013"/>
                    </a:lnTo>
                    <a:lnTo>
                      <a:pt x="21411" y="3481"/>
                    </a:lnTo>
                    <a:lnTo>
                      <a:pt x="21411" y="2989"/>
                    </a:lnTo>
                    <a:lnTo>
                      <a:pt x="21370" y="2089"/>
                    </a:lnTo>
                    <a:lnTo>
                      <a:pt x="21288" y="1352"/>
                    </a:lnTo>
                    <a:lnTo>
                      <a:pt x="21288" y="1065"/>
                    </a:lnTo>
                    <a:lnTo>
                      <a:pt x="21248" y="779"/>
                    </a:lnTo>
                    <a:lnTo>
                      <a:pt x="21166" y="328"/>
                    </a:lnTo>
                    <a:lnTo>
                      <a:pt x="21125" y="1"/>
                    </a:lnTo>
                    <a:close/>
                  </a:path>
                </a:pathLst>
              </a:custGeom>
              <a:solidFill>
                <a:srgbClr val="FAB2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2370;p53"/>
              <p:cNvSpPr/>
              <p:nvPr/>
            </p:nvSpPr>
            <p:spPr>
              <a:xfrm>
                <a:off x="1489025" y="2593900"/>
                <a:ext cx="167875" cy="167875"/>
              </a:xfrm>
              <a:custGeom>
                <a:avLst/>
                <a:gdLst/>
                <a:ahLst/>
                <a:cxnLst/>
                <a:rect l="l" t="t" r="r" b="b"/>
                <a:pathLst>
                  <a:path w="6715" h="6715" extrusionOk="0">
                    <a:moveTo>
                      <a:pt x="3030" y="1"/>
                    </a:moveTo>
                    <a:lnTo>
                      <a:pt x="2702" y="82"/>
                    </a:lnTo>
                    <a:lnTo>
                      <a:pt x="2375" y="164"/>
                    </a:lnTo>
                    <a:lnTo>
                      <a:pt x="2047" y="287"/>
                    </a:lnTo>
                    <a:lnTo>
                      <a:pt x="1760" y="410"/>
                    </a:lnTo>
                    <a:lnTo>
                      <a:pt x="1474" y="574"/>
                    </a:lnTo>
                    <a:lnTo>
                      <a:pt x="1228" y="778"/>
                    </a:lnTo>
                    <a:lnTo>
                      <a:pt x="983" y="983"/>
                    </a:lnTo>
                    <a:lnTo>
                      <a:pt x="778" y="1229"/>
                    </a:lnTo>
                    <a:lnTo>
                      <a:pt x="573" y="1474"/>
                    </a:lnTo>
                    <a:lnTo>
                      <a:pt x="410" y="1761"/>
                    </a:lnTo>
                    <a:lnTo>
                      <a:pt x="246" y="2048"/>
                    </a:lnTo>
                    <a:lnTo>
                      <a:pt x="164" y="2375"/>
                    </a:lnTo>
                    <a:lnTo>
                      <a:pt x="82" y="2703"/>
                    </a:lnTo>
                    <a:lnTo>
                      <a:pt x="0" y="3030"/>
                    </a:lnTo>
                    <a:lnTo>
                      <a:pt x="0" y="3358"/>
                    </a:lnTo>
                    <a:lnTo>
                      <a:pt x="0" y="3726"/>
                    </a:lnTo>
                    <a:lnTo>
                      <a:pt x="82" y="4053"/>
                    </a:lnTo>
                    <a:lnTo>
                      <a:pt x="164" y="4381"/>
                    </a:lnTo>
                    <a:lnTo>
                      <a:pt x="246" y="4668"/>
                    </a:lnTo>
                    <a:lnTo>
                      <a:pt x="410" y="4954"/>
                    </a:lnTo>
                    <a:lnTo>
                      <a:pt x="573" y="5241"/>
                    </a:lnTo>
                    <a:lnTo>
                      <a:pt x="778" y="5527"/>
                    </a:lnTo>
                    <a:lnTo>
                      <a:pt x="983" y="5732"/>
                    </a:lnTo>
                    <a:lnTo>
                      <a:pt x="1228" y="5978"/>
                    </a:lnTo>
                    <a:lnTo>
                      <a:pt x="1474" y="6141"/>
                    </a:lnTo>
                    <a:lnTo>
                      <a:pt x="1760" y="6346"/>
                    </a:lnTo>
                    <a:lnTo>
                      <a:pt x="2047" y="6469"/>
                    </a:lnTo>
                    <a:lnTo>
                      <a:pt x="2375" y="6592"/>
                    </a:lnTo>
                    <a:lnTo>
                      <a:pt x="2702" y="6674"/>
                    </a:lnTo>
                    <a:lnTo>
                      <a:pt x="3030" y="6714"/>
                    </a:lnTo>
                    <a:lnTo>
                      <a:pt x="3726" y="6714"/>
                    </a:lnTo>
                    <a:lnTo>
                      <a:pt x="4053" y="6674"/>
                    </a:lnTo>
                    <a:lnTo>
                      <a:pt x="4381" y="6592"/>
                    </a:lnTo>
                    <a:lnTo>
                      <a:pt x="4667" y="6469"/>
                    </a:lnTo>
                    <a:lnTo>
                      <a:pt x="4954" y="6346"/>
                    </a:lnTo>
                    <a:lnTo>
                      <a:pt x="5240" y="6141"/>
                    </a:lnTo>
                    <a:lnTo>
                      <a:pt x="5527" y="5978"/>
                    </a:lnTo>
                    <a:lnTo>
                      <a:pt x="5732" y="5732"/>
                    </a:lnTo>
                    <a:lnTo>
                      <a:pt x="5977" y="5527"/>
                    </a:lnTo>
                    <a:lnTo>
                      <a:pt x="6141" y="5241"/>
                    </a:lnTo>
                    <a:lnTo>
                      <a:pt x="6346" y="4954"/>
                    </a:lnTo>
                    <a:lnTo>
                      <a:pt x="6468" y="4668"/>
                    </a:lnTo>
                    <a:lnTo>
                      <a:pt x="6591" y="4381"/>
                    </a:lnTo>
                    <a:lnTo>
                      <a:pt x="6673" y="4053"/>
                    </a:lnTo>
                    <a:lnTo>
                      <a:pt x="6714" y="3726"/>
                    </a:lnTo>
                    <a:lnTo>
                      <a:pt x="6714" y="3358"/>
                    </a:lnTo>
                    <a:lnTo>
                      <a:pt x="6714" y="3030"/>
                    </a:lnTo>
                    <a:lnTo>
                      <a:pt x="6673" y="2703"/>
                    </a:lnTo>
                    <a:lnTo>
                      <a:pt x="6591" y="2375"/>
                    </a:lnTo>
                    <a:lnTo>
                      <a:pt x="6468" y="2048"/>
                    </a:lnTo>
                    <a:lnTo>
                      <a:pt x="6346" y="1761"/>
                    </a:lnTo>
                    <a:lnTo>
                      <a:pt x="6141" y="1474"/>
                    </a:lnTo>
                    <a:lnTo>
                      <a:pt x="5977" y="1229"/>
                    </a:lnTo>
                    <a:lnTo>
                      <a:pt x="5732" y="983"/>
                    </a:lnTo>
                    <a:lnTo>
                      <a:pt x="5527" y="778"/>
                    </a:lnTo>
                    <a:lnTo>
                      <a:pt x="5240" y="574"/>
                    </a:lnTo>
                    <a:lnTo>
                      <a:pt x="4954" y="410"/>
                    </a:lnTo>
                    <a:lnTo>
                      <a:pt x="4667" y="287"/>
                    </a:lnTo>
                    <a:lnTo>
                      <a:pt x="4381" y="164"/>
                    </a:lnTo>
                    <a:lnTo>
                      <a:pt x="4053" y="82"/>
                    </a:lnTo>
                    <a:lnTo>
                      <a:pt x="372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2371;p53"/>
              <p:cNvSpPr/>
              <p:nvPr/>
            </p:nvSpPr>
            <p:spPr>
              <a:xfrm>
                <a:off x="1502325" y="2607200"/>
                <a:ext cx="142275" cy="142300"/>
              </a:xfrm>
              <a:custGeom>
                <a:avLst/>
                <a:gdLst/>
                <a:ahLst/>
                <a:cxnLst/>
                <a:rect l="l" t="t" r="r" b="b"/>
                <a:pathLst>
                  <a:path w="5691" h="5692" extrusionOk="0">
                    <a:moveTo>
                      <a:pt x="2539" y="1"/>
                    </a:moveTo>
                    <a:lnTo>
                      <a:pt x="2252" y="42"/>
                    </a:lnTo>
                    <a:lnTo>
                      <a:pt x="1965" y="124"/>
                    </a:lnTo>
                    <a:lnTo>
                      <a:pt x="1720" y="206"/>
                    </a:lnTo>
                    <a:lnTo>
                      <a:pt x="1474" y="328"/>
                    </a:lnTo>
                    <a:lnTo>
                      <a:pt x="1228" y="451"/>
                    </a:lnTo>
                    <a:lnTo>
                      <a:pt x="1024" y="615"/>
                    </a:lnTo>
                    <a:lnTo>
                      <a:pt x="819" y="820"/>
                    </a:lnTo>
                    <a:lnTo>
                      <a:pt x="614" y="1024"/>
                    </a:lnTo>
                    <a:lnTo>
                      <a:pt x="451" y="1229"/>
                    </a:lnTo>
                    <a:lnTo>
                      <a:pt x="328" y="1475"/>
                    </a:lnTo>
                    <a:lnTo>
                      <a:pt x="205" y="1720"/>
                    </a:lnTo>
                    <a:lnTo>
                      <a:pt x="123" y="2007"/>
                    </a:lnTo>
                    <a:lnTo>
                      <a:pt x="41" y="2252"/>
                    </a:lnTo>
                    <a:lnTo>
                      <a:pt x="0" y="2539"/>
                    </a:lnTo>
                    <a:lnTo>
                      <a:pt x="0" y="2826"/>
                    </a:lnTo>
                    <a:lnTo>
                      <a:pt x="0" y="3112"/>
                    </a:lnTo>
                    <a:lnTo>
                      <a:pt x="41" y="3399"/>
                    </a:lnTo>
                    <a:lnTo>
                      <a:pt x="123" y="3685"/>
                    </a:lnTo>
                    <a:lnTo>
                      <a:pt x="205" y="3931"/>
                    </a:lnTo>
                    <a:lnTo>
                      <a:pt x="328" y="4177"/>
                    </a:lnTo>
                    <a:lnTo>
                      <a:pt x="451" y="4422"/>
                    </a:lnTo>
                    <a:lnTo>
                      <a:pt x="614" y="4668"/>
                    </a:lnTo>
                    <a:lnTo>
                      <a:pt x="819" y="4872"/>
                    </a:lnTo>
                    <a:lnTo>
                      <a:pt x="1024" y="5036"/>
                    </a:lnTo>
                    <a:lnTo>
                      <a:pt x="1228" y="5200"/>
                    </a:lnTo>
                    <a:lnTo>
                      <a:pt x="1474" y="5364"/>
                    </a:lnTo>
                    <a:lnTo>
                      <a:pt x="1720" y="5446"/>
                    </a:lnTo>
                    <a:lnTo>
                      <a:pt x="1965" y="5568"/>
                    </a:lnTo>
                    <a:lnTo>
                      <a:pt x="2252" y="5650"/>
                    </a:lnTo>
                    <a:lnTo>
                      <a:pt x="2539" y="5691"/>
                    </a:lnTo>
                    <a:lnTo>
                      <a:pt x="3112" y="5691"/>
                    </a:lnTo>
                    <a:lnTo>
                      <a:pt x="3398" y="5650"/>
                    </a:lnTo>
                    <a:lnTo>
                      <a:pt x="3685" y="5568"/>
                    </a:lnTo>
                    <a:lnTo>
                      <a:pt x="3930" y="5446"/>
                    </a:lnTo>
                    <a:lnTo>
                      <a:pt x="4176" y="5364"/>
                    </a:lnTo>
                    <a:lnTo>
                      <a:pt x="4422" y="5200"/>
                    </a:lnTo>
                    <a:lnTo>
                      <a:pt x="4667" y="5036"/>
                    </a:lnTo>
                    <a:lnTo>
                      <a:pt x="4872" y="4872"/>
                    </a:lnTo>
                    <a:lnTo>
                      <a:pt x="5036" y="4668"/>
                    </a:lnTo>
                    <a:lnTo>
                      <a:pt x="5200" y="4422"/>
                    </a:lnTo>
                    <a:lnTo>
                      <a:pt x="5363" y="4177"/>
                    </a:lnTo>
                    <a:lnTo>
                      <a:pt x="5445" y="3931"/>
                    </a:lnTo>
                    <a:lnTo>
                      <a:pt x="5568" y="3685"/>
                    </a:lnTo>
                    <a:lnTo>
                      <a:pt x="5609" y="3399"/>
                    </a:lnTo>
                    <a:lnTo>
                      <a:pt x="5691" y="3112"/>
                    </a:lnTo>
                    <a:lnTo>
                      <a:pt x="5691" y="2826"/>
                    </a:lnTo>
                    <a:lnTo>
                      <a:pt x="5691" y="2539"/>
                    </a:lnTo>
                    <a:lnTo>
                      <a:pt x="5609" y="2252"/>
                    </a:lnTo>
                    <a:lnTo>
                      <a:pt x="5568" y="2007"/>
                    </a:lnTo>
                    <a:lnTo>
                      <a:pt x="5445" y="1720"/>
                    </a:lnTo>
                    <a:lnTo>
                      <a:pt x="5363" y="1475"/>
                    </a:lnTo>
                    <a:lnTo>
                      <a:pt x="5200" y="1229"/>
                    </a:lnTo>
                    <a:lnTo>
                      <a:pt x="5036" y="1024"/>
                    </a:lnTo>
                    <a:lnTo>
                      <a:pt x="4872" y="820"/>
                    </a:lnTo>
                    <a:lnTo>
                      <a:pt x="4667" y="615"/>
                    </a:lnTo>
                    <a:lnTo>
                      <a:pt x="4422" y="451"/>
                    </a:lnTo>
                    <a:lnTo>
                      <a:pt x="4176" y="328"/>
                    </a:lnTo>
                    <a:lnTo>
                      <a:pt x="3930" y="206"/>
                    </a:lnTo>
                    <a:lnTo>
                      <a:pt x="3685" y="124"/>
                    </a:lnTo>
                    <a:lnTo>
                      <a:pt x="3398" y="42"/>
                    </a:lnTo>
                    <a:lnTo>
                      <a:pt x="311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2372;p53"/>
              <p:cNvSpPr/>
              <p:nvPr/>
            </p:nvSpPr>
            <p:spPr>
              <a:xfrm>
                <a:off x="1518700" y="2623575"/>
                <a:ext cx="77800" cy="77825"/>
              </a:xfrm>
              <a:custGeom>
                <a:avLst/>
                <a:gdLst/>
                <a:ahLst/>
                <a:cxnLst/>
                <a:rect l="l" t="t" r="r" b="b"/>
                <a:pathLst>
                  <a:path w="3112" h="3113" extrusionOk="0">
                    <a:moveTo>
                      <a:pt x="1924" y="1"/>
                    </a:moveTo>
                    <a:lnTo>
                      <a:pt x="1638" y="42"/>
                    </a:lnTo>
                    <a:lnTo>
                      <a:pt x="1392" y="124"/>
                    </a:lnTo>
                    <a:lnTo>
                      <a:pt x="1106" y="246"/>
                    </a:lnTo>
                    <a:lnTo>
                      <a:pt x="860" y="410"/>
                    </a:lnTo>
                    <a:lnTo>
                      <a:pt x="614" y="615"/>
                    </a:lnTo>
                    <a:lnTo>
                      <a:pt x="410" y="861"/>
                    </a:lnTo>
                    <a:lnTo>
                      <a:pt x="246" y="1106"/>
                    </a:lnTo>
                    <a:lnTo>
                      <a:pt x="123" y="1393"/>
                    </a:lnTo>
                    <a:lnTo>
                      <a:pt x="41" y="1638"/>
                    </a:lnTo>
                    <a:lnTo>
                      <a:pt x="0" y="1925"/>
                    </a:lnTo>
                    <a:lnTo>
                      <a:pt x="0" y="2252"/>
                    </a:lnTo>
                    <a:lnTo>
                      <a:pt x="0" y="2539"/>
                    </a:lnTo>
                    <a:lnTo>
                      <a:pt x="82" y="2826"/>
                    </a:lnTo>
                    <a:lnTo>
                      <a:pt x="123" y="2907"/>
                    </a:lnTo>
                    <a:lnTo>
                      <a:pt x="205" y="2989"/>
                    </a:lnTo>
                    <a:lnTo>
                      <a:pt x="287" y="3071"/>
                    </a:lnTo>
                    <a:lnTo>
                      <a:pt x="369" y="3112"/>
                    </a:lnTo>
                    <a:lnTo>
                      <a:pt x="614" y="3112"/>
                    </a:lnTo>
                    <a:lnTo>
                      <a:pt x="696" y="3071"/>
                    </a:lnTo>
                    <a:lnTo>
                      <a:pt x="819" y="2989"/>
                    </a:lnTo>
                    <a:lnTo>
                      <a:pt x="2989" y="820"/>
                    </a:lnTo>
                    <a:lnTo>
                      <a:pt x="3071" y="697"/>
                    </a:lnTo>
                    <a:lnTo>
                      <a:pt x="3112" y="615"/>
                    </a:lnTo>
                    <a:lnTo>
                      <a:pt x="3112" y="492"/>
                    </a:lnTo>
                    <a:lnTo>
                      <a:pt x="3112" y="369"/>
                    </a:lnTo>
                    <a:lnTo>
                      <a:pt x="3071" y="287"/>
                    </a:lnTo>
                    <a:lnTo>
                      <a:pt x="2989" y="206"/>
                    </a:lnTo>
                    <a:lnTo>
                      <a:pt x="2907" y="124"/>
                    </a:lnTo>
                    <a:lnTo>
                      <a:pt x="2825" y="83"/>
                    </a:lnTo>
                    <a:lnTo>
                      <a:pt x="253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2373;p53"/>
              <p:cNvSpPr/>
              <p:nvPr/>
            </p:nvSpPr>
            <p:spPr>
              <a:xfrm>
                <a:off x="1549400" y="2654275"/>
                <a:ext cx="78825" cy="78850"/>
              </a:xfrm>
              <a:custGeom>
                <a:avLst/>
                <a:gdLst/>
                <a:ahLst/>
                <a:cxnLst/>
                <a:rect l="l" t="t" r="r" b="b"/>
                <a:pathLst>
                  <a:path w="3153" h="3154" extrusionOk="0">
                    <a:moveTo>
                      <a:pt x="2621" y="1"/>
                    </a:moveTo>
                    <a:lnTo>
                      <a:pt x="2539" y="42"/>
                    </a:lnTo>
                    <a:lnTo>
                      <a:pt x="2416" y="83"/>
                    </a:lnTo>
                    <a:lnTo>
                      <a:pt x="2334" y="124"/>
                    </a:lnTo>
                    <a:lnTo>
                      <a:pt x="123" y="2334"/>
                    </a:lnTo>
                    <a:lnTo>
                      <a:pt x="82" y="2416"/>
                    </a:lnTo>
                    <a:lnTo>
                      <a:pt x="41" y="2539"/>
                    </a:lnTo>
                    <a:lnTo>
                      <a:pt x="1" y="2621"/>
                    </a:lnTo>
                    <a:lnTo>
                      <a:pt x="41" y="2744"/>
                    </a:lnTo>
                    <a:lnTo>
                      <a:pt x="82" y="2867"/>
                    </a:lnTo>
                    <a:lnTo>
                      <a:pt x="123" y="2949"/>
                    </a:lnTo>
                    <a:lnTo>
                      <a:pt x="205" y="3030"/>
                    </a:lnTo>
                    <a:lnTo>
                      <a:pt x="328" y="3071"/>
                    </a:lnTo>
                    <a:lnTo>
                      <a:pt x="615" y="3112"/>
                    </a:lnTo>
                    <a:lnTo>
                      <a:pt x="901" y="3153"/>
                    </a:lnTo>
                    <a:lnTo>
                      <a:pt x="1188" y="3153"/>
                    </a:lnTo>
                    <a:lnTo>
                      <a:pt x="1474" y="3071"/>
                    </a:lnTo>
                    <a:lnTo>
                      <a:pt x="1761" y="2989"/>
                    </a:lnTo>
                    <a:lnTo>
                      <a:pt x="2006" y="2867"/>
                    </a:lnTo>
                    <a:lnTo>
                      <a:pt x="2293" y="2703"/>
                    </a:lnTo>
                    <a:lnTo>
                      <a:pt x="2498" y="2498"/>
                    </a:lnTo>
                    <a:lnTo>
                      <a:pt x="2702" y="2294"/>
                    </a:lnTo>
                    <a:lnTo>
                      <a:pt x="2866" y="2007"/>
                    </a:lnTo>
                    <a:lnTo>
                      <a:pt x="2989" y="1761"/>
                    </a:lnTo>
                    <a:lnTo>
                      <a:pt x="3071" y="1475"/>
                    </a:lnTo>
                    <a:lnTo>
                      <a:pt x="3153" y="1188"/>
                    </a:lnTo>
                    <a:lnTo>
                      <a:pt x="3153" y="902"/>
                    </a:lnTo>
                    <a:lnTo>
                      <a:pt x="3112" y="615"/>
                    </a:lnTo>
                    <a:lnTo>
                      <a:pt x="3071" y="328"/>
                    </a:lnTo>
                    <a:lnTo>
                      <a:pt x="3030" y="206"/>
                    </a:lnTo>
                    <a:lnTo>
                      <a:pt x="2948" y="124"/>
                    </a:lnTo>
                    <a:lnTo>
                      <a:pt x="2866" y="83"/>
                    </a:lnTo>
                    <a:lnTo>
                      <a:pt x="2743" y="42"/>
                    </a:lnTo>
                    <a:lnTo>
                      <a:pt x="262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2374;p53"/>
              <p:cNvSpPr/>
              <p:nvPr/>
            </p:nvSpPr>
            <p:spPr>
              <a:xfrm>
                <a:off x="1585225" y="2688050"/>
                <a:ext cx="13325" cy="12325"/>
              </a:xfrm>
              <a:custGeom>
                <a:avLst/>
                <a:gdLst/>
                <a:ahLst/>
                <a:cxnLst/>
                <a:rect l="l" t="t" r="r" b="b"/>
                <a:pathLst>
                  <a:path w="533" h="493" extrusionOk="0">
                    <a:moveTo>
                      <a:pt x="41" y="1"/>
                    </a:moveTo>
                    <a:lnTo>
                      <a:pt x="0" y="42"/>
                    </a:lnTo>
                    <a:lnTo>
                      <a:pt x="82" y="206"/>
                    </a:lnTo>
                    <a:lnTo>
                      <a:pt x="164" y="328"/>
                    </a:lnTo>
                    <a:lnTo>
                      <a:pt x="287" y="451"/>
                    </a:lnTo>
                    <a:lnTo>
                      <a:pt x="369" y="492"/>
                    </a:lnTo>
                    <a:lnTo>
                      <a:pt x="492" y="492"/>
                    </a:lnTo>
                    <a:lnTo>
                      <a:pt x="533" y="410"/>
                    </a:lnTo>
                    <a:lnTo>
                      <a:pt x="533" y="328"/>
                    </a:lnTo>
                    <a:lnTo>
                      <a:pt x="492" y="247"/>
                    </a:lnTo>
                    <a:lnTo>
                      <a:pt x="369" y="165"/>
                    </a:lnTo>
                    <a:lnTo>
                      <a:pt x="246" y="42"/>
                    </a:lnTo>
                    <a:lnTo>
                      <a:pt x="8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2375;p53"/>
              <p:cNvSpPr/>
              <p:nvPr/>
            </p:nvSpPr>
            <p:spPr>
              <a:xfrm>
                <a:off x="1581125" y="2692150"/>
                <a:ext cx="7200" cy="16400"/>
              </a:xfrm>
              <a:custGeom>
                <a:avLst/>
                <a:gdLst/>
                <a:ahLst/>
                <a:cxnLst/>
                <a:rect l="l" t="t" r="r" b="b"/>
                <a:pathLst>
                  <a:path w="288" h="656" extrusionOk="0">
                    <a:moveTo>
                      <a:pt x="42" y="1"/>
                    </a:moveTo>
                    <a:lnTo>
                      <a:pt x="1" y="164"/>
                    </a:lnTo>
                    <a:lnTo>
                      <a:pt x="1" y="328"/>
                    </a:lnTo>
                    <a:lnTo>
                      <a:pt x="42" y="492"/>
                    </a:lnTo>
                    <a:lnTo>
                      <a:pt x="82" y="574"/>
                    </a:lnTo>
                    <a:lnTo>
                      <a:pt x="123" y="615"/>
                    </a:lnTo>
                    <a:lnTo>
                      <a:pt x="205" y="656"/>
                    </a:lnTo>
                    <a:lnTo>
                      <a:pt x="246" y="615"/>
                    </a:lnTo>
                    <a:lnTo>
                      <a:pt x="287" y="533"/>
                    </a:lnTo>
                    <a:lnTo>
                      <a:pt x="287" y="451"/>
                    </a:lnTo>
                    <a:lnTo>
                      <a:pt x="246" y="287"/>
                    </a:lnTo>
                    <a:lnTo>
                      <a:pt x="205" y="123"/>
                    </a:lnTo>
                    <a:lnTo>
                      <a:pt x="8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2376;p53"/>
              <p:cNvSpPr/>
              <p:nvPr/>
            </p:nvSpPr>
            <p:spPr>
              <a:xfrm>
                <a:off x="1589325" y="2682950"/>
                <a:ext cx="16400" cy="7175"/>
              </a:xfrm>
              <a:custGeom>
                <a:avLst/>
                <a:gdLst/>
                <a:ahLst/>
                <a:cxnLst/>
                <a:rect l="l" t="t" r="r" b="b"/>
                <a:pathLst>
                  <a:path w="656" h="287" extrusionOk="0">
                    <a:moveTo>
                      <a:pt x="205" y="0"/>
                    </a:moveTo>
                    <a:lnTo>
                      <a:pt x="41" y="41"/>
                    </a:lnTo>
                    <a:lnTo>
                      <a:pt x="0" y="82"/>
                    </a:lnTo>
                    <a:lnTo>
                      <a:pt x="41" y="123"/>
                    </a:lnTo>
                    <a:lnTo>
                      <a:pt x="164" y="205"/>
                    </a:lnTo>
                    <a:lnTo>
                      <a:pt x="328" y="246"/>
                    </a:lnTo>
                    <a:lnTo>
                      <a:pt x="491" y="287"/>
                    </a:lnTo>
                    <a:lnTo>
                      <a:pt x="532" y="287"/>
                    </a:lnTo>
                    <a:lnTo>
                      <a:pt x="614" y="246"/>
                    </a:lnTo>
                    <a:lnTo>
                      <a:pt x="655" y="205"/>
                    </a:lnTo>
                    <a:lnTo>
                      <a:pt x="655" y="123"/>
                    </a:lnTo>
                    <a:lnTo>
                      <a:pt x="614" y="82"/>
                    </a:lnTo>
                    <a:lnTo>
                      <a:pt x="532" y="41"/>
                    </a:lnTo>
                    <a:lnTo>
                      <a:pt x="369" y="41"/>
                    </a:lnTo>
                    <a:lnTo>
                      <a:pt x="20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2377;p53"/>
              <p:cNvSpPr/>
              <p:nvPr/>
            </p:nvSpPr>
            <p:spPr>
              <a:xfrm>
                <a:off x="1550425" y="2653275"/>
                <a:ext cx="13325" cy="12300"/>
              </a:xfrm>
              <a:custGeom>
                <a:avLst/>
                <a:gdLst/>
                <a:ahLst/>
                <a:cxnLst/>
                <a:rect l="l" t="t" r="r" b="b"/>
                <a:pathLst>
                  <a:path w="533" h="492" extrusionOk="0">
                    <a:moveTo>
                      <a:pt x="41" y="0"/>
                    </a:moveTo>
                    <a:lnTo>
                      <a:pt x="0" y="82"/>
                    </a:lnTo>
                    <a:lnTo>
                      <a:pt x="41" y="164"/>
                    </a:lnTo>
                    <a:lnTo>
                      <a:pt x="82" y="205"/>
                    </a:lnTo>
                    <a:lnTo>
                      <a:pt x="205" y="328"/>
                    </a:lnTo>
                    <a:lnTo>
                      <a:pt x="328" y="450"/>
                    </a:lnTo>
                    <a:lnTo>
                      <a:pt x="451" y="491"/>
                    </a:lnTo>
                    <a:lnTo>
                      <a:pt x="492" y="491"/>
                    </a:lnTo>
                    <a:lnTo>
                      <a:pt x="533" y="450"/>
                    </a:lnTo>
                    <a:lnTo>
                      <a:pt x="451" y="287"/>
                    </a:lnTo>
                    <a:lnTo>
                      <a:pt x="369" y="164"/>
                    </a:lnTo>
                    <a:lnTo>
                      <a:pt x="246" y="41"/>
                    </a:lnTo>
                    <a:lnTo>
                      <a:pt x="16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2378;p53"/>
              <p:cNvSpPr/>
              <p:nvPr/>
            </p:nvSpPr>
            <p:spPr>
              <a:xfrm>
                <a:off x="1543250" y="2663500"/>
                <a:ext cx="16400" cy="7175"/>
              </a:xfrm>
              <a:custGeom>
                <a:avLst/>
                <a:gdLst/>
                <a:ahLst/>
                <a:cxnLst/>
                <a:rect l="l" t="t" r="r" b="b"/>
                <a:pathLst>
                  <a:path w="656" h="287" extrusionOk="0">
                    <a:moveTo>
                      <a:pt x="42" y="0"/>
                    </a:moveTo>
                    <a:lnTo>
                      <a:pt x="1" y="82"/>
                    </a:lnTo>
                    <a:lnTo>
                      <a:pt x="1" y="123"/>
                    </a:lnTo>
                    <a:lnTo>
                      <a:pt x="83" y="205"/>
                    </a:lnTo>
                    <a:lnTo>
                      <a:pt x="124" y="246"/>
                    </a:lnTo>
                    <a:lnTo>
                      <a:pt x="287" y="246"/>
                    </a:lnTo>
                    <a:lnTo>
                      <a:pt x="492" y="287"/>
                    </a:lnTo>
                    <a:lnTo>
                      <a:pt x="615" y="246"/>
                    </a:lnTo>
                    <a:lnTo>
                      <a:pt x="656" y="205"/>
                    </a:lnTo>
                    <a:lnTo>
                      <a:pt x="615" y="164"/>
                    </a:lnTo>
                    <a:lnTo>
                      <a:pt x="492" y="82"/>
                    </a:lnTo>
                    <a:lnTo>
                      <a:pt x="328" y="41"/>
                    </a:lnTo>
                    <a:lnTo>
                      <a:pt x="20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2379;p53"/>
              <p:cNvSpPr/>
              <p:nvPr/>
            </p:nvSpPr>
            <p:spPr>
              <a:xfrm>
                <a:off x="1560650" y="2645075"/>
                <a:ext cx="7200" cy="16400"/>
              </a:xfrm>
              <a:custGeom>
                <a:avLst/>
                <a:gdLst/>
                <a:ahLst/>
                <a:cxnLst/>
                <a:rect l="l" t="t" r="r" b="b"/>
                <a:pathLst>
                  <a:path w="288" h="656" extrusionOk="0">
                    <a:moveTo>
                      <a:pt x="83" y="1"/>
                    </a:moveTo>
                    <a:lnTo>
                      <a:pt x="42" y="41"/>
                    </a:lnTo>
                    <a:lnTo>
                      <a:pt x="1" y="123"/>
                    </a:lnTo>
                    <a:lnTo>
                      <a:pt x="1" y="205"/>
                    </a:lnTo>
                    <a:lnTo>
                      <a:pt x="42" y="369"/>
                    </a:lnTo>
                    <a:lnTo>
                      <a:pt x="83" y="492"/>
                    </a:lnTo>
                    <a:lnTo>
                      <a:pt x="206" y="656"/>
                    </a:lnTo>
                    <a:lnTo>
                      <a:pt x="246" y="656"/>
                    </a:lnTo>
                    <a:lnTo>
                      <a:pt x="287" y="492"/>
                    </a:lnTo>
                    <a:lnTo>
                      <a:pt x="287" y="328"/>
                    </a:lnTo>
                    <a:lnTo>
                      <a:pt x="246" y="164"/>
                    </a:lnTo>
                    <a:lnTo>
                      <a:pt x="206" y="82"/>
                    </a:lnTo>
                    <a:lnTo>
                      <a:pt x="165" y="41"/>
                    </a:lnTo>
                    <a:lnTo>
                      <a:pt x="8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2380;p53"/>
              <p:cNvSpPr/>
              <p:nvPr/>
            </p:nvSpPr>
            <p:spPr>
              <a:xfrm>
                <a:off x="1918875" y="2256175"/>
                <a:ext cx="167875" cy="168875"/>
              </a:xfrm>
              <a:custGeom>
                <a:avLst/>
                <a:gdLst/>
                <a:ahLst/>
                <a:cxnLst/>
                <a:rect l="l" t="t" r="r" b="b"/>
                <a:pathLst>
                  <a:path w="6715" h="6755" extrusionOk="0">
                    <a:moveTo>
                      <a:pt x="3357" y="0"/>
                    </a:moveTo>
                    <a:lnTo>
                      <a:pt x="3030" y="41"/>
                    </a:lnTo>
                    <a:lnTo>
                      <a:pt x="2743" y="82"/>
                    </a:lnTo>
                    <a:lnTo>
                      <a:pt x="2416" y="164"/>
                    </a:lnTo>
                    <a:lnTo>
                      <a:pt x="2088" y="246"/>
                    </a:lnTo>
                    <a:lnTo>
                      <a:pt x="1802" y="368"/>
                    </a:lnTo>
                    <a:lnTo>
                      <a:pt x="1515" y="532"/>
                    </a:lnTo>
                    <a:lnTo>
                      <a:pt x="1269" y="737"/>
                    </a:lnTo>
                    <a:lnTo>
                      <a:pt x="1024" y="942"/>
                    </a:lnTo>
                    <a:lnTo>
                      <a:pt x="819" y="1187"/>
                    </a:lnTo>
                    <a:lnTo>
                      <a:pt x="614" y="1433"/>
                    </a:lnTo>
                    <a:lnTo>
                      <a:pt x="410" y="1719"/>
                    </a:lnTo>
                    <a:lnTo>
                      <a:pt x="287" y="2047"/>
                    </a:lnTo>
                    <a:lnTo>
                      <a:pt x="164" y="2374"/>
                    </a:lnTo>
                    <a:lnTo>
                      <a:pt x="82" y="2702"/>
                    </a:lnTo>
                    <a:lnTo>
                      <a:pt x="0" y="3029"/>
                    </a:lnTo>
                    <a:lnTo>
                      <a:pt x="0" y="3357"/>
                    </a:lnTo>
                    <a:lnTo>
                      <a:pt x="0" y="3684"/>
                    </a:lnTo>
                    <a:lnTo>
                      <a:pt x="41" y="4012"/>
                    </a:lnTo>
                    <a:lnTo>
                      <a:pt x="123" y="4339"/>
                    </a:lnTo>
                    <a:lnTo>
                      <a:pt x="246" y="4626"/>
                    </a:lnTo>
                    <a:lnTo>
                      <a:pt x="369" y="4913"/>
                    </a:lnTo>
                    <a:lnTo>
                      <a:pt x="532" y="5199"/>
                    </a:lnTo>
                    <a:lnTo>
                      <a:pt x="737" y="5486"/>
                    </a:lnTo>
                    <a:lnTo>
                      <a:pt x="942" y="5690"/>
                    </a:lnTo>
                    <a:lnTo>
                      <a:pt x="1187" y="5936"/>
                    </a:lnTo>
                    <a:lnTo>
                      <a:pt x="1433" y="6141"/>
                    </a:lnTo>
                    <a:lnTo>
                      <a:pt x="1720" y="6305"/>
                    </a:lnTo>
                    <a:lnTo>
                      <a:pt x="2006" y="6468"/>
                    </a:lnTo>
                    <a:lnTo>
                      <a:pt x="2334" y="6591"/>
                    </a:lnTo>
                    <a:lnTo>
                      <a:pt x="2661" y="6673"/>
                    </a:lnTo>
                    <a:lnTo>
                      <a:pt x="2989" y="6714"/>
                    </a:lnTo>
                    <a:lnTo>
                      <a:pt x="3357" y="6755"/>
                    </a:lnTo>
                    <a:lnTo>
                      <a:pt x="3685" y="6714"/>
                    </a:lnTo>
                    <a:lnTo>
                      <a:pt x="3971" y="6673"/>
                    </a:lnTo>
                    <a:lnTo>
                      <a:pt x="4299" y="6591"/>
                    </a:lnTo>
                    <a:lnTo>
                      <a:pt x="4626" y="6509"/>
                    </a:lnTo>
                    <a:lnTo>
                      <a:pt x="4913" y="6345"/>
                    </a:lnTo>
                    <a:lnTo>
                      <a:pt x="5199" y="6223"/>
                    </a:lnTo>
                    <a:lnTo>
                      <a:pt x="5445" y="6018"/>
                    </a:lnTo>
                    <a:lnTo>
                      <a:pt x="5691" y="5813"/>
                    </a:lnTo>
                    <a:lnTo>
                      <a:pt x="5936" y="5568"/>
                    </a:lnTo>
                    <a:lnTo>
                      <a:pt x="6100" y="5322"/>
                    </a:lnTo>
                    <a:lnTo>
                      <a:pt x="6305" y="5035"/>
                    </a:lnTo>
                    <a:lnTo>
                      <a:pt x="6428" y="4708"/>
                    </a:lnTo>
                    <a:lnTo>
                      <a:pt x="6550" y="4380"/>
                    </a:lnTo>
                    <a:lnTo>
                      <a:pt x="6632" y="4053"/>
                    </a:lnTo>
                    <a:lnTo>
                      <a:pt x="6714" y="3725"/>
                    </a:lnTo>
                    <a:lnTo>
                      <a:pt x="6714" y="3398"/>
                    </a:lnTo>
                    <a:lnTo>
                      <a:pt x="6714" y="3070"/>
                    </a:lnTo>
                    <a:lnTo>
                      <a:pt x="6673" y="2743"/>
                    </a:lnTo>
                    <a:lnTo>
                      <a:pt x="6591" y="2415"/>
                    </a:lnTo>
                    <a:lnTo>
                      <a:pt x="6469" y="2129"/>
                    </a:lnTo>
                    <a:lnTo>
                      <a:pt x="6346" y="1842"/>
                    </a:lnTo>
                    <a:lnTo>
                      <a:pt x="6182" y="1556"/>
                    </a:lnTo>
                    <a:lnTo>
                      <a:pt x="5977" y="1269"/>
                    </a:lnTo>
                    <a:lnTo>
                      <a:pt x="5773" y="1023"/>
                    </a:lnTo>
                    <a:lnTo>
                      <a:pt x="5527" y="819"/>
                    </a:lnTo>
                    <a:lnTo>
                      <a:pt x="5281" y="614"/>
                    </a:lnTo>
                    <a:lnTo>
                      <a:pt x="4995" y="450"/>
                    </a:lnTo>
                    <a:lnTo>
                      <a:pt x="4708" y="287"/>
                    </a:lnTo>
                    <a:lnTo>
                      <a:pt x="4381" y="164"/>
                    </a:lnTo>
                    <a:lnTo>
                      <a:pt x="4053" y="82"/>
                    </a:lnTo>
                    <a:lnTo>
                      <a:pt x="3726" y="41"/>
                    </a:lnTo>
                    <a:lnTo>
                      <a:pt x="335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2381;p53"/>
              <p:cNvSpPr/>
              <p:nvPr/>
            </p:nvSpPr>
            <p:spPr>
              <a:xfrm>
                <a:off x="1931150" y="2269475"/>
                <a:ext cx="143300" cy="142275"/>
              </a:xfrm>
              <a:custGeom>
                <a:avLst/>
                <a:gdLst/>
                <a:ahLst/>
                <a:cxnLst/>
                <a:rect l="l" t="t" r="r" b="b"/>
                <a:pathLst>
                  <a:path w="5732" h="5691" extrusionOk="0">
                    <a:moveTo>
                      <a:pt x="2621" y="0"/>
                    </a:moveTo>
                    <a:lnTo>
                      <a:pt x="2334" y="41"/>
                    </a:lnTo>
                    <a:lnTo>
                      <a:pt x="2047" y="123"/>
                    </a:lnTo>
                    <a:lnTo>
                      <a:pt x="1802" y="205"/>
                    </a:lnTo>
                    <a:lnTo>
                      <a:pt x="1556" y="328"/>
                    </a:lnTo>
                    <a:lnTo>
                      <a:pt x="1311" y="451"/>
                    </a:lnTo>
                    <a:lnTo>
                      <a:pt x="1106" y="614"/>
                    </a:lnTo>
                    <a:lnTo>
                      <a:pt x="901" y="778"/>
                    </a:lnTo>
                    <a:lnTo>
                      <a:pt x="696" y="983"/>
                    </a:lnTo>
                    <a:lnTo>
                      <a:pt x="533" y="1228"/>
                    </a:lnTo>
                    <a:lnTo>
                      <a:pt x="369" y="1433"/>
                    </a:lnTo>
                    <a:lnTo>
                      <a:pt x="246" y="1720"/>
                    </a:lnTo>
                    <a:lnTo>
                      <a:pt x="164" y="1965"/>
                    </a:lnTo>
                    <a:lnTo>
                      <a:pt x="82" y="2252"/>
                    </a:lnTo>
                    <a:lnTo>
                      <a:pt x="41" y="2538"/>
                    </a:lnTo>
                    <a:lnTo>
                      <a:pt x="1" y="2825"/>
                    </a:lnTo>
                    <a:lnTo>
                      <a:pt x="41" y="3112"/>
                    </a:lnTo>
                    <a:lnTo>
                      <a:pt x="82" y="3398"/>
                    </a:lnTo>
                    <a:lnTo>
                      <a:pt x="123" y="3644"/>
                    </a:lnTo>
                    <a:lnTo>
                      <a:pt x="205" y="3889"/>
                    </a:lnTo>
                    <a:lnTo>
                      <a:pt x="328" y="4176"/>
                    </a:lnTo>
                    <a:lnTo>
                      <a:pt x="451" y="4381"/>
                    </a:lnTo>
                    <a:lnTo>
                      <a:pt x="615" y="4626"/>
                    </a:lnTo>
                    <a:lnTo>
                      <a:pt x="819" y="4831"/>
                    </a:lnTo>
                    <a:lnTo>
                      <a:pt x="1024" y="4995"/>
                    </a:lnTo>
                    <a:lnTo>
                      <a:pt x="1229" y="5199"/>
                    </a:lnTo>
                    <a:lnTo>
                      <a:pt x="1474" y="5322"/>
                    </a:lnTo>
                    <a:lnTo>
                      <a:pt x="1720" y="5445"/>
                    </a:lnTo>
                    <a:lnTo>
                      <a:pt x="2007" y="5568"/>
                    </a:lnTo>
                    <a:lnTo>
                      <a:pt x="2293" y="5650"/>
                    </a:lnTo>
                    <a:lnTo>
                      <a:pt x="2580" y="5691"/>
                    </a:lnTo>
                    <a:lnTo>
                      <a:pt x="3112" y="5691"/>
                    </a:lnTo>
                    <a:lnTo>
                      <a:pt x="3398" y="5650"/>
                    </a:lnTo>
                    <a:lnTo>
                      <a:pt x="3685" y="5568"/>
                    </a:lnTo>
                    <a:lnTo>
                      <a:pt x="3931" y="5486"/>
                    </a:lnTo>
                    <a:lnTo>
                      <a:pt x="4176" y="5363"/>
                    </a:lnTo>
                    <a:lnTo>
                      <a:pt x="4422" y="5240"/>
                    </a:lnTo>
                    <a:lnTo>
                      <a:pt x="4627" y="5077"/>
                    </a:lnTo>
                    <a:lnTo>
                      <a:pt x="4831" y="4913"/>
                    </a:lnTo>
                    <a:lnTo>
                      <a:pt x="5036" y="4708"/>
                    </a:lnTo>
                    <a:lnTo>
                      <a:pt x="5200" y="4462"/>
                    </a:lnTo>
                    <a:lnTo>
                      <a:pt x="5363" y="4258"/>
                    </a:lnTo>
                    <a:lnTo>
                      <a:pt x="5486" y="3971"/>
                    </a:lnTo>
                    <a:lnTo>
                      <a:pt x="5568" y="3726"/>
                    </a:lnTo>
                    <a:lnTo>
                      <a:pt x="5650" y="3439"/>
                    </a:lnTo>
                    <a:lnTo>
                      <a:pt x="5691" y="3152"/>
                    </a:lnTo>
                    <a:lnTo>
                      <a:pt x="5732" y="2866"/>
                    </a:lnTo>
                    <a:lnTo>
                      <a:pt x="5691" y="2579"/>
                    </a:lnTo>
                    <a:lnTo>
                      <a:pt x="5650" y="2293"/>
                    </a:lnTo>
                    <a:lnTo>
                      <a:pt x="5609" y="2047"/>
                    </a:lnTo>
                    <a:lnTo>
                      <a:pt x="5527" y="1801"/>
                    </a:lnTo>
                    <a:lnTo>
                      <a:pt x="5404" y="1515"/>
                    </a:lnTo>
                    <a:lnTo>
                      <a:pt x="5282" y="1310"/>
                    </a:lnTo>
                    <a:lnTo>
                      <a:pt x="5118" y="1065"/>
                    </a:lnTo>
                    <a:lnTo>
                      <a:pt x="4913" y="860"/>
                    </a:lnTo>
                    <a:lnTo>
                      <a:pt x="4708" y="655"/>
                    </a:lnTo>
                    <a:lnTo>
                      <a:pt x="4504" y="491"/>
                    </a:lnTo>
                    <a:lnTo>
                      <a:pt x="4258" y="369"/>
                    </a:lnTo>
                    <a:lnTo>
                      <a:pt x="4012" y="246"/>
                    </a:lnTo>
                    <a:lnTo>
                      <a:pt x="3726" y="123"/>
                    </a:lnTo>
                    <a:lnTo>
                      <a:pt x="3439" y="41"/>
                    </a:lnTo>
                    <a:lnTo>
                      <a:pt x="315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2382;p53"/>
              <p:cNvSpPr/>
              <p:nvPr/>
            </p:nvSpPr>
            <p:spPr>
              <a:xfrm>
                <a:off x="1947525" y="2305300"/>
                <a:ext cx="65525" cy="90075"/>
              </a:xfrm>
              <a:custGeom>
                <a:avLst/>
                <a:gdLst/>
                <a:ahLst/>
                <a:cxnLst/>
                <a:rect l="l" t="t" r="r" b="b"/>
                <a:pathLst>
                  <a:path w="2621" h="3603" extrusionOk="0">
                    <a:moveTo>
                      <a:pt x="656" y="0"/>
                    </a:moveTo>
                    <a:lnTo>
                      <a:pt x="574" y="41"/>
                    </a:lnTo>
                    <a:lnTo>
                      <a:pt x="492" y="82"/>
                    </a:lnTo>
                    <a:lnTo>
                      <a:pt x="410" y="164"/>
                    </a:lnTo>
                    <a:lnTo>
                      <a:pt x="246" y="409"/>
                    </a:lnTo>
                    <a:lnTo>
                      <a:pt x="123" y="696"/>
                    </a:lnTo>
                    <a:lnTo>
                      <a:pt x="41" y="983"/>
                    </a:lnTo>
                    <a:lnTo>
                      <a:pt x="1" y="1269"/>
                    </a:lnTo>
                    <a:lnTo>
                      <a:pt x="1" y="1556"/>
                    </a:lnTo>
                    <a:lnTo>
                      <a:pt x="41" y="1842"/>
                    </a:lnTo>
                    <a:lnTo>
                      <a:pt x="123" y="2129"/>
                    </a:lnTo>
                    <a:lnTo>
                      <a:pt x="246" y="2415"/>
                    </a:lnTo>
                    <a:lnTo>
                      <a:pt x="410" y="2702"/>
                    </a:lnTo>
                    <a:lnTo>
                      <a:pt x="615" y="2907"/>
                    </a:lnTo>
                    <a:lnTo>
                      <a:pt x="819" y="3111"/>
                    </a:lnTo>
                    <a:lnTo>
                      <a:pt x="1065" y="3275"/>
                    </a:lnTo>
                    <a:lnTo>
                      <a:pt x="1311" y="3439"/>
                    </a:lnTo>
                    <a:lnTo>
                      <a:pt x="1597" y="3521"/>
                    </a:lnTo>
                    <a:lnTo>
                      <a:pt x="1884" y="3603"/>
                    </a:lnTo>
                    <a:lnTo>
                      <a:pt x="2293" y="3603"/>
                    </a:lnTo>
                    <a:lnTo>
                      <a:pt x="2416" y="3562"/>
                    </a:lnTo>
                    <a:lnTo>
                      <a:pt x="2498" y="3480"/>
                    </a:lnTo>
                    <a:lnTo>
                      <a:pt x="2539" y="3398"/>
                    </a:lnTo>
                    <a:lnTo>
                      <a:pt x="2580" y="3316"/>
                    </a:lnTo>
                    <a:lnTo>
                      <a:pt x="2621" y="3193"/>
                    </a:lnTo>
                    <a:lnTo>
                      <a:pt x="2621" y="3070"/>
                    </a:lnTo>
                    <a:lnTo>
                      <a:pt x="2580" y="2989"/>
                    </a:lnTo>
                    <a:lnTo>
                      <a:pt x="1147" y="205"/>
                    </a:lnTo>
                    <a:lnTo>
                      <a:pt x="1065" y="123"/>
                    </a:lnTo>
                    <a:lnTo>
                      <a:pt x="983" y="41"/>
                    </a:lnTo>
                    <a:lnTo>
                      <a:pt x="90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2383;p53"/>
              <p:cNvSpPr/>
              <p:nvPr/>
            </p:nvSpPr>
            <p:spPr>
              <a:xfrm>
                <a:off x="1992550" y="2285850"/>
                <a:ext cx="65525" cy="90075"/>
              </a:xfrm>
              <a:custGeom>
                <a:avLst/>
                <a:gdLst/>
                <a:ahLst/>
                <a:cxnLst/>
                <a:rect l="l" t="t" r="r" b="b"/>
                <a:pathLst>
                  <a:path w="2621" h="3603" extrusionOk="0">
                    <a:moveTo>
                      <a:pt x="328" y="0"/>
                    </a:moveTo>
                    <a:lnTo>
                      <a:pt x="246" y="41"/>
                    </a:lnTo>
                    <a:lnTo>
                      <a:pt x="124" y="123"/>
                    </a:lnTo>
                    <a:lnTo>
                      <a:pt x="83" y="205"/>
                    </a:lnTo>
                    <a:lnTo>
                      <a:pt x="42" y="287"/>
                    </a:lnTo>
                    <a:lnTo>
                      <a:pt x="1" y="410"/>
                    </a:lnTo>
                    <a:lnTo>
                      <a:pt x="1" y="532"/>
                    </a:lnTo>
                    <a:lnTo>
                      <a:pt x="42" y="614"/>
                    </a:lnTo>
                    <a:lnTo>
                      <a:pt x="1475" y="3398"/>
                    </a:lnTo>
                    <a:lnTo>
                      <a:pt x="1556" y="3480"/>
                    </a:lnTo>
                    <a:lnTo>
                      <a:pt x="1638" y="3562"/>
                    </a:lnTo>
                    <a:lnTo>
                      <a:pt x="1720" y="3603"/>
                    </a:lnTo>
                    <a:lnTo>
                      <a:pt x="1966" y="3603"/>
                    </a:lnTo>
                    <a:lnTo>
                      <a:pt x="2048" y="3562"/>
                    </a:lnTo>
                    <a:lnTo>
                      <a:pt x="2130" y="3521"/>
                    </a:lnTo>
                    <a:lnTo>
                      <a:pt x="2212" y="3439"/>
                    </a:lnTo>
                    <a:lnTo>
                      <a:pt x="2375" y="3193"/>
                    </a:lnTo>
                    <a:lnTo>
                      <a:pt x="2498" y="2907"/>
                    </a:lnTo>
                    <a:lnTo>
                      <a:pt x="2580" y="2620"/>
                    </a:lnTo>
                    <a:lnTo>
                      <a:pt x="2621" y="2334"/>
                    </a:lnTo>
                    <a:lnTo>
                      <a:pt x="2621" y="2047"/>
                    </a:lnTo>
                    <a:lnTo>
                      <a:pt x="2580" y="1761"/>
                    </a:lnTo>
                    <a:lnTo>
                      <a:pt x="2498" y="1474"/>
                    </a:lnTo>
                    <a:lnTo>
                      <a:pt x="2375" y="1187"/>
                    </a:lnTo>
                    <a:lnTo>
                      <a:pt x="2212" y="901"/>
                    </a:lnTo>
                    <a:lnTo>
                      <a:pt x="2007" y="696"/>
                    </a:lnTo>
                    <a:lnTo>
                      <a:pt x="1802" y="491"/>
                    </a:lnTo>
                    <a:lnTo>
                      <a:pt x="1556" y="328"/>
                    </a:lnTo>
                    <a:lnTo>
                      <a:pt x="1311" y="164"/>
                    </a:lnTo>
                    <a:lnTo>
                      <a:pt x="1024" y="82"/>
                    </a:lnTo>
                    <a:lnTo>
                      <a:pt x="73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2384;p53"/>
              <p:cNvSpPr/>
              <p:nvPr/>
            </p:nvSpPr>
            <p:spPr>
              <a:xfrm>
                <a:off x="2016100" y="2322700"/>
                <a:ext cx="15375" cy="9225"/>
              </a:xfrm>
              <a:custGeom>
                <a:avLst/>
                <a:gdLst/>
                <a:ahLst/>
                <a:cxnLst/>
                <a:rect l="l" t="t" r="r" b="b"/>
                <a:pathLst>
                  <a:path w="615" h="369" extrusionOk="0">
                    <a:moveTo>
                      <a:pt x="410" y="0"/>
                    </a:moveTo>
                    <a:lnTo>
                      <a:pt x="246" y="82"/>
                    </a:lnTo>
                    <a:lnTo>
                      <a:pt x="123" y="164"/>
                    </a:lnTo>
                    <a:lnTo>
                      <a:pt x="0" y="328"/>
                    </a:lnTo>
                    <a:lnTo>
                      <a:pt x="0" y="368"/>
                    </a:lnTo>
                    <a:lnTo>
                      <a:pt x="205" y="368"/>
                    </a:lnTo>
                    <a:lnTo>
                      <a:pt x="369" y="287"/>
                    </a:lnTo>
                    <a:lnTo>
                      <a:pt x="492" y="246"/>
                    </a:lnTo>
                    <a:lnTo>
                      <a:pt x="574" y="205"/>
                    </a:lnTo>
                    <a:lnTo>
                      <a:pt x="614" y="123"/>
                    </a:lnTo>
                    <a:lnTo>
                      <a:pt x="614" y="41"/>
                    </a:lnTo>
                    <a:lnTo>
                      <a:pt x="53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2385;p53"/>
              <p:cNvSpPr/>
              <p:nvPr/>
            </p:nvSpPr>
            <p:spPr>
              <a:xfrm>
                <a:off x="2019175" y="2333950"/>
                <a:ext cx="16400" cy="6150"/>
              </a:xfrm>
              <a:custGeom>
                <a:avLst/>
                <a:gdLst/>
                <a:ahLst/>
                <a:cxnLst/>
                <a:rect l="l" t="t" r="r" b="b"/>
                <a:pathLst>
                  <a:path w="656" h="246" extrusionOk="0">
                    <a:moveTo>
                      <a:pt x="164" y="0"/>
                    </a:moveTo>
                    <a:lnTo>
                      <a:pt x="0" y="41"/>
                    </a:lnTo>
                    <a:lnTo>
                      <a:pt x="0" y="82"/>
                    </a:lnTo>
                    <a:lnTo>
                      <a:pt x="0" y="123"/>
                    </a:lnTo>
                    <a:lnTo>
                      <a:pt x="123" y="205"/>
                    </a:lnTo>
                    <a:lnTo>
                      <a:pt x="287" y="246"/>
                    </a:lnTo>
                    <a:lnTo>
                      <a:pt x="532" y="246"/>
                    </a:lnTo>
                    <a:lnTo>
                      <a:pt x="614" y="205"/>
                    </a:lnTo>
                    <a:lnTo>
                      <a:pt x="655" y="164"/>
                    </a:lnTo>
                    <a:lnTo>
                      <a:pt x="614" y="82"/>
                    </a:lnTo>
                    <a:lnTo>
                      <a:pt x="573" y="41"/>
                    </a:lnTo>
                    <a:lnTo>
                      <a:pt x="49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2386;p53"/>
              <p:cNvSpPr/>
              <p:nvPr/>
            </p:nvSpPr>
            <p:spPr>
              <a:xfrm>
                <a:off x="2014050" y="2312450"/>
                <a:ext cx="9225" cy="14350"/>
              </a:xfrm>
              <a:custGeom>
                <a:avLst/>
                <a:gdLst/>
                <a:ahLst/>
                <a:cxnLst/>
                <a:rect l="l" t="t" r="r" b="b"/>
                <a:pathLst>
                  <a:path w="369" h="574" extrusionOk="0">
                    <a:moveTo>
                      <a:pt x="246" y="1"/>
                    </a:moveTo>
                    <a:lnTo>
                      <a:pt x="205" y="42"/>
                    </a:lnTo>
                    <a:lnTo>
                      <a:pt x="123" y="82"/>
                    </a:lnTo>
                    <a:lnTo>
                      <a:pt x="41" y="246"/>
                    </a:lnTo>
                    <a:lnTo>
                      <a:pt x="1" y="410"/>
                    </a:lnTo>
                    <a:lnTo>
                      <a:pt x="1" y="533"/>
                    </a:lnTo>
                    <a:lnTo>
                      <a:pt x="1" y="574"/>
                    </a:lnTo>
                    <a:lnTo>
                      <a:pt x="41" y="574"/>
                    </a:lnTo>
                    <a:lnTo>
                      <a:pt x="164" y="492"/>
                    </a:lnTo>
                    <a:lnTo>
                      <a:pt x="287" y="369"/>
                    </a:lnTo>
                    <a:lnTo>
                      <a:pt x="369" y="205"/>
                    </a:lnTo>
                    <a:lnTo>
                      <a:pt x="369" y="123"/>
                    </a:lnTo>
                    <a:lnTo>
                      <a:pt x="369" y="42"/>
                    </a:lnTo>
                    <a:lnTo>
                      <a:pt x="32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2387;p53"/>
              <p:cNvSpPr/>
              <p:nvPr/>
            </p:nvSpPr>
            <p:spPr>
              <a:xfrm>
                <a:off x="1973100" y="2346225"/>
                <a:ext cx="14375" cy="9250"/>
              </a:xfrm>
              <a:custGeom>
                <a:avLst/>
                <a:gdLst/>
                <a:ahLst/>
                <a:cxnLst/>
                <a:rect l="l" t="t" r="r" b="b"/>
                <a:pathLst>
                  <a:path w="575" h="370" extrusionOk="0">
                    <a:moveTo>
                      <a:pt x="369" y="1"/>
                    </a:moveTo>
                    <a:lnTo>
                      <a:pt x="247" y="42"/>
                    </a:lnTo>
                    <a:lnTo>
                      <a:pt x="83" y="123"/>
                    </a:lnTo>
                    <a:lnTo>
                      <a:pt x="1" y="164"/>
                    </a:lnTo>
                    <a:lnTo>
                      <a:pt x="1" y="246"/>
                    </a:lnTo>
                    <a:lnTo>
                      <a:pt x="1" y="328"/>
                    </a:lnTo>
                    <a:lnTo>
                      <a:pt x="42" y="369"/>
                    </a:lnTo>
                    <a:lnTo>
                      <a:pt x="124" y="369"/>
                    </a:lnTo>
                    <a:lnTo>
                      <a:pt x="206" y="328"/>
                    </a:lnTo>
                    <a:lnTo>
                      <a:pt x="329" y="246"/>
                    </a:lnTo>
                    <a:lnTo>
                      <a:pt x="492" y="164"/>
                    </a:lnTo>
                    <a:lnTo>
                      <a:pt x="574" y="42"/>
                    </a:lnTo>
                    <a:lnTo>
                      <a:pt x="57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388;p53"/>
              <p:cNvSpPr/>
              <p:nvPr/>
            </p:nvSpPr>
            <p:spPr>
              <a:xfrm>
                <a:off x="1980275" y="2350325"/>
                <a:ext cx="10250" cy="15375"/>
              </a:xfrm>
              <a:custGeom>
                <a:avLst/>
                <a:gdLst/>
                <a:ahLst/>
                <a:cxnLst/>
                <a:rect l="l" t="t" r="r" b="b"/>
                <a:pathLst>
                  <a:path w="410" h="615" extrusionOk="0">
                    <a:moveTo>
                      <a:pt x="328" y="0"/>
                    </a:moveTo>
                    <a:lnTo>
                      <a:pt x="205" y="123"/>
                    </a:lnTo>
                    <a:lnTo>
                      <a:pt x="123" y="246"/>
                    </a:lnTo>
                    <a:lnTo>
                      <a:pt x="42" y="410"/>
                    </a:lnTo>
                    <a:lnTo>
                      <a:pt x="1" y="451"/>
                    </a:lnTo>
                    <a:lnTo>
                      <a:pt x="1" y="533"/>
                    </a:lnTo>
                    <a:lnTo>
                      <a:pt x="42" y="614"/>
                    </a:lnTo>
                    <a:lnTo>
                      <a:pt x="123" y="614"/>
                    </a:lnTo>
                    <a:lnTo>
                      <a:pt x="205" y="573"/>
                    </a:lnTo>
                    <a:lnTo>
                      <a:pt x="246" y="533"/>
                    </a:lnTo>
                    <a:lnTo>
                      <a:pt x="328" y="369"/>
                    </a:lnTo>
                    <a:lnTo>
                      <a:pt x="369" y="205"/>
                    </a:lnTo>
                    <a:lnTo>
                      <a:pt x="410" y="41"/>
                    </a:lnTo>
                    <a:lnTo>
                      <a:pt x="36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389;p53"/>
              <p:cNvSpPr/>
              <p:nvPr/>
            </p:nvSpPr>
            <p:spPr>
              <a:xfrm>
                <a:off x="1969025" y="2337025"/>
                <a:ext cx="16400" cy="7175"/>
              </a:xfrm>
              <a:custGeom>
                <a:avLst/>
                <a:gdLst/>
                <a:ahLst/>
                <a:cxnLst/>
                <a:rect l="l" t="t" r="r" b="b"/>
                <a:pathLst>
                  <a:path w="656" h="287" extrusionOk="0">
                    <a:moveTo>
                      <a:pt x="164" y="0"/>
                    </a:moveTo>
                    <a:lnTo>
                      <a:pt x="82" y="41"/>
                    </a:lnTo>
                    <a:lnTo>
                      <a:pt x="0" y="82"/>
                    </a:lnTo>
                    <a:lnTo>
                      <a:pt x="0" y="123"/>
                    </a:lnTo>
                    <a:lnTo>
                      <a:pt x="0" y="205"/>
                    </a:lnTo>
                    <a:lnTo>
                      <a:pt x="82" y="246"/>
                    </a:lnTo>
                    <a:lnTo>
                      <a:pt x="123" y="287"/>
                    </a:lnTo>
                    <a:lnTo>
                      <a:pt x="451" y="287"/>
                    </a:lnTo>
                    <a:lnTo>
                      <a:pt x="614" y="246"/>
                    </a:lnTo>
                    <a:lnTo>
                      <a:pt x="655" y="205"/>
                    </a:lnTo>
                    <a:lnTo>
                      <a:pt x="614" y="164"/>
                    </a:lnTo>
                    <a:lnTo>
                      <a:pt x="492" y="82"/>
                    </a:lnTo>
                    <a:lnTo>
                      <a:pt x="328" y="41"/>
                    </a:lnTo>
                    <a:lnTo>
                      <a:pt x="16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390;p53"/>
              <p:cNvSpPr/>
              <p:nvPr/>
            </p:nvSpPr>
            <p:spPr>
              <a:xfrm>
                <a:off x="1817550" y="2621525"/>
                <a:ext cx="142275" cy="142300"/>
              </a:xfrm>
              <a:custGeom>
                <a:avLst/>
                <a:gdLst/>
                <a:ahLst/>
                <a:cxnLst/>
                <a:rect l="l" t="t" r="r" b="b"/>
                <a:pathLst>
                  <a:path w="5691" h="5692" extrusionOk="0">
                    <a:moveTo>
                      <a:pt x="2620" y="1"/>
                    </a:moveTo>
                    <a:lnTo>
                      <a:pt x="2375" y="42"/>
                    </a:lnTo>
                    <a:lnTo>
                      <a:pt x="2088" y="83"/>
                    </a:lnTo>
                    <a:lnTo>
                      <a:pt x="1843" y="165"/>
                    </a:lnTo>
                    <a:lnTo>
                      <a:pt x="1556" y="288"/>
                    </a:lnTo>
                    <a:lnTo>
                      <a:pt x="1310" y="451"/>
                    </a:lnTo>
                    <a:lnTo>
                      <a:pt x="1106" y="615"/>
                    </a:lnTo>
                    <a:lnTo>
                      <a:pt x="860" y="779"/>
                    </a:lnTo>
                    <a:lnTo>
                      <a:pt x="655" y="983"/>
                    </a:lnTo>
                    <a:lnTo>
                      <a:pt x="492" y="1229"/>
                    </a:lnTo>
                    <a:lnTo>
                      <a:pt x="328" y="1475"/>
                    </a:lnTo>
                    <a:lnTo>
                      <a:pt x="205" y="1720"/>
                    </a:lnTo>
                    <a:lnTo>
                      <a:pt x="123" y="1966"/>
                    </a:lnTo>
                    <a:lnTo>
                      <a:pt x="41" y="2253"/>
                    </a:lnTo>
                    <a:lnTo>
                      <a:pt x="0" y="2498"/>
                    </a:lnTo>
                    <a:lnTo>
                      <a:pt x="0" y="2785"/>
                    </a:lnTo>
                    <a:lnTo>
                      <a:pt x="0" y="3071"/>
                    </a:lnTo>
                    <a:lnTo>
                      <a:pt x="0" y="3317"/>
                    </a:lnTo>
                    <a:lnTo>
                      <a:pt x="82" y="3604"/>
                    </a:lnTo>
                    <a:lnTo>
                      <a:pt x="164" y="3849"/>
                    </a:lnTo>
                    <a:lnTo>
                      <a:pt x="287" y="4095"/>
                    </a:lnTo>
                    <a:lnTo>
                      <a:pt x="410" y="4381"/>
                    </a:lnTo>
                    <a:lnTo>
                      <a:pt x="573" y="4586"/>
                    </a:lnTo>
                    <a:lnTo>
                      <a:pt x="778" y="4832"/>
                    </a:lnTo>
                    <a:lnTo>
                      <a:pt x="983" y="5036"/>
                    </a:lnTo>
                    <a:lnTo>
                      <a:pt x="1188" y="5200"/>
                    </a:lnTo>
                    <a:lnTo>
                      <a:pt x="1433" y="5364"/>
                    </a:lnTo>
                    <a:lnTo>
                      <a:pt x="1679" y="5487"/>
                    </a:lnTo>
                    <a:lnTo>
                      <a:pt x="1965" y="5569"/>
                    </a:lnTo>
                    <a:lnTo>
                      <a:pt x="2211" y="5650"/>
                    </a:lnTo>
                    <a:lnTo>
                      <a:pt x="2498" y="5691"/>
                    </a:lnTo>
                    <a:lnTo>
                      <a:pt x="3030" y="5691"/>
                    </a:lnTo>
                    <a:lnTo>
                      <a:pt x="3316" y="5650"/>
                    </a:lnTo>
                    <a:lnTo>
                      <a:pt x="3562" y="5609"/>
                    </a:lnTo>
                    <a:lnTo>
                      <a:pt x="3849" y="5528"/>
                    </a:lnTo>
                    <a:lnTo>
                      <a:pt x="4094" y="5405"/>
                    </a:lnTo>
                    <a:lnTo>
                      <a:pt x="4340" y="5282"/>
                    </a:lnTo>
                    <a:lnTo>
                      <a:pt x="4585" y="5118"/>
                    </a:lnTo>
                    <a:lnTo>
                      <a:pt x="4790" y="4914"/>
                    </a:lnTo>
                    <a:lnTo>
                      <a:pt x="4995" y="4709"/>
                    </a:lnTo>
                    <a:lnTo>
                      <a:pt x="5159" y="4504"/>
                    </a:lnTo>
                    <a:lnTo>
                      <a:pt x="5322" y="4259"/>
                    </a:lnTo>
                    <a:lnTo>
                      <a:pt x="5445" y="4013"/>
                    </a:lnTo>
                    <a:lnTo>
                      <a:pt x="5527" y="3726"/>
                    </a:lnTo>
                    <a:lnTo>
                      <a:pt x="5609" y="3481"/>
                    </a:lnTo>
                    <a:lnTo>
                      <a:pt x="5650" y="3194"/>
                    </a:lnTo>
                    <a:lnTo>
                      <a:pt x="5691" y="2948"/>
                    </a:lnTo>
                    <a:lnTo>
                      <a:pt x="5691" y="2662"/>
                    </a:lnTo>
                    <a:lnTo>
                      <a:pt x="5650" y="2375"/>
                    </a:lnTo>
                    <a:lnTo>
                      <a:pt x="5609" y="2130"/>
                    </a:lnTo>
                    <a:lnTo>
                      <a:pt x="5486" y="1843"/>
                    </a:lnTo>
                    <a:lnTo>
                      <a:pt x="5404" y="1598"/>
                    </a:lnTo>
                    <a:lnTo>
                      <a:pt x="5240" y="1352"/>
                    </a:lnTo>
                    <a:lnTo>
                      <a:pt x="5077" y="1106"/>
                    </a:lnTo>
                    <a:lnTo>
                      <a:pt x="4913" y="902"/>
                    </a:lnTo>
                    <a:lnTo>
                      <a:pt x="4708" y="697"/>
                    </a:lnTo>
                    <a:lnTo>
                      <a:pt x="4463" y="533"/>
                    </a:lnTo>
                    <a:lnTo>
                      <a:pt x="4217" y="369"/>
                    </a:lnTo>
                    <a:lnTo>
                      <a:pt x="3971" y="247"/>
                    </a:lnTo>
                    <a:lnTo>
                      <a:pt x="3726" y="124"/>
                    </a:lnTo>
                    <a:lnTo>
                      <a:pt x="3439" y="83"/>
                    </a:lnTo>
                    <a:lnTo>
                      <a:pt x="3194" y="42"/>
                    </a:lnTo>
                    <a:lnTo>
                      <a:pt x="290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391;p53"/>
              <p:cNvSpPr/>
              <p:nvPr/>
            </p:nvSpPr>
            <p:spPr>
              <a:xfrm>
                <a:off x="1827775" y="2632800"/>
                <a:ext cx="120800" cy="120775"/>
              </a:xfrm>
              <a:custGeom>
                <a:avLst/>
                <a:gdLst/>
                <a:ahLst/>
                <a:cxnLst/>
                <a:rect l="l" t="t" r="r" b="b"/>
                <a:pathLst>
                  <a:path w="4832" h="4831" extrusionOk="0">
                    <a:moveTo>
                      <a:pt x="2007" y="0"/>
                    </a:moveTo>
                    <a:lnTo>
                      <a:pt x="1556" y="123"/>
                    </a:lnTo>
                    <a:lnTo>
                      <a:pt x="1147" y="369"/>
                    </a:lnTo>
                    <a:lnTo>
                      <a:pt x="942" y="492"/>
                    </a:lnTo>
                    <a:lnTo>
                      <a:pt x="779" y="655"/>
                    </a:lnTo>
                    <a:lnTo>
                      <a:pt x="574" y="819"/>
                    </a:lnTo>
                    <a:lnTo>
                      <a:pt x="451" y="1024"/>
                    </a:lnTo>
                    <a:lnTo>
                      <a:pt x="205" y="1433"/>
                    </a:lnTo>
                    <a:lnTo>
                      <a:pt x="83" y="1883"/>
                    </a:lnTo>
                    <a:lnTo>
                      <a:pt x="1" y="2334"/>
                    </a:lnTo>
                    <a:lnTo>
                      <a:pt x="42" y="2784"/>
                    </a:lnTo>
                    <a:lnTo>
                      <a:pt x="164" y="3234"/>
                    </a:lnTo>
                    <a:lnTo>
                      <a:pt x="369" y="3685"/>
                    </a:lnTo>
                    <a:lnTo>
                      <a:pt x="492" y="3889"/>
                    </a:lnTo>
                    <a:lnTo>
                      <a:pt x="656" y="4053"/>
                    </a:lnTo>
                    <a:lnTo>
                      <a:pt x="860" y="4258"/>
                    </a:lnTo>
                    <a:lnTo>
                      <a:pt x="1024" y="4381"/>
                    </a:lnTo>
                    <a:lnTo>
                      <a:pt x="1475" y="4626"/>
                    </a:lnTo>
                    <a:lnTo>
                      <a:pt x="1884" y="4749"/>
                    </a:lnTo>
                    <a:lnTo>
                      <a:pt x="2375" y="4831"/>
                    </a:lnTo>
                    <a:lnTo>
                      <a:pt x="2825" y="4790"/>
                    </a:lnTo>
                    <a:lnTo>
                      <a:pt x="3276" y="4667"/>
                    </a:lnTo>
                    <a:lnTo>
                      <a:pt x="3685" y="4463"/>
                    </a:lnTo>
                    <a:lnTo>
                      <a:pt x="3890" y="4340"/>
                    </a:lnTo>
                    <a:lnTo>
                      <a:pt x="4095" y="4176"/>
                    </a:lnTo>
                    <a:lnTo>
                      <a:pt x="4258" y="3971"/>
                    </a:lnTo>
                    <a:lnTo>
                      <a:pt x="4422" y="3808"/>
                    </a:lnTo>
                    <a:lnTo>
                      <a:pt x="4627" y="3357"/>
                    </a:lnTo>
                    <a:lnTo>
                      <a:pt x="4791" y="2948"/>
                    </a:lnTo>
                    <a:lnTo>
                      <a:pt x="4831" y="2457"/>
                    </a:lnTo>
                    <a:lnTo>
                      <a:pt x="4791" y="2006"/>
                    </a:lnTo>
                    <a:lnTo>
                      <a:pt x="4709" y="1556"/>
                    </a:lnTo>
                    <a:lnTo>
                      <a:pt x="4463" y="1147"/>
                    </a:lnTo>
                    <a:lnTo>
                      <a:pt x="4340" y="942"/>
                    </a:lnTo>
                    <a:lnTo>
                      <a:pt x="4176" y="737"/>
                    </a:lnTo>
                    <a:lnTo>
                      <a:pt x="4013" y="573"/>
                    </a:lnTo>
                    <a:lnTo>
                      <a:pt x="3808" y="410"/>
                    </a:lnTo>
                    <a:lnTo>
                      <a:pt x="3399" y="205"/>
                    </a:lnTo>
                    <a:lnTo>
                      <a:pt x="2948" y="41"/>
                    </a:lnTo>
                    <a:lnTo>
                      <a:pt x="249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392;p53"/>
              <p:cNvSpPr/>
              <p:nvPr/>
            </p:nvSpPr>
            <p:spPr>
              <a:xfrm>
                <a:off x="1842100" y="2650200"/>
                <a:ext cx="38925" cy="83950"/>
              </a:xfrm>
              <a:custGeom>
                <a:avLst/>
                <a:gdLst/>
                <a:ahLst/>
                <a:cxnLst/>
                <a:rect l="l" t="t" r="r" b="b"/>
                <a:pathLst>
                  <a:path w="1557" h="3358" extrusionOk="0">
                    <a:moveTo>
                      <a:pt x="1106" y="0"/>
                    </a:moveTo>
                    <a:lnTo>
                      <a:pt x="1024" y="41"/>
                    </a:lnTo>
                    <a:lnTo>
                      <a:pt x="779" y="164"/>
                    </a:lnTo>
                    <a:lnTo>
                      <a:pt x="615" y="328"/>
                    </a:lnTo>
                    <a:lnTo>
                      <a:pt x="410" y="491"/>
                    </a:lnTo>
                    <a:lnTo>
                      <a:pt x="287" y="696"/>
                    </a:lnTo>
                    <a:lnTo>
                      <a:pt x="165" y="901"/>
                    </a:lnTo>
                    <a:lnTo>
                      <a:pt x="83" y="1146"/>
                    </a:lnTo>
                    <a:lnTo>
                      <a:pt x="1" y="1392"/>
                    </a:lnTo>
                    <a:lnTo>
                      <a:pt x="1" y="1679"/>
                    </a:lnTo>
                    <a:lnTo>
                      <a:pt x="1" y="1924"/>
                    </a:lnTo>
                    <a:lnTo>
                      <a:pt x="42" y="2170"/>
                    </a:lnTo>
                    <a:lnTo>
                      <a:pt x="124" y="2416"/>
                    </a:lnTo>
                    <a:lnTo>
                      <a:pt x="247" y="2620"/>
                    </a:lnTo>
                    <a:lnTo>
                      <a:pt x="369" y="2825"/>
                    </a:lnTo>
                    <a:lnTo>
                      <a:pt x="533" y="3030"/>
                    </a:lnTo>
                    <a:lnTo>
                      <a:pt x="697" y="3193"/>
                    </a:lnTo>
                    <a:lnTo>
                      <a:pt x="902" y="3316"/>
                    </a:lnTo>
                    <a:lnTo>
                      <a:pt x="1024" y="3357"/>
                    </a:lnTo>
                    <a:lnTo>
                      <a:pt x="1106" y="3357"/>
                    </a:lnTo>
                    <a:lnTo>
                      <a:pt x="1270" y="3316"/>
                    </a:lnTo>
                    <a:lnTo>
                      <a:pt x="1434" y="3193"/>
                    </a:lnTo>
                    <a:lnTo>
                      <a:pt x="1475" y="3112"/>
                    </a:lnTo>
                    <a:lnTo>
                      <a:pt x="1475" y="3030"/>
                    </a:lnTo>
                    <a:lnTo>
                      <a:pt x="1557" y="369"/>
                    </a:lnTo>
                    <a:lnTo>
                      <a:pt x="1557" y="287"/>
                    </a:lnTo>
                    <a:lnTo>
                      <a:pt x="1516" y="205"/>
                    </a:lnTo>
                    <a:lnTo>
                      <a:pt x="1393" y="82"/>
                    </a:lnTo>
                    <a:lnTo>
                      <a:pt x="118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393;p53"/>
              <p:cNvSpPr/>
              <p:nvPr/>
            </p:nvSpPr>
            <p:spPr>
              <a:xfrm>
                <a:off x="1896350" y="2651225"/>
                <a:ext cx="38925" cy="83950"/>
              </a:xfrm>
              <a:custGeom>
                <a:avLst/>
                <a:gdLst/>
                <a:ahLst/>
                <a:cxnLst/>
                <a:rect l="l" t="t" r="r" b="b"/>
                <a:pathLst>
                  <a:path w="1557" h="3358" extrusionOk="0">
                    <a:moveTo>
                      <a:pt x="410" y="0"/>
                    </a:moveTo>
                    <a:lnTo>
                      <a:pt x="246" y="41"/>
                    </a:lnTo>
                    <a:lnTo>
                      <a:pt x="123" y="164"/>
                    </a:lnTo>
                    <a:lnTo>
                      <a:pt x="82" y="246"/>
                    </a:lnTo>
                    <a:lnTo>
                      <a:pt x="42" y="369"/>
                    </a:lnTo>
                    <a:lnTo>
                      <a:pt x="1" y="2989"/>
                    </a:lnTo>
                    <a:lnTo>
                      <a:pt x="1" y="3071"/>
                    </a:lnTo>
                    <a:lnTo>
                      <a:pt x="42" y="3193"/>
                    </a:lnTo>
                    <a:lnTo>
                      <a:pt x="164" y="3316"/>
                    </a:lnTo>
                    <a:lnTo>
                      <a:pt x="328" y="3357"/>
                    </a:lnTo>
                    <a:lnTo>
                      <a:pt x="410" y="3357"/>
                    </a:lnTo>
                    <a:lnTo>
                      <a:pt x="533" y="3316"/>
                    </a:lnTo>
                    <a:lnTo>
                      <a:pt x="738" y="3193"/>
                    </a:lnTo>
                    <a:lnTo>
                      <a:pt x="942" y="3071"/>
                    </a:lnTo>
                    <a:lnTo>
                      <a:pt x="1106" y="2866"/>
                    </a:lnTo>
                    <a:lnTo>
                      <a:pt x="1270" y="2661"/>
                    </a:lnTo>
                    <a:lnTo>
                      <a:pt x="1352" y="2456"/>
                    </a:lnTo>
                    <a:lnTo>
                      <a:pt x="1474" y="2211"/>
                    </a:lnTo>
                    <a:lnTo>
                      <a:pt x="1515" y="1965"/>
                    </a:lnTo>
                    <a:lnTo>
                      <a:pt x="1556" y="1720"/>
                    </a:lnTo>
                    <a:lnTo>
                      <a:pt x="1515" y="1474"/>
                    </a:lnTo>
                    <a:lnTo>
                      <a:pt x="1474" y="1187"/>
                    </a:lnTo>
                    <a:lnTo>
                      <a:pt x="1393" y="983"/>
                    </a:lnTo>
                    <a:lnTo>
                      <a:pt x="1311" y="737"/>
                    </a:lnTo>
                    <a:lnTo>
                      <a:pt x="1147" y="532"/>
                    </a:lnTo>
                    <a:lnTo>
                      <a:pt x="983" y="369"/>
                    </a:lnTo>
                    <a:lnTo>
                      <a:pt x="819" y="205"/>
                    </a:lnTo>
                    <a:lnTo>
                      <a:pt x="615" y="41"/>
                    </a:lnTo>
                    <a:lnTo>
                      <a:pt x="53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394;p53"/>
              <p:cNvSpPr/>
              <p:nvPr/>
            </p:nvSpPr>
            <p:spPr>
              <a:xfrm>
                <a:off x="1902500" y="2689075"/>
                <a:ext cx="13325" cy="5150"/>
              </a:xfrm>
              <a:custGeom>
                <a:avLst/>
                <a:gdLst/>
                <a:ahLst/>
                <a:cxnLst/>
                <a:rect l="l" t="t" r="r" b="b"/>
                <a:pathLst>
                  <a:path w="533" h="206" extrusionOk="0">
                    <a:moveTo>
                      <a:pt x="123" y="1"/>
                    </a:moveTo>
                    <a:lnTo>
                      <a:pt x="0" y="83"/>
                    </a:lnTo>
                    <a:lnTo>
                      <a:pt x="0" y="124"/>
                    </a:lnTo>
                    <a:lnTo>
                      <a:pt x="123" y="206"/>
                    </a:lnTo>
                    <a:lnTo>
                      <a:pt x="451" y="206"/>
                    </a:lnTo>
                    <a:lnTo>
                      <a:pt x="532" y="165"/>
                    </a:lnTo>
                    <a:lnTo>
                      <a:pt x="532" y="124"/>
                    </a:lnTo>
                    <a:lnTo>
                      <a:pt x="532" y="83"/>
                    </a:lnTo>
                    <a:lnTo>
                      <a:pt x="492" y="42"/>
                    </a:lnTo>
                    <a:lnTo>
                      <a:pt x="41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395;p53"/>
              <p:cNvSpPr/>
              <p:nvPr/>
            </p:nvSpPr>
            <p:spPr>
              <a:xfrm>
                <a:off x="1902500" y="2695225"/>
                <a:ext cx="11275" cy="9225"/>
              </a:xfrm>
              <a:custGeom>
                <a:avLst/>
                <a:gdLst/>
                <a:ahLst/>
                <a:cxnLst/>
                <a:rect l="l" t="t" r="r" b="b"/>
                <a:pathLst>
                  <a:path w="451" h="369" extrusionOk="0">
                    <a:moveTo>
                      <a:pt x="0" y="0"/>
                    </a:moveTo>
                    <a:lnTo>
                      <a:pt x="0" y="41"/>
                    </a:lnTo>
                    <a:lnTo>
                      <a:pt x="41" y="164"/>
                    </a:lnTo>
                    <a:lnTo>
                      <a:pt x="164" y="287"/>
                    </a:lnTo>
                    <a:lnTo>
                      <a:pt x="287" y="369"/>
                    </a:lnTo>
                    <a:lnTo>
                      <a:pt x="451" y="369"/>
                    </a:lnTo>
                    <a:lnTo>
                      <a:pt x="451" y="287"/>
                    </a:lnTo>
                    <a:lnTo>
                      <a:pt x="451" y="246"/>
                    </a:lnTo>
                    <a:lnTo>
                      <a:pt x="410" y="164"/>
                    </a:lnTo>
                    <a:lnTo>
                      <a:pt x="287" y="82"/>
                    </a:lnTo>
                    <a:lnTo>
                      <a:pt x="164" y="41"/>
                    </a:lnTo>
                    <a:lnTo>
                      <a:pt x="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396;p53"/>
              <p:cNvSpPr/>
              <p:nvPr/>
            </p:nvSpPr>
            <p:spPr>
              <a:xfrm>
                <a:off x="1902500" y="2678850"/>
                <a:ext cx="12300" cy="9225"/>
              </a:xfrm>
              <a:custGeom>
                <a:avLst/>
                <a:gdLst/>
                <a:ahLst/>
                <a:cxnLst/>
                <a:rect l="l" t="t" r="r" b="b"/>
                <a:pathLst>
                  <a:path w="492" h="369" extrusionOk="0">
                    <a:moveTo>
                      <a:pt x="369" y="0"/>
                    </a:moveTo>
                    <a:lnTo>
                      <a:pt x="287" y="41"/>
                    </a:lnTo>
                    <a:lnTo>
                      <a:pt x="164" y="123"/>
                    </a:lnTo>
                    <a:lnTo>
                      <a:pt x="82" y="205"/>
                    </a:lnTo>
                    <a:lnTo>
                      <a:pt x="0" y="328"/>
                    </a:lnTo>
                    <a:lnTo>
                      <a:pt x="41" y="369"/>
                    </a:lnTo>
                    <a:lnTo>
                      <a:pt x="164" y="328"/>
                    </a:lnTo>
                    <a:lnTo>
                      <a:pt x="287" y="287"/>
                    </a:lnTo>
                    <a:lnTo>
                      <a:pt x="410" y="205"/>
                    </a:lnTo>
                    <a:lnTo>
                      <a:pt x="451" y="164"/>
                    </a:lnTo>
                    <a:lnTo>
                      <a:pt x="492" y="82"/>
                    </a:lnTo>
                    <a:lnTo>
                      <a:pt x="492" y="41"/>
                    </a:lnTo>
                    <a:lnTo>
                      <a:pt x="45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397;p53"/>
              <p:cNvSpPr/>
              <p:nvPr/>
            </p:nvSpPr>
            <p:spPr>
              <a:xfrm>
                <a:off x="1860525" y="2688050"/>
                <a:ext cx="14350" cy="5150"/>
              </a:xfrm>
              <a:custGeom>
                <a:avLst/>
                <a:gdLst/>
                <a:ahLst/>
                <a:cxnLst/>
                <a:rect l="l" t="t" r="r" b="b"/>
                <a:pathLst>
                  <a:path w="574" h="206" extrusionOk="0">
                    <a:moveTo>
                      <a:pt x="83" y="1"/>
                    </a:moveTo>
                    <a:lnTo>
                      <a:pt x="42" y="42"/>
                    </a:lnTo>
                    <a:lnTo>
                      <a:pt x="1" y="83"/>
                    </a:lnTo>
                    <a:lnTo>
                      <a:pt x="42" y="165"/>
                    </a:lnTo>
                    <a:lnTo>
                      <a:pt x="83" y="206"/>
                    </a:lnTo>
                    <a:lnTo>
                      <a:pt x="451" y="206"/>
                    </a:lnTo>
                    <a:lnTo>
                      <a:pt x="533" y="165"/>
                    </a:lnTo>
                    <a:lnTo>
                      <a:pt x="574" y="124"/>
                    </a:lnTo>
                    <a:lnTo>
                      <a:pt x="533" y="83"/>
                    </a:lnTo>
                    <a:lnTo>
                      <a:pt x="410" y="42"/>
                    </a:lnTo>
                    <a:lnTo>
                      <a:pt x="28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398;p53"/>
              <p:cNvSpPr/>
              <p:nvPr/>
            </p:nvSpPr>
            <p:spPr>
              <a:xfrm>
                <a:off x="1862575" y="2695225"/>
                <a:ext cx="12300" cy="8200"/>
              </a:xfrm>
              <a:custGeom>
                <a:avLst/>
                <a:gdLst/>
                <a:ahLst/>
                <a:cxnLst/>
                <a:rect l="l" t="t" r="r" b="b"/>
                <a:pathLst>
                  <a:path w="492" h="328" extrusionOk="0">
                    <a:moveTo>
                      <a:pt x="287" y="0"/>
                    </a:moveTo>
                    <a:lnTo>
                      <a:pt x="164" y="41"/>
                    </a:lnTo>
                    <a:lnTo>
                      <a:pt x="42" y="123"/>
                    </a:lnTo>
                    <a:lnTo>
                      <a:pt x="1" y="164"/>
                    </a:lnTo>
                    <a:lnTo>
                      <a:pt x="1" y="246"/>
                    </a:lnTo>
                    <a:lnTo>
                      <a:pt x="1" y="287"/>
                    </a:lnTo>
                    <a:lnTo>
                      <a:pt x="42" y="328"/>
                    </a:lnTo>
                    <a:lnTo>
                      <a:pt x="164" y="328"/>
                    </a:lnTo>
                    <a:lnTo>
                      <a:pt x="287" y="246"/>
                    </a:lnTo>
                    <a:lnTo>
                      <a:pt x="410" y="123"/>
                    </a:lnTo>
                    <a:lnTo>
                      <a:pt x="492" y="41"/>
                    </a:lnTo>
                    <a:lnTo>
                      <a:pt x="49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399;p53"/>
              <p:cNvSpPr/>
              <p:nvPr/>
            </p:nvSpPr>
            <p:spPr>
              <a:xfrm>
                <a:off x="1862575" y="2677825"/>
                <a:ext cx="12300" cy="9225"/>
              </a:xfrm>
              <a:custGeom>
                <a:avLst/>
                <a:gdLst/>
                <a:ahLst/>
                <a:cxnLst/>
                <a:rect l="l" t="t" r="r" b="b"/>
                <a:pathLst>
                  <a:path w="492" h="369" extrusionOk="0">
                    <a:moveTo>
                      <a:pt x="83" y="1"/>
                    </a:moveTo>
                    <a:lnTo>
                      <a:pt x="1" y="41"/>
                    </a:lnTo>
                    <a:lnTo>
                      <a:pt x="1" y="82"/>
                    </a:lnTo>
                    <a:lnTo>
                      <a:pt x="42" y="164"/>
                    </a:lnTo>
                    <a:lnTo>
                      <a:pt x="83" y="205"/>
                    </a:lnTo>
                    <a:lnTo>
                      <a:pt x="205" y="287"/>
                    </a:lnTo>
                    <a:lnTo>
                      <a:pt x="328" y="328"/>
                    </a:lnTo>
                    <a:lnTo>
                      <a:pt x="451" y="369"/>
                    </a:lnTo>
                    <a:lnTo>
                      <a:pt x="492" y="369"/>
                    </a:lnTo>
                    <a:lnTo>
                      <a:pt x="492" y="328"/>
                    </a:lnTo>
                    <a:lnTo>
                      <a:pt x="410" y="205"/>
                    </a:lnTo>
                    <a:lnTo>
                      <a:pt x="328" y="123"/>
                    </a:lnTo>
                    <a:lnTo>
                      <a:pt x="205" y="41"/>
                    </a:lnTo>
                    <a:lnTo>
                      <a:pt x="12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400;p53"/>
              <p:cNvSpPr/>
              <p:nvPr/>
            </p:nvSpPr>
            <p:spPr>
              <a:xfrm>
                <a:off x="1373375" y="2319625"/>
                <a:ext cx="151475" cy="151500"/>
              </a:xfrm>
              <a:custGeom>
                <a:avLst/>
                <a:gdLst/>
                <a:ahLst/>
                <a:cxnLst/>
                <a:rect l="l" t="t" r="r" b="b"/>
                <a:pathLst>
                  <a:path w="6059" h="6060" extrusionOk="0">
                    <a:moveTo>
                      <a:pt x="2743" y="0"/>
                    </a:moveTo>
                    <a:lnTo>
                      <a:pt x="2456" y="41"/>
                    </a:lnTo>
                    <a:lnTo>
                      <a:pt x="2170" y="123"/>
                    </a:lnTo>
                    <a:lnTo>
                      <a:pt x="1883" y="246"/>
                    </a:lnTo>
                    <a:lnTo>
                      <a:pt x="1597" y="369"/>
                    </a:lnTo>
                    <a:lnTo>
                      <a:pt x="1351" y="491"/>
                    </a:lnTo>
                    <a:lnTo>
                      <a:pt x="1146" y="655"/>
                    </a:lnTo>
                    <a:lnTo>
                      <a:pt x="901" y="860"/>
                    </a:lnTo>
                    <a:lnTo>
                      <a:pt x="696" y="1065"/>
                    </a:lnTo>
                    <a:lnTo>
                      <a:pt x="532" y="1310"/>
                    </a:lnTo>
                    <a:lnTo>
                      <a:pt x="369" y="1556"/>
                    </a:lnTo>
                    <a:lnTo>
                      <a:pt x="246" y="1842"/>
                    </a:lnTo>
                    <a:lnTo>
                      <a:pt x="123" y="2129"/>
                    </a:lnTo>
                    <a:lnTo>
                      <a:pt x="82" y="2416"/>
                    </a:lnTo>
                    <a:lnTo>
                      <a:pt x="0" y="2702"/>
                    </a:lnTo>
                    <a:lnTo>
                      <a:pt x="0" y="3030"/>
                    </a:lnTo>
                    <a:lnTo>
                      <a:pt x="0" y="3316"/>
                    </a:lnTo>
                    <a:lnTo>
                      <a:pt x="41" y="3644"/>
                    </a:lnTo>
                    <a:lnTo>
                      <a:pt x="123" y="3930"/>
                    </a:lnTo>
                    <a:lnTo>
                      <a:pt x="205" y="4176"/>
                    </a:lnTo>
                    <a:lnTo>
                      <a:pt x="369" y="4462"/>
                    </a:lnTo>
                    <a:lnTo>
                      <a:pt x="491" y="4708"/>
                    </a:lnTo>
                    <a:lnTo>
                      <a:pt x="655" y="4954"/>
                    </a:lnTo>
                    <a:lnTo>
                      <a:pt x="860" y="5158"/>
                    </a:lnTo>
                    <a:lnTo>
                      <a:pt x="1064" y="5363"/>
                    </a:lnTo>
                    <a:lnTo>
                      <a:pt x="1310" y="5527"/>
                    </a:lnTo>
                    <a:lnTo>
                      <a:pt x="1556" y="5691"/>
                    </a:lnTo>
                    <a:lnTo>
                      <a:pt x="1842" y="5813"/>
                    </a:lnTo>
                    <a:lnTo>
                      <a:pt x="2088" y="5936"/>
                    </a:lnTo>
                    <a:lnTo>
                      <a:pt x="2415" y="6018"/>
                    </a:lnTo>
                    <a:lnTo>
                      <a:pt x="2702" y="6059"/>
                    </a:lnTo>
                    <a:lnTo>
                      <a:pt x="3316" y="6059"/>
                    </a:lnTo>
                    <a:lnTo>
                      <a:pt x="3603" y="6018"/>
                    </a:lnTo>
                    <a:lnTo>
                      <a:pt x="3930" y="5936"/>
                    </a:lnTo>
                    <a:lnTo>
                      <a:pt x="4176" y="5854"/>
                    </a:lnTo>
                    <a:lnTo>
                      <a:pt x="4462" y="5732"/>
                    </a:lnTo>
                    <a:lnTo>
                      <a:pt x="4708" y="5568"/>
                    </a:lnTo>
                    <a:lnTo>
                      <a:pt x="4954" y="5404"/>
                    </a:lnTo>
                    <a:lnTo>
                      <a:pt x="5158" y="5199"/>
                    </a:lnTo>
                    <a:lnTo>
                      <a:pt x="5363" y="4995"/>
                    </a:lnTo>
                    <a:lnTo>
                      <a:pt x="5527" y="4749"/>
                    </a:lnTo>
                    <a:lnTo>
                      <a:pt x="5691" y="4503"/>
                    </a:lnTo>
                    <a:lnTo>
                      <a:pt x="5813" y="4258"/>
                    </a:lnTo>
                    <a:lnTo>
                      <a:pt x="5936" y="3971"/>
                    </a:lnTo>
                    <a:lnTo>
                      <a:pt x="6018" y="3685"/>
                    </a:lnTo>
                    <a:lnTo>
                      <a:pt x="6059" y="3357"/>
                    </a:lnTo>
                    <a:lnTo>
                      <a:pt x="6059" y="3071"/>
                    </a:lnTo>
                    <a:lnTo>
                      <a:pt x="6059" y="2743"/>
                    </a:lnTo>
                    <a:lnTo>
                      <a:pt x="6018" y="2456"/>
                    </a:lnTo>
                    <a:lnTo>
                      <a:pt x="5936" y="2170"/>
                    </a:lnTo>
                    <a:lnTo>
                      <a:pt x="5854" y="1883"/>
                    </a:lnTo>
                    <a:lnTo>
                      <a:pt x="5731" y="1638"/>
                    </a:lnTo>
                    <a:lnTo>
                      <a:pt x="5568" y="1351"/>
                    </a:lnTo>
                    <a:lnTo>
                      <a:pt x="5404" y="1146"/>
                    </a:lnTo>
                    <a:lnTo>
                      <a:pt x="5199" y="901"/>
                    </a:lnTo>
                    <a:lnTo>
                      <a:pt x="4995" y="696"/>
                    </a:lnTo>
                    <a:lnTo>
                      <a:pt x="4749" y="532"/>
                    </a:lnTo>
                    <a:lnTo>
                      <a:pt x="4503" y="369"/>
                    </a:lnTo>
                    <a:lnTo>
                      <a:pt x="4258" y="246"/>
                    </a:lnTo>
                    <a:lnTo>
                      <a:pt x="3971" y="164"/>
                    </a:lnTo>
                    <a:lnTo>
                      <a:pt x="3685" y="82"/>
                    </a:lnTo>
                    <a:lnTo>
                      <a:pt x="335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401;p53"/>
              <p:cNvSpPr/>
              <p:nvPr/>
            </p:nvSpPr>
            <p:spPr>
              <a:xfrm>
                <a:off x="1384625" y="2330875"/>
                <a:ext cx="128975" cy="128975"/>
              </a:xfrm>
              <a:custGeom>
                <a:avLst/>
                <a:gdLst/>
                <a:ahLst/>
                <a:cxnLst/>
                <a:rect l="l" t="t" r="r" b="b"/>
                <a:pathLst>
                  <a:path w="5159" h="5159" extrusionOk="0">
                    <a:moveTo>
                      <a:pt x="2580" y="1"/>
                    </a:moveTo>
                    <a:lnTo>
                      <a:pt x="2334" y="41"/>
                    </a:lnTo>
                    <a:lnTo>
                      <a:pt x="2088" y="41"/>
                    </a:lnTo>
                    <a:lnTo>
                      <a:pt x="1843" y="123"/>
                    </a:lnTo>
                    <a:lnTo>
                      <a:pt x="1392" y="328"/>
                    </a:lnTo>
                    <a:lnTo>
                      <a:pt x="983" y="574"/>
                    </a:lnTo>
                    <a:lnTo>
                      <a:pt x="614" y="942"/>
                    </a:lnTo>
                    <a:lnTo>
                      <a:pt x="328" y="1351"/>
                    </a:lnTo>
                    <a:lnTo>
                      <a:pt x="205" y="1556"/>
                    </a:lnTo>
                    <a:lnTo>
                      <a:pt x="123" y="1802"/>
                    </a:lnTo>
                    <a:lnTo>
                      <a:pt x="82" y="2047"/>
                    </a:lnTo>
                    <a:lnTo>
                      <a:pt x="41" y="2293"/>
                    </a:lnTo>
                    <a:lnTo>
                      <a:pt x="0" y="2580"/>
                    </a:lnTo>
                    <a:lnTo>
                      <a:pt x="41" y="2825"/>
                    </a:lnTo>
                    <a:lnTo>
                      <a:pt x="41" y="3071"/>
                    </a:lnTo>
                    <a:lnTo>
                      <a:pt x="123" y="3317"/>
                    </a:lnTo>
                    <a:lnTo>
                      <a:pt x="328" y="3808"/>
                    </a:lnTo>
                    <a:lnTo>
                      <a:pt x="574" y="4217"/>
                    </a:lnTo>
                    <a:lnTo>
                      <a:pt x="942" y="4545"/>
                    </a:lnTo>
                    <a:lnTo>
                      <a:pt x="1351" y="4831"/>
                    </a:lnTo>
                    <a:lnTo>
                      <a:pt x="1556" y="4954"/>
                    </a:lnTo>
                    <a:lnTo>
                      <a:pt x="1802" y="5036"/>
                    </a:lnTo>
                    <a:lnTo>
                      <a:pt x="2047" y="5118"/>
                    </a:lnTo>
                    <a:lnTo>
                      <a:pt x="2293" y="5159"/>
                    </a:lnTo>
                    <a:lnTo>
                      <a:pt x="2825" y="5159"/>
                    </a:lnTo>
                    <a:lnTo>
                      <a:pt x="3071" y="5118"/>
                    </a:lnTo>
                    <a:lnTo>
                      <a:pt x="3316" y="5036"/>
                    </a:lnTo>
                    <a:lnTo>
                      <a:pt x="3767" y="4872"/>
                    </a:lnTo>
                    <a:lnTo>
                      <a:pt x="4217" y="4586"/>
                    </a:lnTo>
                    <a:lnTo>
                      <a:pt x="4545" y="4258"/>
                    </a:lnTo>
                    <a:lnTo>
                      <a:pt x="4831" y="3849"/>
                    </a:lnTo>
                    <a:lnTo>
                      <a:pt x="4954" y="3603"/>
                    </a:lnTo>
                    <a:lnTo>
                      <a:pt x="5036" y="3357"/>
                    </a:lnTo>
                    <a:lnTo>
                      <a:pt x="5118" y="3112"/>
                    </a:lnTo>
                    <a:lnTo>
                      <a:pt x="5159" y="2866"/>
                    </a:lnTo>
                    <a:lnTo>
                      <a:pt x="5159" y="2580"/>
                    </a:lnTo>
                    <a:lnTo>
                      <a:pt x="5159" y="2334"/>
                    </a:lnTo>
                    <a:lnTo>
                      <a:pt x="5118" y="2088"/>
                    </a:lnTo>
                    <a:lnTo>
                      <a:pt x="5036" y="1843"/>
                    </a:lnTo>
                    <a:lnTo>
                      <a:pt x="4872" y="1392"/>
                    </a:lnTo>
                    <a:lnTo>
                      <a:pt x="4586" y="983"/>
                    </a:lnTo>
                    <a:lnTo>
                      <a:pt x="4258" y="615"/>
                    </a:lnTo>
                    <a:lnTo>
                      <a:pt x="3849" y="328"/>
                    </a:lnTo>
                    <a:lnTo>
                      <a:pt x="3603" y="205"/>
                    </a:lnTo>
                    <a:lnTo>
                      <a:pt x="3357" y="123"/>
                    </a:lnTo>
                    <a:lnTo>
                      <a:pt x="3112" y="82"/>
                    </a:lnTo>
                    <a:lnTo>
                      <a:pt x="2866" y="41"/>
                    </a:lnTo>
                    <a:lnTo>
                      <a:pt x="258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402;p53"/>
              <p:cNvSpPr/>
              <p:nvPr/>
            </p:nvSpPr>
            <p:spPr>
              <a:xfrm>
                <a:off x="1399975" y="2346225"/>
                <a:ext cx="74725" cy="66550"/>
              </a:xfrm>
              <a:custGeom>
                <a:avLst/>
                <a:gdLst/>
                <a:ahLst/>
                <a:cxnLst/>
                <a:rect l="l" t="t" r="r" b="b"/>
                <a:pathLst>
                  <a:path w="2989" h="2662" extrusionOk="0">
                    <a:moveTo>
                      <a:pt x="1720" y="1"/>
                    </a:moveTo>
                    <a:lnTo>
                      <a:pt x="1433" y="42"/>
                    </a:lnTo>
                    <a:lnTo>
                      <a:pt x="1188" y="164"/>
                    </a:lnTo>
                    <a:lnTo>
                      <a:pt x="942" y="287"/>
                    </a:lnTo>
                    <a:lnTo>
                      <a:pt x="737" y="410"/>
                    </a:lnTo>
                    <a:lnTo>
                      <a:pt x="533" y="615"/>
                    </a:lnTo>
                    <a:lnTo>
                      <a:pt x="369" y="819"/>
                    </a:lnTo>
                    <a:lnTo>
                      <a:pt x="205" y="1065"/>
                    </a:lnTo>
                    <a:lnTo>
                      <a:pt x="123" y="1311"/>
                    </a:lnTo>
                    <a:lnTo>
                      <a:pt x="41" y="1556"/>
                    </a:lnTo>
                    <a:lnTo>
                      <a:pt x="0" y="1802"/>
                    </a:lnTo>
                    <a:lnTo>
                      <a:pt x="0" y="2088"/>
                    </a:lnTo>
                    <a:lnTo>
                      <a:pt x="0" y="2334"/>
                    </a:lnTo>
                    <a:lnTo>
                      <a:pt x="41" y="2416"/>
                    </a:lnTo>
                    <a:lnTo>
                      <a:pt x="123" y="2539"/>
                    </a:lnTo>
                    <a:lnTo>
                      <a:pt x="164" y="2580"/>
                    </a:lnTo>
                    <a:lnTo>
                      <a:pt x="287" y="2621"/>
                    </a:lnTo>
                    <a:lnTo>
                      <a:pt x="369" y="2662"/>
                    </a:lnTo>
                    <a:lnTo>
                      <a:pt x="451" y="2662"/>
                    </a:lnTo>
                    <a:lnTo>
                      <a:pt x="574" y="2621"/>
                    </a:lnTo>
                    <a:lnTo>
                      <a:pt x="656" y="2580"/>
                    </a:lnTo>
                    <a:lnTo>
                      <a:pt x="2825" y="819"/>
                    </a:lnTo>
                    <a:lnTo>
                      <a:pt x="2907" y="737"/>
                    </a:lnTo>
                    <a:lnTo>
                      <a:pt x="2948" y="656"/>
                    </a:lnTo>
                    <a:lnTo>
                      <a:pt x="2989" y="533"/>
                    </a:lnTo>
                    <a:lnTo>
                      <a:pt x="2989" y="451"/>
                    </a:lnTo>
                    <a:lnTo>
                      <a:pt x="2948" y="369"/>
                    </a:lnTo>
                    <a:lnTo>
                      <a:pt x="2907" y="287"/>
                    </a:lnTo>
                    <a:lnTo>
                      <a:pt x="2825" y="205"/>
                    </a:lnTo>
                    <a:lnTo>
                      <a:pt x="2743" y="123"/>
                    </a:lnTo>
                    <a:lnTo>
                      <a:pt x="2498" y="42"/>
                    </a:lnTo>
                    <a:lnTo>
                      <a:pt x="225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403;p53"/>
              <p:cNvSpPr/>
              <p:nvPr/>
            </p:nvSpPr>
            <p:spPr>
              <a:xfrm>
                <a:off x="1423525" y="2378975"/>
                <a:ext cx="75750" cy="66550"/>
              </a:xfrm>
              <a:custGeom>
                <a:avLst/>
                <a:gdLst/>
                <a:ahLst/>
                <a:cxnLst/>
                <a:rect l="l" t="t" r="r" b="b"/>
                <a:pathLst>
                  <a:path w="3030" h="2662" extrusionOk="0">
                    <a:moveTo>
                      <a:pt x="2415" y="1"/>
                    </a:moveTo>
                    <a:lnTo>
                      <a:pt x="2334" y="82"/>
                    </a:lnTo>
                    <a:lnTo>
                      <a:pt x="164" y="1802"/>
                    </a:lnTo>
                    <a:lnTo>
                      <a:pt x="82" y="1884"/>
                    </a:lnTo>
                    <a:lnTo>
                      <a:pt x="41" y="2007"/>
                    </a:lnTo>
                    <a:lnTo>
                      <a:pt x="0" y="2088"/>
                    </a:lnTo>
                    <a:lnTo>
                      <a:pt x="41" y="2170"/>
                    </a:lnTo>
                    <a:lnTo>
                      <a:pt x="41" y="2293"/>
                    </a:lnTo>
                    <a:lnTo>
                      <a:pt x="82" y="2375"/>
                    </a:lnTo>
                    <a:lnTo>
                      <a:pt x="164" y="2457"/>
                    </a:lnTo>
                    <a:lnTo>
                      <a:pt x="246" y="2498"/>
                    </a:lnTo>
                    <a:lnTo>
                      <a:pt x="491" y="2580"/>
                    </a:lnTo>
                    <a:lnTo>
                      <a:pt x="778" y="2621"/>
                    </a:lnTo>
                    <a:lnTo>
                      <a:pt x="1024" y="2662"/>
                    </a:lnTo>
                    <a:lnTo>
                      <a:pt x="1310" y="2621"/>
                    </a:lnTo>
                    <a:lnTo>
                      <a:pt x="1556" y="2580"/>
                    </a:lnTo>
                    <a:lnTo>
                      <a:pt x="1801" y="2498"/>
                    </a:lnTo>
                    <a:lnTo>
                      <a:pt x="2047" y="2375"/>
                    </a:lnTo>
                    <a:lnTo>
                      <a:pt x="2293" y="2211"/>
                    </a:lnTo>
                    <a:lnTo>
                      <a:pt x="2497" y="2007"/>
                    </a:lnTo>
                    <a:lnTo>
                      <a:pt x="2661" y="1802"/>
                    </a:lnTo>
                    <a:lnTo>
                      <a:pt x="2784" y="1597"/>
                    </a:lnTo>
                    <a:lnTo>
                      <a:pt x="2907" y="1352"/>
                    </a:lnTo>
                    <a:lnTo>
                      <a:pt x="2948" y="1106"/>
                    </a:lnTo>
                    <a:lnTo>
                      <a:pt x="2989" y="819"/>
                    </a:lnTo>
                    <a:lnTo>
                      <a:pt x="3030" y="574"/>
                    </a:lnTo>
                    <a:lnTo>
                      <a:pt x="2989" y="287"/>
                    </a:lnTo>
                    <a:lnTo>
                      <a:pt x="2948" y="205"/>
                    </a:lnTo>
                    <a:lnTo>
                      <a:pt x="2907" y="123"/>
                    </a:lnTo>
                    <a:lnTo>
                      <a:pt x="2825" y="42"/>
                    </a:lnTo>
                    <a:lnTo>
                      <a:pt x="274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404;p53"/>
              <p:cNvSpPr/>
              <p:nvPr/>
            </p:nvSpPr>
            <p:spPr>
              <a:xfrm>
                <a:off x="1459325" y="2405575"/>
                <a:ext cx="10275" cy="12325"/>
              </a:xfrm>
              <a:custGeom>
                <a:avLst/>
                <a:gdLst/>
                <a:ahLst/>
                <a:cxnLst/>
                <a:rect l="l" t="t" r="r" b="b"/>
                <a:pathLst>
                  <a:path w="411" h="493" extrusionOk="0">
                    <a:moveTo>
                      <a:pt x="1" y="1"/>
                    </a:moveTo>
                    <a:lnTo>
                      <a:pt x="1" y="42"/>
                    </a:lnTo>
                    <a:lnTo>
                      <a:pt x="42" y="165"/>
                    </a:lnTo>
                    <a:lnTo>
                      <a:pt x="124" y="329"/>
                    </a:lnTo>
                    <a:lnTo>
                      <a:pt x="206" y="451"/>
                    </a:lnTo>
                    <a:lnTo>
                      <a:pt x="247" y="492"/>
                    </a:lnTo>
                    <a:lnTo>
                      <a:pt x="410" y="492"/>
                    </a:lnTo>
                    <a:lnTo>
                      <a:pt x="410" y="410"/>
                    </a:lnTo>
                    <a:lnTo>
                      <a:pt x="410" y="369"/>
                    </a:lnTo>
                    <a:lnTo>
                      <a:pt x="369" y="288"/>
                    </a:lnTo>
                    <a:lnTo>
                      <a:pt x="287" y="165"/>
                    </a:lnTo>
                    <a:lnTo>
                      <a:pt x="206" y="83"/>
                    </a:lnTo>
                    <a:lnTo>
                      <a:pt x="4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405;p53"/>
              <p:cNvSpPr/>
              <p:nvPr/>
            </p:nvSpPr>
            <p:spPr>
              <a:xfrm>
                <a:off x="1454225" y="2408650"/>
                <a:ext cx="6150" cy="15375"/>
              </a:xfrm>
              <a:custGeom>
                <a:avLst/>
                <a:gdLst/>
                <a:ahLst/>
                <a:cxnLst/>
                <a:rect l="l" t="t" r="r" b="b"/>
                <a:pathLst>
                  <a:path w="246" h="615" extrusionOk="0">
                    <a:moveTo>
                      <a:pt x="82" y="1"/>
                    </a:moveTo>
                    <a:lnTo>
                      <a:pt x="41" y="42"/>
                    </a:lnTo>
                    <a:lnTo>
                      <a:pt x="0" y="165"/>
                    </a:lnTo>
                    <a:lnTo>
                      <a:pt x="0" y="328"/>
                    </a:lnTo>
                    <a:lnTo>
                      <a:pt x="0" y="451"/>
                    </a:lnTo>
                    <a:lnTo>
                      <a:pt x="41" y="533"/>
                    </a:lnTo>
                    <a:lnTo>
                      <a:pt x="82" y="574"/>
                    </a:lnTo>
                    <a:lnTo>
                      <a:pt x="123" y="615"/>
                    </a:lnTo>
                    <a:lnTo>
                      <a:pt x="205" y="574"/>
                    </a:lnTo>
                    <a:lnTo>
                      <a:pt x="246" y="492"/>
                    </a:lnTo>
                    <a:lnTo>
                      <a:pt x="246" y="451"/>
                    </a:lnTo>
                    <a:lnTo>
                      <a:pt x="205" y="287"/>
                    </a:lnTo>
                    <a:lnTo>
                      <a:pt x="205" y="165"/>
                    </a:lnTo>
                    <a:lnTo>
                      <a:pt x="12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406;p53"/>
              <p:cNvSpPr/>
              <p:nvPr/>
            </p:nvSpPr>
            <p:spPr>
              <a:xfrm>
                <a:off x="1463425" y="2402525"/>
                <a:ext cx="14350" cy="7175"/>
              </a:xfrm>
              <a:custGeom>
                <a:avLst/>
                <a:gdLst/>
                <a:ahLst/>
                <a:cxnLst/>
                <a:rect l="l" t="t" r="r" b="b"/>
                <a:pathLst>
                  <a:path w="574" h="287" extrusionOk="0">
                    <a:moveTo>
                      <a:pt x="42" y="0"/>
                    </a:moveTo>
                    <a:lnTo>
                      <a:pt x="1" y="41"/>
                    </a:lnTo>
                    <a:lnTo>
                      <a:pt x="123" y="164"/>
                    </a:lnTo>
                    <a:lnTo>
                      <a:pt x="246" y="205"/>
                    </a:lnTo>
                    <a:lnTo>
                      <a:pt x="369" y="287"/>
                    </a:lnTo>
                    <a:lnTo>
                      <a:pt x="451" y="287"/>
                    </a:lnTo>
                    <a:lnTo>
                      <a:pt x="533" y="246"/>
                    </a:lnTo>
                    <a:lnTo>
                      <a:pt x="574" y="205"/>
                    </a:lnTo>
                    <a:lnTo>
                      <a:pt x="574" y="164"/>
                    </a:lnTo>
                    <a:lnTo>
                      <a:pt x="533" y="82"/>
                    </a:lnTo>
                    <a:lnTo>
                      <a:pt x="451" y="41"/>
                    </a:lnTo>
                    <a:lnTo>
                      <a:pt x="32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407;p53"/>
              <p:cNvSpPr/>
              <p:nvPr/>
            </p:nvSpPr>
            <p:spPr>
              <a:xfrm>
                <a:off x="1431700" y="2370800"/>
                <a:ext cx="10250" cy="12300"/>
              </a:xfrm>
              <a:custGeom>
                <a:avLst/>
                <a:gdLst/>
                <a:ahLst/>
                <a:cxnLst/>
                <a:rect l="l" t="t" r="r" b="b"/>
                <a:pathLst>
                  <a:path w="410" h="492" extrusionOk="0">
                    <a:moveTo>
                      <a:pt x="82" y="0"/>
                    </a:moveTo>
                    <a:lnTo>
                      <a:pt x="1" y="41"/>
                    </a:lnTo>
                    <a:lnTo>
                      <a:pt x="1" y="82"/>
                    </a:lnTo>
                    <a:lnTo>
                      <a:pt x="1" y="164"/>
                    </a:lnTo>
                    <a:lnTo>
                      <a:pt x="1" y="205"/>
                    </a:lnTo>
                    <a:lnTo>
                      <a:pt x="123" y="328"/>
                    </a:lnTo>
                    <a:lnTo>
                      <a:pt x="246" y="450"/>
                    </a:lnTo>
                    <a:lnTo>
                      <a:pt x="369" y="491"/>
                    </a:lnTo>
                    <a:lnTo>
                      <a:pt x="410" y="450"/>
                    </a:lnTo>
                    <a:lnTo>
                      <a:pt x="369" y="328"/>
                    </a:lnTo>
                    <a:lnTo>
                      <a:pt x="287" y="205"/>
                    </a:lnTo>
                    <a:lnTo>
                      <a:pt x="205" y="82"/>
                    </a:lnTo>
                    <a:lnTo>
                      <a:pt x="123" y="41"/>
                    </a:lnTo>
                    <a:lnTo>
                      <a:pt x="8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408;p53"/>
              <p:cNvSpPr/>
              <p:nvPr/>
            </p:nvSpPr>
            <p:spPr>
              <a:xfrm>
                <a:off x="1423525" y="2378975"/>
                <a:ext cx="14350" cy="8225"/>
              </a:xfrm>
              <a:custGeom>
                <a:avLst/>
                <a:gdLst/>
                <a:ahLst/>
                <a:cxnLst/>
                <a:rect l="l" t="t" r="r" b="b"/>
                <a:pathLst>
                  <a:path w="574" h="329" extrusionOk="0">
                    <a:moveTo>
                      <a:pt x="123" y="1"/>
                    </a:moveTo>
                    <a:lnTo>
                      <a:pt x="41" y="42"/>
                    </a:lnTo>
                    <a:lnTo>
                      <a:pt x="0" y="82"/>
                    </a:lnTo>
                    <a:lnTo>
                      <a:pt x="0" y="164"/>
                    </a:lnTo>
                    <a:lnTo>
                      <a:pt x="41" y="205"/>
                    </a:lnTo>
                    <a:lnTo>
                      <a:pt x="123" y="246"/>
                    </a:lnTo>
                    <a:lnTo>
                      <a:pt x="246" y="287"/>
                    </a:lnTo>
                    <a:lnTo>
                      <a:pt x="409" y="328"/>
                    </a:lnTo>
                    <a:lnTo>
                      <a:pt x="532" y="287"/>
                    </a:lnTo>
                    <a:lnTo>
                      <a:pt x="573" y="287"/>
                    </a:lnTo>
                    <a:lnTo>
                      <a:pt x="573" y="246"/>
                    </a:lnTo>
                    <a:lnTo>
                      <a:pt x="450" y="123"/>
                    </a:lnTo>
                    <a:lnTo>
                      <a:pt x="328" y="82"/>
                    </a:lnTo>
                    <a:lnTo>
                      <a:pt x="164" y="42"/>
                    </a:lnTo>
                    <a:lnTo>
                      <a:pt x="12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409;p53"/>
              <p:cNvSpPr/>
              <p:nvPr/>
            </p:nvSpPr>
            <p:spPr>
              <a:xfrm>
                <a:off x="1440925" y="2365675"/>
                <a:ext cx="6150" cy="14350"/>
              </a:xfrm>
              <a:custGeom>
                <a:avLst/>
                <a:gdLst/>
                <a:ahLst/>
                <a:cxnLst/>
                <a:rect l="l" t="t" r="r" b="b"/>
                <a:pathLst>
                  <a:path w="246" h="574" extrusionOk="0">
                    <a:moveTo>
                      <a:pt x="41" y="0"/>
                    </a:moveTo>
                    <a:lnTo>
                      <a:pt x="0" y="82"/>
                    </a:lnTo>
                    <a:lnTo>
                      <a:pt x="0" y="164"/>
                    </a:lnTo>
                    <a:lnTo>
                      <a:pt x="0" y="287"/>
                    </a:lnTo>
                    <a:lnTo>
                      <a:pt x="41" y="410"/>
                    </a:lnTo>
                    <a:lnTo>
                      <a:pt x="123" y="574"/>
                    </a:lnTo>
                    <a:lnTo>
                      <a:pt x="164" y="574"/>
                    </a:lnTo>
                    <a:lnTo>
                      <a:pt x="246" y="410"/>
                    </a:lnTo>
                    <a:lnTo>
                      <a:pt x="246" y="287"/>
                    </a:lnTo>
                    <a:lnTo>
                      <a:pt x="246" y="123"/>
                    </a:lnTo>
                    <a:lnTo>
                      <a:pt x="205" y="41"/>
                    </a:lnTo>
                    <a:lnTo>
                      <a:pt x="16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410;p53"/>
              <p:cNvSpPr/>
              <p:nvPr/>
            </p:nvSpPr>
            <p:spPr>
              <a:xfrm>
                <a:off x="1822675" y="2419925"/>
                <a:ext cx="124875" cy="125900"/>
              </a:xfrm>
              <a:custGeom>
                <a:avLst/>
                <a:gdLst/>
                <a:ahLst/>
                <a:cxnLst/>
                <a:rect l="l" t="t" r="r" b="b"/>
                <a:pathLst>
                  <a:path w="4995" h="5036" extrusionOk="0">
                    <a:moveTo>
                      <a:pt x="2456" y="0"/>
                    </a:moveTo>
                    <a:lnTo>
                      <a:pt x="2129" y="41"/>
                    </a:lnTo>
                    <a:lnTo>
                      <a:pt x="1842" y="82"/>
                    </a:lnTo>
                    <a:lnTo>
                      <a:pt x="1515" y="205"/>
                    </a:lnTo>
                    <a:lnTo>
                      <a:pt x="1228" y="369"/>
                    </a:lnTo>
                    <a:lnTo>
                      <a:pt x="942" y="532"/>
                    </a:lnTo>
                    <a:lnTo>
                      <a:pt x="696" y="778"/>
                    </a:lnTo>
                    <a:lnTo>
                      <a:pt x="491" y="1024"/>
                    </a:lnTo>
                    <a:lnTo>
                      <a:pt x="287" y="1269"/>
                    </a:lnTo>
                    <a:lnTo>
                      <a:pt x="205" y="1474"/>
                    </a:lnTo>
                    <a:lnTo>
                      <a:pt x="123" y="1720"/>
                    </a:lnTo>
                    <a:lnTo>
                      <a:pt x="41" y="2129"/>
                    </a:lnTo>
                    <a:lnTo>
                      <a:pt x="0" y="2497"/>
                    </a:lnTo>
                    <a:lnTo>
                      <a:pt x="41" y="2907"/>
                    </a:lnTo>
                    <a:lnTo>
                      <a:pt x="82" y="3275"/>
                    </a:lnTo>
                    <a:lnTo>
                      <a:pt x="246" y="3644"/>
                    </a:lnTo>
                    <a:lnTo>
                      <a:pt x="409" y="3971"/>
                    </a:lnTo>
                    <a:lnTo>
                      <a:pt x="655" y="4258"/>
                    </a:lnTo>
                    <a:lnTo>
                      <a:pt x="983" y="4544"/>
                    </a:lnTo>
                    <a:lnTo>
                      <a:pt x="1269" y="4749"/>
                    </a:lnTo>
                    <a:lnTo>
                      <a:pt x="1597" y="4872"/>
                    </a:lnTo>
                    <a:lnTo>
                      <a:pt x="1965" y="4995"/>
                    </a:lnTo>
                    <a:lnTo>
                      <a:pt x="2334" y="5036"/>
                    </a:lnTo>
                    <a:lnTo>
                      <a:pt x="2661" y="5036"/>
                    </a:lnTo>
                    <a:lnTo>
                      <a:pt x="3029" y="4954"/>
                    </a:lnTo>
                    <a:lnTo>
                      <a:pt x="3398" y="4872"/>
                    </a:lnTo>
                    <a:lnTo>
                      <a:pt x="3725" y="4708"/>
                    </a:lnTo>
                    <a:lnTo>
                      <a:pt x="3930" y="4585"/>
                    </a:lnTo>
                    <a:lnTo>
                      <a:pt x="4176" y="4421"/>
                    </a:lnTo>
                    <a:lnTo>
                      <a:pt x="4380" y="4217"/>
                    </a:lnTo>
                    <a:lnTo>
                      <a:pt x="4544" y="3971"/>
                    </a:lnTo>
                    <a:lnTo>
                      <a:pt x="4708" y="3766"/>
                    </a:lnTo>
                    <a:lnTo>
                      <a:pt x="4790" y="3521"/>
                    </a:lnTo>
                    <a:lnTo>
                      <a:pt x="4872" y="3275"/>
                    </a:lnTo>
                    <a:lnTo>
                      <a:pt x="4954" y="3030"/>
                    </a:lnTo>
                    <a:lnTo>
                      <a:pt x="4954" y="2784"/>
                    </a:lnTo>
                    <a:lnTo>
                      <a:pt x="4995" y="2538"/>
                    </a:lnTo>
                    <a:lnTo>
                      <a:pt x="4913" y="2047"/>
                    </a:lnTo>
                    <a:lnTo>
                      <a:pt x="4749" y="1597"/>
                    </a:lnTo>
                    <a:lnTo>
                      <a:pt x="4544" y="1187"/>
                    </a:lnTo>
                    <a:lnTo>
                      <a:pt x="4258" y="778"/>
                    </a:lnTo>
                    <a:lnTo>
                      <a:pt x="3889" y="450"/>
                    </a:lnTo>
                    <a:lnTo>
                      <a:pt x="3685" y="328"/>
                    </a:lnTo>
                    <a:lnTo>
                      <a:pt x="3439" y="205"/>
                    </a:lnTo>
                    <a:lnTo>
                      <a:pt x="3234" y="123"/>
                    </a:lnTo>
                    <a:lnTo>
                      <a:pt x="2989" y="82"/>
                    </a:lnTo>
                    <a:lnTo>
                      <a:pt x="2743" y="41"/>
                    </a:lnTo>
                    <a:lnTo>
                      <a:pt x="24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411;p53"/>
              <p:cNvSpPr/>
              <p:nvPr/>
            </p:nvSpPr>
            <p:spPr>
              <a:xfrm>
                <a:off x="1822675" y="2480300"/>
                <a:ext cx="124875" cy="65525"/>
              </a:xfrm>
              <a:custGeom>
                <a:avLst/>
                <a:gdLst/>
                <a:ahLst/>
                <a:cxnLst/>
                <a:rect l="l" t="t" r="r" b="b"/>
                <a:pathLst>
                  <a:path w="4995" h="2621" extrusionOk="0">
                    <a:moveTo>
                      <a:pt x="0" y="0"/>
                    </a:moveTo>
                    <a:lnTo>
                      <a:pt x="0" y="287"/>
                    </a:lnTo>
                    <a:lnTo>
                      <a:pt x="41" y="615"/>
                    </a:lnTo>
                    <a:lnTo>
                      <a:pt x="123" y="901"/>
                    </a:lnTo>
                    <a:lnTo>
                      <a:pt x="205" y="1188"/>
                    </a:lnTo>
                    <a:lnTo>
                      <a:pt x="328" y="1433"/>
                    </a:lnTo>
                    <a:lnTo>
                      <a:pt x="491" y="1679"/>
                    </a:lnTo>
                    <a:lnTo>
                      <a:pt x="737" y="1925"/>
                    </a:lnTo>
                    <a:lnTo>
                      <a:pt x="983" y="2129"/>
                    </a:lnTo>
                    <a:lnTo>
                      <a:pt x="1269" y="2334"/>
                    </a:lnTo>
                    <a:lnTo>
                      <a:pt x="1597" y="2457"/>
                    </a:lnTo>
                    <a:lnTo>
                      <a:pt x="1965" y="2580"/>
                    </a:lnTo>
                    <a:lnTo>
                      <a:pt x="2334" y="2621"/>
                    </a:lnTo>
                    <a:lnTo>
                      <a:pt x="2661" y="2621"/>
                    </a:lnTo>
                    <a:lnTo>
                      <a:pt x="3029" y="2539"/>
                    </a:lnTo>
                    <a:lnTo>
                      <a:pt x="3398" y="2457"/>
                    </a:lnTo>
                    <a:lnTo>
                      <a:pt x="3725" y="2293"/>
                    </a:lnTo>
                    <a:lnTo>
                      <a:pt x="3930" y="2170"/>
                    </a:lnTo>
                    <a:lnTo>
                      <a:pt x="4176" y="2006"/>
                    </a:lnTo>
                    <a:lnTo>
                      <a:pt x="4380" y="1802"/>
                    </a:lnTo>
                    <a:lnTo>
                      <a:pt x="4544" y="1556"/>
                    </a:lnTo>
                    <a:lnTo>
                      <a:pt x="4708" y="1351"/>
                    </a:lnTo>
                    <a:lnTo>
                      <a:pt x="4790" y="1106"/>
                    </a:lnTo>
                    <a:lnTo>
                      <a:pt x="4872" y="860"/>
                    </a:lnTo>
                    <a:lnTo>
                      <a:pt x="4954" y="615"/>
                    </a:lnTo>
                    <a:lnTo>
                      <a:pt x="4954" y="369"/>
                    </a:lnTo>
                    <a:lnTo>
                      <a:pt x="4995" y="123"/>
                    </a:lnTo>
                    <a:lnTo>
                      <a:pt x="4954" y="41"/>
                    </a:lnTo>
                    <a:lnTo>
                      <a:pt x="4913" y="451"/>
                    </a:lnTo>
                    <a:lnTo>
                      <a:pt x="4749" y="860"/>
                    </a:lnTo>
                    <a:lnTo>
                      <a:pt x="4503" y="1270"/>
                    </a:lnTo>
                    <a:lnTo>
                      <a:pt x="4340" y="1474"/>
                    </a:lnTo>
                    <a:lnTo>
                      <a:pt x="4176" y="1638"/>
                    </a:lnTo>
                    <a:lnTo>
                      <a:pt x="3930" y="1802"/>
                    </a:lnTo>
                    <a:lnTo>
                      <a:pt x="3725" y="1925"/>
                    </a:lnTo>
                    <a:lnTo>
                      <a:pt x="3398" y="2088"/>
                    </a:lnTo>
                    <a:lnTo>
                      <a:pt x="3029" y="2211"/>
                    </a:lnTo>
                    <a:lnTo>
                      <a:pt x="2661" y="2252"/>
                    </a:lnTo>
                    <a:lnTo>
                      <a:pt x="2334" y="2252"/>
                    </a:lnTo>
                    <a:lnTo>
                      <a:pt x="1965" y="2211"/>
                    </a:lnTo>
                    <a:lnTo>
                      <a:pt x="1597" y="2088"/>
                    </a:lnTo>
                    <a:lnTo>
                      <a:pt x="1269" y="1966"/>
                    </a:lnTo>
                    <a:lnTo>
                      <a:pt x="983" y="1761"/>
                    </a:lnTo>
                    <a:lnTo>
                      <a:pt x="737" y="1597"/>
                    </a:lnTo>
                    <a:lnTo>
                      <a:pt x="573" y="1392"/>
                    </a:lnTo>
                    <a:lnTo>
                      <a:pt x="409" y="1188"/>
                    </a:lnTo>
                    <a:lnTo>
                      <a:pt x="287" y="983"/>
                    </a:lnTo>
                    <a:lnTo>
                      <a:pt x="164" y="737"/>
                    </a:lnTo>
                    <a:lnTo>
                      <a:pt x="82" y="492"/>
                    </a:lnTo>
                    <a:lnTo>
                      <a:pt x="41" y="246"/>
                    </a:lnTo>
                    <a:lnTo>
                      <a:pt x="0" y="0"/>
                    </a:lnTo>
                    <a:close/>
                  </a:path>
                </a:pathLst>
              </a:custGeom>
              <a:solidFill>
                <a:srgbClr val="000000">
                  <a:alpha val="95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412;p53"/>
              <p:cNvSpPr/>
              <p:nvPr/>
            </p:nvSpPr>
            <p:spPr>
              <a:xfrm>
                <a:off x="1890200" y="2437325"/>
                <a:ext cx="9250" cy="8200"/>
              </a:xfrm>
              <a:custGeom>
                <a:avLst/>
                <a:gdLst/>
                <a:ahLst/>
                <a:cxnLst/>
                <a:rect l="l" t="t" r="r" b="b"/>
                <a:pathLst>
                  <a:path w="370" h="328" extrusionOk="0">
                    <a:moveTo>
                      <a:pt x="165" y="0"/>
                    </a:moveTo>
                    <a:lnTo>
                      <a:pt x="42" y="82"/>
                    </a:lnTo>
                    <a:lnTo>
                      <a:pt x="1" y="123"/>
                    </a:lnTo>
                    <a:lnTo>
                      <a:pt x="1" y="164"/>
                    </a:lnTo>
                    <a:lnTo>
                      <a:pt x="42" y="287"/>
                    </a:lnTo>
                    <a:lnTo>
                      <a:pt x="124" y="328"/>
                    </a:lnTo>
                    <a:lnTo>
                      <a:pt x="247" y="328"/>
                    </a:lnTo>
                    <a:lnTo>
                      <a:pt x="328" y="246"/>
                    </a:lnTo>
                    <a:lnTo>
                      <a:pt x="369" y="164"/>
                    </a:lnTo>
                    <a:lnTo>
                      <a:pt x="328" y="82"/>
                    </a:lnTo>
                    <a:lnTo>
                      <a:pt x="247" y="41"/>
                    </a:lnTo>
                    <a:lnTo>
                      <a:pt x="165" y="0"/>
                    </a:lnTo>
                    <a:close/>
                  </a:path>
                </a:pathLst>
              </a:custGeom>
              <a:solidFill>
                <a:srgbClr val="000000">
                  <a:alpha val="95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413;p53"/>
              <p:cNvSpPr/>
              <p:nvPr/>
            </p:nvSpPr>
            <p:spPr>
              <a:xfrm>
                <a:off x="1879975" y="2467000"/>
                <a:ext cx="9250" cy="9225"/>
              </a:xfrm>
              <a:custGeom>
                <a:avLst/>
                <a:gdLst/>
                <a:ahLst/>
                <a:cxnLst/>
                <a:rect l="l" t="t" r="r" b="b"/>
                <a:pathLst>
                  <a:path w="370" h="369" extrusionOk="0">
                    <a:moveTo>
                      <a:pt x="164" y="0"/>
                    </a:moveTo>
                    <a:lnTo>
                      <a:pt x="82" y="41"/>
                    </a:lnTo>
                    <a:lnTo>
                      <a:pt x="42" y="123"/>
                    </a:lnTo>
                    <a:lnTo>
                      <a:pt x="1" y="205"/>
                    </a:lnTo>
                    <a:lnTo>
                      <a:pt x="42" y="287"/>
                    </a:lnTo>
                    <a:lnTo>
                      <a:pt x="82" y="328"/>
                    </a:lnTo>
                    <a:lnTo>
                      <a:pt x="123" y="369"/>
                    </a:lnTo>
                    <a:lnTo>
                      <a:pt x="246" y="369"/>
                    </a:lnTo>
                    <a:lnTo>
                      <a:pt x="287" y="328"/>
                    </a:lnTo>
                    <a:lnTo>
                      <a:pt x="328" y="287"/>
                    </a:lnTo>
                    <a:lnTo>
                      <a:pt x="369" y="205"/>
                    </a:lnTo>
                    <a:lnTo>
                      <a:pt x="328" y="123"/>
                    </a:lnTo>
                    <a:lnTo>
                      <a:pt x="287" y="41"/>
                    </a:lnTo>
                    <a:lnTo>
                      <a:pt x="164" y="0"/>
                    </a:lnTo>
                    <a:close/>
                  </a:path>
                </a:pathLst>
              </a:custGeom>
              <a:solidFill>
                <a:srgbClr val="000000">
                  <a:alpha val="95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414;p53"/>
              <p:cNvSpPr/>
              <p:nvPr/>
            </p:nvSpPr>
            <p:spPr>
              <a:xfrm>
                <a:off x="1843125" y="2461875"/>
                <a:ext cx="9250" cy="9250"/>
              </a:xfrm>
              <a:custGeom>
                <a:avLst/>
                <a:gdLst/>
                <a:ahLst/>
                <a:cxnLst/>
                <a:rect l="l" t="t" r="r" b="b"/>
                <a:pathLst>
                  <a:path w="370" h="370" extrusionOk="0">
                    <a:moveTo>
                      <a:pt x="83" y="1"/>
                    </a:moveTo>
                    <a:lnTo>
                      <a:pt x="42" y="82"/>
                    </a:lnTo>
                    <a:lnTo>
                      <a:pt x="1" y="164"/>
                    </a:lnTo>
                    <a:lnTo>
                      <a:pt x="42" y="246"/>
                    </a:lnTo>
                    <a:lnTo>
                      <a:pt x="124" y="369"/>
                    </a:lnTo>
                    <a:lnTo>
                      <a:pt x="246" y="369"/>
                    </a:lnTo>
                    <a:lnTo>
                      <a:pt x="328" y="328"/>
                    </a:lnTo>
                    <a:lnTo>
                      <a:pt x="369" y="246"/>
                    </a:lnTo>
                    <a:lnTo>
                      <a:pt x="369" y="205"/>
                    </a:lnTo>
                    <a:lnTo>
                      <a:pt x="369" y="164"/>
                    </a:lnTo>
                    <a:lnTo>
                      <a:pt x="369" y="42"/>
                    </a:lnTo>
                    <a:lnTo>
                      <a:pt x="287" y="1"/>
                    </a:lnTo>
                    <a:lnTo>
                      <a:pt x="206" y="1"/>
                    </a:lnTo>
                    <a:lnTo>
                      <a:pt x="83" y="42"/>
                    </a:lnTo>
                    <a:lnTo>
                      <a:pt x="165" y="1"/>
                    </a:lnTo>
                    <a:close/>
                  </a:path>
                </a:pathLst>
              </a:custGeom>
              <a:solidFill>
                <a:srgbClr val="000000">
                  <a:alpha val="95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415;p53"/>
              <p:cNvSpPr/>
              <p:nvPr/>
            </p:nvSpPr>
            <p:spPr>
              <a:xfrm>
                <a:off x="1845175" y="2504850"/>
                <a:ext cx="9250" cy="8225"/>
              </a:xfrm>
              <a:custGeom>
                <a:avLst/>
                <a:gdLst/>
                <a:ahLst/>
                <a:cxnLst/>
                <a:rect l="l" t="t" r="r" b="b"/>
                <a:pathLst>
                  <a:path w="370" h="329" extrusionOk="0">
                    <a:moveTo>
                      <a:pt x="124" y="1"/>
                    </a:moveTo>
                    <a:lnTo>
                      <a:pt x="42" y="83"/>
                    </a:lnTo>
                    <a:lnTo>
                      <a:pt x="1" y="165"/>
                    </a:lnTo>
                    <a:lnTo>
                      <a:pt x="42" y="247"/>
                    </a:lnTo>
                    <a:lnTo>
                      <a:pt x="83" y="288"/>
                    </a:lnTo>
                    <a:lnTo>
                      <a:pt x="205" y="329"/>
                    </a:lnTo>
                    <a:lnTo>
                      <a:pt x="287" y="288"/>
                    </a:lnTo>
                    <a:lnTo>
                      <a:pt x="328" y="247"/>
                    </a:lnTo>
                    <a:lnTo>
                      <a:pt x="369" y="165"/>
                    </a:lnTo>
                    <a:lnTo>
                      <a:pt x="328" y="42"/>
                    </a:lnTo>
                    <a:lnTo>
                      <a:pt x="287" y="42"/>
                    </a:lnTo>
                    <a:lnTo>
                      <a:pt x="205" y="1"/>
                    </a:lnTo>
                    <a:close/>
                  </a:path>
                </a:pathLst>
              </a:custGeom>
              <a:solidFill>
                <a:srgbClr val="000000">
                  <a:alpha val="95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416;p53"/>
              <p:cNvSpPr/>
              <p:nvPr/>
            </p:nvSpPr>
            <p:spPr>
              <a:xfrm>
                <a:off x="1901475" y="2511000"/>
                <a:ext cx="8200" cy="8225"/>
              </a:xfrm>
              <a:custGeom>
                <a:avLst/>
                <a:gdLst/>
                <a:ahLst/>
                <a:cxnLst/>
                <a:rect l="l" t="t" r="r" b="b"/>
                <a:pathLst>
                  <a:path w="328" h="329" extrusionOk="0">
                    <a:moveTo>
                      <a:pt x="82" y="1"/>
                    </a:moveTo>
                    <a:lnTo>
                      <a:pt x="41" y="42"/>
                    </a:lnTo>
                    <a:lnTo>
                      <a:pt x="0" y="83"/>
                    </a:lnTo>
                    <a:lnTo>
                      <a:pt x="0" y="205"/>
                    </a:lnTo>
                    <a:lnTo>
                      <a:pt x="82" y="328"/>
                    </a:lnTo>
                    <a:lnTo>
                      <a:pt x="205" y="328"/>
                    </a:lnTo>
                    <a:lnTo>
                      <a:pt x="287" y="287"/>
                    </a:lnTo>
                    <a:lnTo>
                      <a:pt x="328" y="205"/>
                    </a:lnTo>
                    <a:lnTo>
                      <a:pt x="328" y="83"/>
                    </a:lnTo>
                    <a:lnTo>
                      <a:pt x="205" y="1"/>
                    </a:lnTo>
                    <a:close/>
                  </a:path>
                </a:pathLst>
              </a:custGeom>
              <a:solidFill>
                <a:srgbClr val="000000">
                  <a:alpha val="95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417;p53"/>
              <p:cNvSpPr/>
              <p:nvPr/>
            </p:nvSpPr>
            <p:spPr>
              <a:xfrm>
                <a:off x="1918875" y="2468025"/>
                <a:ext cx="9225" cy="9225"/>
              </a:xfrm>
              <a:custGeom>
                <a:avLst/>
                <a:gdLst/>
                <a:ahLst/>
                <a:cxnLst/>
                <a:rect l="l" t="t" r="r" b="b"/>
                <a:pathLst>
                  <a:path w="369" h="369" extrusionOk="0">
                    <a:moveTo>
                      <a:pt x="164" y="0"/>
                    </a:moveTo>
                    <a:lnTo>
                      <a:pt x="82" y="41"/>
                    </a:lnTo>
                    <a:lnTo>
                      <a:pt x="41" y="82"/>
                    </a:lnTo>
                    <a:lnTo>
                      <a:pt x="0" y="123"/>
                    </a:lnTo>
                    <a:lnTo>
                      <a:pt x="0" y="205"/>
                    </a:lnTo>
                    <a:lnTo>
                      <a:pt x="0" y="246"/>
                    </a:lnTo>
                    <a:lnTo>
                      <a:pt x="41" y="328"/>
                    </a:lnTo>
                    <a:lnTo>
                      <a:pt x="82" y="369"/>
                    </a:lnTo>
                    <a:lnTo>
                      <a:pt x="246" y="369"/>
                    </a:lnTo>
                    <a:lnTo>
                      <a:pt x="287" y="328"/>
                    </a:lnTo>
                    <a:lnTo>
                      <a:pt x="328" y="246"/>
                    </a:lnTo>
                    <a:lnTo>
                      <a:pt x="369" y="205"/>
                    </a:lnTo>
                    <a:lnTo>
                      <a:pt x="328" y="123"/>
                    </a:lnTo>
                    <a:lnTo>
                      <a:pt x="287" y="82"/>
                    </a:lnTo>
                    <a:lnTo>
                      <a:pt x="246" y="41"/>
                    </a:lnTo>
                    <a:lnTo>
                      <a:pt x="164" y="0"/>
                    </a:lnTo>
                    <a:close/>
                  </a:path>
                </a:pathLst>
              </a:custGeom>
              <a:solidFill>
                <a:srgbClr val="000000">
                  <a:alpha val="95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418;p53"/>
              <p:cNvSpPr/>
              <p:nvPr/>
            </p:nvSpPr>
            <p:spPr>
              <a:xfrm>
                <a:off x="1875875" y="2503850"/>
                <a:ext cx="9250" cy="9225"/>
              </a:xfrm>
              <a:custGeom>
                <a:avLst/>
                <a:gdLst/>
                <a:ahLst/>
                <a:cxnLst/>
                <a:rect l="l" t="t" r="r" b="b"/>
                <a:pathLst>
                  <a:path w="370" h="369" extrusionOk="0">
                    <a:moveTo>
                      <a:pt x="124" y="0"/>
                    </a:moveTo>
                    <a:lnTo>
                      <a:pt x="42" y="41"/>
                    </a:lnTo>
                    <a:lnTo>
                      <a:pt x="21" y="102"/>
                    </a:lnTo>
                    <a:lnTo>
                      <a:pt x="1" y="123"/>
                    </a:lnTo>
                    <a:lnTo>
                      <a:pt x="1" y="246"/>
                    </a:lnTo>
                    <a:lnTo>
                      <a:pt x="1" y="287"/>
                    </a:lnTo>
                    <a:lnTo>
                      <a:pt x="83" y="328"/>
                    </a:lnTo>
                    <a:lnTo>
                      <a:pt x="124" y="369"/>
                    </a:lnTo>
                    <a:lnTo>
                      <a:pt x="206" y="369"/>
                    </a:lnTo>
                    <a:lnTo>
                      <a:pt x="287" y="287"/>
                    </a:lnTo>
                    <a:lnTo>
                      <a:pt x="369" y="246"/>
                    </a:lnTo>
                    <a:lnTo>
                      <a:pt x="369" y="123"/>
                    </a:lnTo>
                    <a:lnTo>
                      <a:pt x="246" y="0"/>
                    </a:lnTo>
                    <a:close/>
                  </a:path>
                </a:pathLst>
              </a:custGeom>
              <a:solidFill>
                <a:srgbClr val="000000">
                  <a:alpha val="95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419;p53"/>
              <p:cNvSpPr/>
              <p:nvPr/>
            </p:nvSpPr>
            <p:spPr>
              <a:xfrm>
                <a:off x="1867700" y="2447550"/>
                <a:ext cx="9225" cy="8200"/>
              </a:xfrm>
              <a:custGeom>
                <a:avLst/>
                <a:gdLst/>
                <a:ahLst/>
                <a:cxnLst/>
                <a:rect l="l" t="t" r="r" b="b"/>
                <a:pathLst>
                  <a:path w="369" h="328" extrusionOk="0">
                    <a:moveTo>
                      <a:pt x="164" y="0"/>
                    </a:moveTo>
                    <a:lnTo>
                      <a:pt x="82" y="41"/>
                    </a:lnTo>
                    <a:lnTo>
                      <a:pt x="41" y="82"/>
                    </a:lnTo>
                    <a:lnTo>
                      <a:pt x="0" y="164"/>
                    </a:lnTo>
                    <a:lnTo>
                      <a:pt x="41" y="246"/>
                    </a:lnTo>
                    <a:lnTo>
                      <a:pt x="82" y="328"/>
                    </a:lnTo>
                    <a:lnTo>
                      <a:pt x="246" y="328"/>
                    </a:lnTo>
                    <a:lnTo>
                      <a:pt x="287" y="287"/>
                    </a:lnTo>
                    <a:lnTo>
                      <a:pt x="328" y="246"/>
                    </a:lnTo>
                    <a:lnTo>
                      <a:pt x="369" y="164"/>
                    </a:lnTo>
                    <a:lnTo>
                      <a:pt x="328" y="82"/>
                    </a:lnTo>
                    <a:lnTo>
                      <a:pt x="287" y="41"/>
                    </a:lnTo>
                    <a:lnTo>
                      <a:pt x="246" y="41"/>
                    </a:lnTo>
                    <a:lnTo>
                      <a:pt x="164" y="0"/>
                    </a:lnTo>
                    <a:close/>
                  </a:path>
                </a:pathLst>
              </a:custGeom>
              <a:solidFill>
                <a:srgbClr val="000000">
                  <a:alpha val="95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420;p53"/>
              <p:cNvSpPr/>
              <p:nvPr/>
            </p:nvSpPr>
            <p:spPr>
              <a:xfrm>
                <a:off x="1848250" y="2116975"/>
                <a:ext cx="119775" cy="124875"/>
              </a:xfrm>
              <a:custGeom>
                <a:avLst/>
                <a:gdLst/>
                <a:ahLst/>
                <a:cxnLst/>
                <a:rect l="l" t="t" r="r" b="b"/>
                <a:pathLst>
                  <a:path w="4791" h="4995" extrusionOk="0">
                    <a:moveTo>
                      <a:pt x="2006" y="0"/>
                    </a:moveTo>
                    <a:lnTo>
                      <a:pt x="1720" y="41"/>
                    </a:lnTo>
                    <a:lnTo>
                      <a:pt x="1474" y="123"/>
                    </a:lnTo>
                    <a:lnTo>
                      <a:pt x="1147" y="246"/>
                    </a:lnTo>
                    <a:lnTo>
                      <a:pt x="860" y="410"/>
                    </a:lnTo>
                    <a:lnTo>
                      <a:pt x="615" y="655"/>
                    </a:lnTo>
                    <a:lnTo>
                      <a:pt x="410" y="901"/>
                    </a:lnTo>
                    <a:lnTo>
                      <a:pt x="246" y="1188"/>
                    </a:lnTo>
                    <a:lnTo>
                      <a:pt x="123" y="1515"/>
                    </a:lnTo>
                    <a:lnTo>
                      <a:pt x="41" y="1843"/>
                    </a:lnTo>
                    <a:lnTo>
                      <a:pt x="1" y="2170"/>
                    </a:lnTo>
                    <a:lnTo>
                      <a:pt x="41" y="2661"/>
                    </a:lnTo>
                    <a:lnTo>
                      <a:pt x="164" y="3112"/>
                    </a:lnTo>
                    <a:lnTo>
                      <a:pt x="328" y="3562"/>
                    </a:lnTo>
                    <a:lnTo>
                      <a:pt x="533" y="3971"/>
                    </a:lnTo>
                    <a:lnTo>
                      <a:pt x="656" y="4217"/>
                    </a:lnTo>
                    <a:lnTo>
                      <a:pt x="860" y="4422"/>
                    </a:lnTo>
                    <a:lnTo>
                      <a:pt x="1024" y="4586"/>
                    </a:lnTo>
                    <a:lnTo>
                      <a:pt x="1229" y="4749"/>
                    </a:lnTo>
                    <a:lnTo>
                      <a:pt x="1474" y="4872"/>
                    </a:lnTo>
                    <a:lnTo>
                      <a:pt x="1720" y="4954"/>
                    </a:lnTo>
                    <a:lnTo>
                      <a:pt x="1966" y="4995"/>
                    </a:lnTo>
                    <a:lnTo>
                      <a:pt x="2457" y="4995"/>
                    </a:lnTo>
                    <a:lnTo>
                      <a:pt x="2743" y="4954"/>
                    </a:lnTo>
                    <a:lnTo>
                      <a:pt x="2989" y="4913"/>
                    </a:lnTo>
                    <a:lnTo>
                      <a:pt x="3235" y="4790"/>
                    </a:lnTo>
                    <a:lnTo>
                      <a:pt x="3480" y="4708"/>
                    </a:lnTo>
                    <a:lnTo>
                      <a:pt x="3685" y="4545"/>
                    </a:lnTo>
                    <a:lnTo>
                      <a:pt x="3931" y="4381"/>
                    </a:lnTo>
                    <a:lnTo>
                      <a:pt x="4094" y="4217"/>
                    </a:lnTo>
                    <a:lnTo>
                      <a:pt x="4299" y="4012"/>
                    </a:lnTo>
                    <a:lnTo>
                      <a:pt x="4463" y="3767"/>
                    </a:lnTo>
                    <a:lnTo>
                      <a:pt x="4586" y="3521"/>
                    </a:lnTo>
                    <a:lnTo>
                      <a:pt x="4667" y="3275"/>
                    </a:lnTo>
                    <a:lnTo>
                      <a:pt x="4749" y="2989"/>
                    </a:lnTo>
                    <a:lnTo>
                      <a:pt x="4790" y="2743"/>
                    </a:lnTo>
                    <a:lnTo>
                      <a:pt x="4790" y="2498"/>
                    </a:lnTo>
                    <a:lnTo>
                      <a:pt x="4749" y="2211"/>
                    </a:lnTo>
                    <a:lnTo>
                      <a:pt x="4708" y="1965"/>
                    </a:lnTo>
                    <a:lnTo>
                      <a:pt x="4627" y="1761"/>
                    </a:lnTo>
                    <a:lnTo>
                      <a:pt x="4422" y="1310"/>
                    </a:lnTo>
                    <a:lnTo>
                      <a:pt x="4135" y="901"/>
                    </a:lnTo>
                    <a:lnTo>
                      <a:pt x="3808" y="574"/>
                    </a:lnTo>
                    <a:lnTo>
                      <a:pt x="3398" y="287"/>
                    </a:lnTo>
                    <a:lnTo>
                      <a:pt x="2948" y="123"/>
                    </a:lnTo>
                    <a:lnTo>
                      <a:pt x="2743" y="41"/>
                    </a:lnTo>
                    <a:lnTo>
                      <a:pt x="249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421;p53"/>
              <p:cNvSpPr/>
              <p:nvPr/>
            </p:nvSpPr>
            <p:spPr>
              <a:xfrm>
                <a:off x="1877925" y="2122100"/>
                <a:ext cx="90100" cy="119750"/>
              </a:xfrm>
              <a:custGeom>
                <a:avLst/>
                <a:gdLst/>
                <a:ahLst/>
                <a:cxnLst/>
                <a:rect l="l" t="t" r="r" b="b"/>
                <a:pathLst>
                  <a:path w="3604" h="4790" extrusionOk="0">
                    <a:moveTo>
                      <a:pt x="2007" y="0"/>
                    </a:moveTo>
                    <a:lnTo>
                      <a:pt x="2375" y="246"/>
                    </a:lnTo>
                    <a:lnTo>
                      <a:pt x="2703" y="614"/>
                    </a:lnTo>
                    <a:lnTo>
                      <a:pt x="2989" y="983"/>
                    </a:lnTo>
                    <a:lnTo>
                      <a:pt x="3194" y="1392"/>
                    </a:lnTo>
                    <a:lnTo>
                      <a:pt x="3276" y="1638"/>
                    </a:lnTo>
                    <a:lnTo>
                      <a:pt x="3317" y="1883"/>
                    </a:lnTo>
                    <a:lnTo>
                      <a:pt x="3317" y="2129"/>
                    </a:lnTo>
                    <a:lnTo>
                      <a:pt x="3317" y="2415"/>
                    </a:lnTo>
                    <a:lnTo>
                      <a:pt x="3317" y="2661"/>
                    </a:lnTo>
                    <a:lnTo>
                      <a:pt x="3235" y="2907"/>
                    </a:lnTo>
                    <a:lnTo>
                      <a:pt x="3112" y="3193"/>
                    </a:lnTo>
                    <a:lnTo>
                      <a:pt x="2989" y="3439"/>
                    </a:lnTo>
                    <a:lnTo>
                      <a:pt x="2825" y="3644"/>
                    </a:lnTo>
                    <a:lnTo>
                      <a:pt x="2662" y="3848"/>
                    </a:lnTo>
                    <a:lnTo>
                      <a:pt x="2375" y="4135"/>
                    </a:lnTo>
                    <a:lnTo>
                      <a:pt x="2089" y="4340"/>
                    </a:lnTo>
                    <a:lnTo>
                      <a:pt x="1761" y="4503"/>
                    </a:lnTo>
                    <a:lnTo>
                      <a:pt x="1393" y="4585"/>
                    </a:lnTo>
                    <a:lnTo>
                      <a:pt x="1065" y="4667"/>
                    </a:lnTo>
                    <a:lnTo>
                      <a:pt x="697" y="4667"/>
                    </a:lnTo>
                    <a:lnTo>
                      <a:pt x="328" y="4626"/>
                    </a:lnTo>
                    <a:lnTo>
                      <a:pt x="1" y="4503"/>
                    </a:lnTo>
                    <a:lnTo>
                      <a:pt x="1" y="4503"/>
                    </a:lnTo>
                    <a:lnTo>
                      <a:pt x="369" y="4667"/>
                    </a:lnTo>
                    <a:lnTo>
                      <a:pt x="738" y="4790"/>
                    </a:lnTo>
                    <a:lnTo>
                      <a:pt x="1106" y="4790"/>
                    </a:lnTo>
                    <a:lnTo>
                      <a:pt x="1515" y="4749"/>
                    </a:lnTo>
                    <a:lnTo>
                      <a:pt x="1884" y="4667"/>
                    </a:lnTo>
                    <a:lnTo>
                      <a:pt x="2293" y="4503"/>
                    </a:lnTo>
                    <a:lnTo>
                      <a:pt x="2621" y="4258"/>
                    </a:lnTo>
                    <a:lnTo>
                      <a:pt x="2907" y="4012"/>
                    </a:lnTo>
                    <a:lnTo>
                      <a:pt x="3112" y="3807"/>
                    </a:lnTo>
                    <a:lnTo>
                      <a:pt x="3276" y="3562"/>
                    </a:lnTo>
                    <a:lnTo>
                      <a:pt x="3399" y="3316"/>
                    </a:lnTo>
                    <a:lnTo>
                      <a:pt x="3480" y="3070"/>
                    </a:lnTo>
                    <a:lnTo>
                      <a:pt x="3562" y="2784"/>
                    </a:lnTo>
                    <a:lnTo>
                      <a:pt x="3603" y="2538"/>
                    </a:lnTo>
                    <a:lnTo>
                      <a:pt x="3603" y="2293"/>
                    </a:lnTo>
                    <a:lnTo>
                      <a:pt x="3562" y="2006"/>
                    </a:lnTo>
                    <a:lnTo>
                      <a:pt x="3521" y="1760"/>
                    </a:lnTo>
                    <a:lnTo>
                      <a:pt x="3440" y="1556"/>
                    </a:lnTo>
                    <a:lnTo>
                      <a:pt x="3358" y="1269"/>
                    </a:lnTo>
                    <a:lnTo>
                      <a:pt x="3235" y="1065"/>
                    </a:lnTo>
                    <a:lnTo>
                      <a:pt x="3071" y="819"/>
                    </a:lnTo>
                    <a:lnTo>
                      <a:pt x="2866" y="614"/>
                    </a:lnTo>
                    <a:lnTo>
                      <a:pt x="2703" y="450"/>
                    </a:lnTo>
                    <a:lnTo>
                      <a:pt x="2498" y="246"/>
                    </a:lnTo>
                    <a:lnTo>
                      <a:pt x="2252" y="123"/>
                    </a:lnTo>
                    <a:lnTo>
                      <a:pt x="2007" y="0"/>
                    </a:lnTo>
                    <a:close/>
                  </a:path>
                </a:pathLst>
              </a:custGeom>
              <a:solidFill>
                <a:srgbClr val="000000">
                  <a:alpha val="95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422;p53"/>
              <p:cNvSpPr/>
              <p:nvPr/>
            </p:nvSpPr>
            <p:spPr>
              <a:xfrm>
                <a:off x="1879975" y="2141525"/>
                <a:ext cx="10250" cy="10275"/>
              </a:xfrm>
              <a:custGeom>
                <a:avLst/>
                <a:gdLst/>
                <a:ahLst/>
                <a:cxnLst/>
                <a:rect l="l" t="t" r="r" b="b"/>
                <a:pathLst>
                  <a:path w="410" h="411" extrusionOk="0">
                    <a:moveTo>
                      <a:pt x="123" y="1"/>
                    </a:moveTo>
                    <a:lnTo>
                      <a:pt x="82" y="42"/>
                    </a:lnTo>
                    <a:lnTo>
                      <a:pt x="42" y="124"/>
                    </a:lnTo>
                    <a:lnTo>
                      <a:pt x="1" y="206"/>
                    </a:lnTo>
                    <a:lnTo>
                      <a:pt x="42" y="247"/>
                    </a:lnTo>
                    <a:lnTo>
                      <a:pt x="42" y="328"/>
                    </a:lnTo>
                    <a:lnTo>
                      <a:pt x="123" y="369"/>
                    </a:lnTo>
                    <a:lnTo>
                      <a:pt x="164" y="410"/>
                    </a:lnTo>
                    <a:lnTo>
                      <a:pt x="246" y="369"/>
                    </a:lnTo>
                    <a:lnTo>
                      <a:pt x="328" y="328"/>
                    </a:lnTo>
                    <a:lnTo>
                      <a:pt x="369" y="288"/>
                    </a:lnTo>
                    <a:lnTo>
                      <a:pt x="410" y="206"/>
                    </a:lnTo>
                    <a:lnTo>
                      <a:pt x="369" y="124"/>
                    </a:lnTo>
                    <a:lnTo>
                      <a:pt x="328" y="83"/>
                    </a:lnTo>
                    <a:lnTo>
                      <a:pt x="287" y="42"/>
                    </a:lnTo>
                    <a:lnTo>
                      <a:pt x="205" y="1"/>
                    </a:lnTo>
                    <a:close/>
                  </a:path>
                </a:pathLst>
              </a:custGeom>
              <a:solidFill>
                <a:srgbClr val="000000">
                  <a:alpha val="95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423;p53"/>
              <p:cNvSpPr/>
              <p:nvPr/>
            </p:nvSpPr>
            <p:spPr>
              <a:xfrm>
                <a:off x="1871800" y="2189650"/>
                <a:ext cx="9225" cy="8200"/>
              </a:xfrm>
              <a:custGeom>
                <a:avLst/>
                <a:gdLst/>
                <a:ahLst/>
                <a:cxnLst/>
                <a:rect l="l" t="t" r="r" b="b"/>
                <a:pathLst>
                  <a:path w="369" h="328" extrusionOk="0">
                    <a:moveTo>
                      <a:pt x="123" y="0"/>
                    </a:moveTo>
                    <a:lnTo>
                      <a:pt x="82" y="41"/>
                    </a:lnTo>
                    <a:lnTo>
                      <a:pt x="0" y="123"/>
                    </a:lnTo>
                    <a:lnTo>
                      <a:pt x="0" y="205"/>
                    </a:lnTo>
                    <a:lnTo>
                      <a:pt x="41" y="287"/>
                    </a:lnTo>
                    <a:lnTo>
                      <a:pt x="164" y="328"/>
                    </a:lnTo>
                    <a:lnTo>
                      <a:pt x="205" y="328"/>
                    </a:lnTo>
                    <a:lnTo>
                      <a:pt x="287" y="287"/>
                    </a:lnTo>
                    <a:lnTo>
                      <a:pt x="328" y="246"/>
                    </a:lnTo>
                    <a:lnTo>
                      <a:pt x="369" y="164"/>
                    </a:lnTo>
                    <a:lnTo>
                      <a:pt x="369" y="123"/>
                    </a:lnTo>
                    <a:lnTo>
                      <a:pt x="328" y="41"/>
                    </a:lnTo>
                    <a:lnTo>
                      <a:pt x="246" y="0"/>
                    </a:lnTo>
                    <a:close/>
                  </a:path>
                </a:pathLst>
              </a:custGeom>
              <a:solidFill>
                <a:srgbClr val="000000">
                  <a:alpha val="95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424;p53"/>
              <p:cNvSpPr/>
              <p:nvPr/>
            </p:nvSpPr>
            <p:spPr>
              <a:xfrm>
                <a:off x="1908625" y="2145625"/>
                <a:ext cx="10275" cy="9250"/>
              </a:xfrm>
              <a:custGeom>
                <a:avLst/>
                <a:gdLst/>
                <a:ahLst/>
                <a:cxnLst/>
                <a:rect l="l" t="t" r="r" b="b"/>
                <a:pathLst>
                  <a:path w="411" h="370" extrusionOk="0">
                    <a:moveTo>
                      <a:pt x="124" y="1"/>
                    </a:moveTo>
                    <a:lnTo>
                      <a:pt x="83" y="42"/>
                    </a:lnTo>
                    <a:lnTo>
                      <a:pt x="42" y="83"/>
                    </a:lnTo>
                    <a:lnTo>
                      <a:pt x="1" y="164"/>
                    </a:lnTo>
                    <a:lnTo>
                      <a:pt x="1" y="246"/>
                    </a:lnTo>
                    <a:lnTo>
                      <a:pt x="42" y="328"/>
                    </a:lnTo>
                    <a:lnTo>
                      <a:pt x="124" y="369"/>
                    </a:lnTo>
                    <a:lnTo>
                      <a:pt x="247" y="369"/>
                    </a:lnTo>
                    <a:lnTo>
                      <a:pt x="328" y="328"/>
                    </a:lnTo>
                    <a:lnTo>
                      <a:pt x="369" y="287"/>
                    </a:lnTo>
                    <a:lnTo>
                      <a:pt x="410" y="205"/>
                    </a:lnTo>
                    <a:lnTo>
                      <a:pt x="369" y="124"/>
                    </a:lnTo>
                    <a:lnTo>
                      <a:pt x="328" y="83"/>
                    </a:lnTo>
                    <a:lnTo>
                      <a:pt x="287" y="1"/>
                    </a:lnTo>
                    <a:close/>
                  </a:path>
                </a:pathLst>
              </a:custGeom>
              <a:solidFill>
                <a:srgbClr val="000000">
                  <a:alpha val="95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425;p53"/>
              <p:cNvSpPr/>
              <p:nvPr/>
            </p:nvSpPr>
            <p:spPr>
              <a:xfrm>
                <a:off x="1915800" y="2193725"/>
                <a:ext cx="9225" cy="11300"/>
              </a:xfrm>
              <a:custGeom>
                <a:avLst/>
                <a:gdLst/>
                <a:ahLst/>
                <a:cxnLst/>
                <a:rect l="l" t="t" r="r" b="b"/>
                <a:pathLst>
                  <a:path w="369" h="452" extrusionOk="0">
                    <a:moveTo>
                      <a:pt x="123" y="1"/>
                    </a:moveTo>
                    <a:lnTo>
                      <a:pt x="41" y="42"/>
                    </a:lnTo>
                    <a:lnTo>
                      <a:pt x="0" y="124"/>
                    </a:lnTo>
                    <a:lnTo>
                      <a:pt x="0" y="246"/>
                    </a:lnTo>
                    <a:lnTo>
                      <a:pt x="0" y="328"/>
                    </a:lnTo>
                    <a:lnTo>
                      <a:pt x="41" y="369"/>
                    </a:lnTo>
                    <a:lnTo>
                      <a:pt x="123" y="410"/>
                    </a:lnTo>
                    <a:lnTo>
                      <a:pt x="164" y="451"/>
                    </a:lnTo>
                    <a:lnTo>
                      <a:pt x="246" y="451"/>
                    </a:lnTo>
                    <a:lnTo>
                      <a:pt x="328" y="410"/>
                    </a:lnTo>
                    <a:lnTo>
                      <a:pt x="369" y="328"/>
                    </a:lnTo>
                    <a:lnTo>
                      <a:pt x="369" y="287"/>
                    </a:lnTo>
                    <a:lnTo>
                      <a:pt x="369" y="205"/>
                    </a:lnTo>
                    <a:lnTo>
                      <a:pt x="328" y="124"/>
                    </a:lnTo>
                    <a:lnTo>
                      <a:pt x="287" y="42"/>
                    </a:lnTo>
                    <a:lnTo>
                      <a:pt x="205" y="1"/>
                    </a:lnTo>
                    <a:close/>
                  </a:path>
                </a:pathLst>
              </a:custGeom>
              <a:solidFill>
                <a:srgbClr val="000000">
                  <a:alpha val="95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426;p53"/>
              <p:cNvSpPr/>
              <p:nvPr/>
            </p:nvSpPr>
            <p:spPr>
              <a:xfrm>
                <a:off x="1893275" y="2213175"/>
                <a:ext cx="8225" cy="9250"/>
              </a:xfrm>
              <a:custGeom>
                <a:avLst/>
                <a:gdLst/>
                <a:ahLst/>
                <a:cxnLst/>
                <a:rect l="l" t="t" r="r" b="b"/>
                <a:pathLst>
                  <a:path w="329" h="370" extrusionOk="0">
                    <a:moveTo>
                      <a:pt x="124" y="1"/>
                    </a:moveTo>
                    <a:lnTo>
                      <a:pt x="83" y="42"/>
                    </a:lnTo>
                    <a:lnTo>
                      <a:pt x="42" y="123"/>
                    </a:lnTo>
                    <a:lnTo>
                      <a:pt x="1" y="164"/>
                    </a:lnTo>
                    <a:lnTo>
                      <a:pt x="42" y="246"/>
                    </a:lnTo>
                    <a:lnTo>
                      <a:pt x="83" y="328"/>
                    </a:lnTo>
                    <a:lnTo>
                      <a:pt x="124" y="369"/>
                    </a:lnTo>
                    <a:lnTo>
                      <a:pt x="246" y="369"/>
                    </a:lnTo>
                    <a:lnTo>
                      <a:pt x="287" y="287"/>
                    </a:lnTo>
                    <a:lnTo>
                      <a:pt x="328" y="246"/>
                    </a:lnTo>
                    <a:lnTo>
                      <a:pt x="328" y="164"/>
                    </a:lnTo>
                    <a:lnTo>
                      <a:pt x="287" y="82"/>
                    </a:lnTo>
                    <a:lnTo>
                      <a:pt x="246" y="42"/>
                    </a:lnTo>
                    <a:lnTo>
                      <a:pt x="205" y="1"/>
                    </a:lnTo>
                    <a:close/>
                  </a:path>
                </a:pathLst>
              </a:custGeom>
              <a:solidFill>
                <a:srgbClr val="000000">
                  <a:alpha val="95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427;p53"/>
              <p:cNvSpPr/>
              <p:nvPr/>
            </p:nvSpPr>
            <p:spPr>
              <a:xfrm>
                <a:off x="1929100" y="2169175"/>
                <a:ext cx="8225" cy="8200"/>
              </a:xfrm>
              <a:custGeom>
                <a:avLst/>
                <a:gdLst/>
                <a:ahLst/>
                <a:cxnLst/>
                <a:rect l="l" t="t" r="r" b="b"/>
                <a:pathLst>
                  <a:path w="329" h="328" extrusionOk="0">
                    <a:moveTo>
                      <a:pt x="123" y="0"/>
                    </a:moveTo>
                    <a:lnTo>
                      <a:pt x="42" y="41"/>
                    </a:lnTo>
                    <a:lnTo>
                      <a:pt x="1" y="123"/>
                    </a:lnTo>
                    <a:lnTo>
                      <a:pt x="1" y="205"/>
                    </a:lnTo>
                    <a:lnTo>
                      <a:pt x="42" y="246"/>
                    </a:lnTo>
                    <a:lnTo>
                      <a:pt x="83" y="328"/>
                    </a:lnTo>
                    <a:lnTo>
                      <a:pt x="246" y="328"/>
                    </a:lnTo>
                    <a:lnTo>
                      <a:pt x="328" y="246"/>
                    </a:lnTo>
                    <a:lnTo>
                      <a:pt x="328" y="205"/>
                    </a:lnTo>
                    <a:lnTo>
                      <a:pt x="328" y="123"/>
                    </a:lnTo>
                    <a:lnTo>
                      <a:pt x="328" y="41"/>
                    </a:lnTo>
                    <a:lnTo>
                      <a:pt x="246" y="0"/>
                    </a:lnTo>
                    <a:close/>
                  </a:path>
                </a:pathLst>
              </a:custGeom>
              <a:solidFill>
                <a:srgbClr val="000000">
                  <a:alpha val="95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28;p53"/>
              <p:cNvSpPr/>
              <p:nvPr/>
            </p:nvSpPr>
            <p:spPr>
              <a:xfrm>
                <a:off x="1891225" y="2170200"/>
                <a:ext cx="8225" cy="8200"/>
              </a:xfrm>
              <a:custGeom>
                <a:avLst/>
                <a:gdLst/>
                <a:ahLst/>
                <a:cxnLst/>
                <a:rect l="l" t="t" r="r" b="b"/>
                <a:pathLst>
                  <a:path w="329" h="328" extrusionOk="0">
                    <a:moveTo>
                      <a:pt x="165" y="0"/>
                    </a:moveTo>
                    <a:lnTo>
                      <a:pt x="124" y="41"/>
                    </a:lnTo>
                    <a:lnTo>
                      <a:pt x="42" y="41"/>
                    </a:lnTo>
                    <a:lnTo>
                      <a:pt x="42" y="123"/>
                    </a:lnTo>
                    <a:lnTo>
                      <a:pt x="1" y="205"/>
                    </a:lnTo>
                    <a:lnTo>
                      <a:pt x="83" y="328"/>
                    </a:lnTo>
                    <a:lnTo>
                      <a:pt x="206" y="328"/>
                    </a:lnTo>
                    <a:lnTo>
                      <a:pt x="287" y="287"/>
                    </a:lnTo>
                    <a:lnTo>
                      <a:pt x="328" y="246"/>
                    </a:lnTo>
                    <a:lnTo>
                      <a:pt x="328" y="123"/>
                    </a:lnTo>
                    <a:lnTo>
                      <a:pt x="247" y="41"/>
                    </a:lnTo>
                    <a:lnTo>
                      <a:pt x="165" y="0"/>
                    </a:lnTo>
                    <a:close/>
                  </a:path>
                </a:pathLst>
              </a:custGeom>
              <a:solidFill>
                <a:srgbClr val="000000">
                  <a:alpha val="95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29;p53"/>
              <p:cNvSpPr/>
              <p:nvPr/>
            </p:nvSpPr>
            <p:spPr>
              <a:xfrm>
                <a:off x="1350850" y="2531475"/>
                <a:ext cx="119775" cy="124875"/>
              </a:xfrm>
              <a:custGeom>
                <a:avLst/>
                <a:gdLst/>
                <a:ahLst/>
                <a:cxnLst/>
                <a:rect l="l" t="t" r="r" b="b"/>
                <a:pathLst>
                  <a:path w="4791" h="4995" extrusionOk="0">
                    <a:moveTo>
                      <a:pt x="1965" y="0"/>
                    </a:moveTo>
                    <a:lnTo>
                      <a:pt x="1720" y="41"/>
                    </a:lnTo>
                    <a:lnTo>
                      <a:pt x="1474" y="123"/>
                    </a:lnTo>
                    <a:lnTo>
                      <a:pt x="1147" y="246"/>
                    </a:lnTo>
                    <a:lnTo>
                      <a:pt x="860" y="410"/>
                    </a:lnTo>
                    <a:lnTo>
                      <a:pt x="615" y="655"/>
                    </a:lnTo>
                    <a:lnTo>
                      <a:pt x="410" y="901"/>
                    </a:lnTo>
                    <a:lnTo>
                      <a:pt x="246" y="1188"/>
                    </a:lnTo>
                    <a:lnTo>
                      <a:pt x="82" y="1515"/>
                    </a:lnTo>
                    <a:lnTo>
                      <a:pt x="41" y="1843"/>
                    </a:lnTo>
                    <a:lnTo>
                      <a:pt x="0" y="2170"/>
                    </a:lnTo>
                    <a:lnTo>
                      <a:pt x="41" y="2661"/>
                    </a:lnTo>
                    <a:lnTo>
                      <a:pt x="164" y="3112"/>
                    </a:lnTo>
                    <a:lnTo>
                      <a:pt x="328" y="3562"/>
                    </a:lnTo>
                    <a:lnTo>
                      <a:pt x="533" y="3971"/>
                    </a:lnTo>
                    <a:lnTo>
                      <a:pt x="655" y="4217"/>
                    </a:lnTo>
                    <a:lnTo>
                      <a:pt x="860" y="4422"/>
                    </a:lnTo>
                    <a:lnTo>
                      <a:pt x="1024" y="4585"/>
                    </a:lnTo>
                    <a:lnTo>
                      <a:pt x="1229" y="4749"/>
                    </a:lnTo>
                    <a:lnTo>
                      <a:pt x="1474" y="4872"/>
                    </a:lnTo>
                    <a:lnTo>
                      <a:pt x="1720" y="4954"/>
                    </a:lnTo>
                    <a:lnTo>
                      <a:pt x="1965" y="4995"/>
                    </a:lnTo>
                    <a:lnTo>
                      <a:pt x="2457" y="4995"/>
                    </a:lnTo>
                    <a:lnTo>
                      <a:pt x="2743" y="4954"/>
                    </a:lnTo>
                    <a:lnTo>
                      <a:pt x="2989" y="4913"/>
                    </a:lnTo>
                    <a:lnTo>
                      <a:pt x="3235" y="4831"/>
                    </a:lnTo>
                    <a:lnTo>
                      <a:pt x="3480" y="4708"/>
                    </a:lnTo>
                    <a:lnTo>
                      <a:pt x="3685" y="4545"/>
                    </a:lnTo>
                    <a:lnTo>
                      <a:pt x="3931" y="4381"/>
                    </a:lnTo>
                    <a:lnTo>
                      <a:pt x="4094" y="4217"/>
                    </a:lnTo>
                    <a:lnTo>
                      <a:pt x="4299" y="4012"/>
                    </a:lnTo>
                    <a:lnTo>
                      <a:pt x="4463" y="3767"/>
                    </a:lnTo>
                    <a:lnTo>
                      <a:pt x="4586" y="3521"/>
                    </a:lnTo>
                    <a:lnTo>
                      <a:pt x="4667" y="3275"/>
                    </a:lnTo>
                    <a:lnTo>
                      <a:pt x="4749" y="2989"/>
                    </a:lnTo>
                    <a:lnTo>
                      <a:pt x="4790" y="2743"/>
                    </a:lnTo>
                    <a:lnTo>
                      <a:pt x="4790" y="2498"/>
                    </a:lnTo>
                    <a:lnTo>
                      <a:pt x="4749" y="2211"/>
                    </a:lnTo>
                    <a:lnTo>
                      <a:pt x="4708" y="1965"/>
                    </a:lnTo>
                    <a:lnTo>
                      <a:pt x="4626" y="1761"/>
                    </a:lnTo>
                    <a:lnTo>
                      <a:pt x="4422" y="1310"/>
                    </a:lnTo>
                    <a:lnTo>
                      <a:pt x="4135" y="901"/>
                    </a:lnTo>
                    <a:lnTo>
                      <a:pt x="3808" y="574"/>
                    </a:lnTo>
                    <a:lnTo>
                      <a:pt x="3398" y="287"/>
                    </a:lnTo>
                    <a:lnTo>
                      <a:pt x="2948" y="123"/>
                    </a:lnTo>
                    <a:lnTo>
                      <a:pt x="2743" y="41"/>
                    </a:lnTo>
                    <a:lnTo>
                      <a:pt x="249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30;p53"/>
              <p:cNvSpPr/>
              <p:nvPr/>
            </p:nvSpPr>
            <p:spPr>
              <a:xfrm>
                <a:off x="1380525" y="2536600"/>
                <a:ext cx="90100" cy="119750"/>
              </a:xfrm>
              <a:custGeom>
                <a:avLst/>
                <a:gdLst/>
                <a:ahLst/>
                <a:cxnLst/>
                <a:rect l="l" t="t" r="r" b="b"/>
                <a:pathLst>
                  <a:path w="3604" h="4790" extrusionOk="0">
                    <a:moveTo>
                      <a:pt x="2007" y="0"/>
                    </a:moveTo>
                    <a:lnTo>
                      <a:pt x="2375" y="287"/>
                    </a:lnTo>
                    <a:lnTo>
                      <a:pt x="2703" y="614"/>
                    </a:lnTo>
                    <a:lnTo>
                      <a:pt x="2989" y="983"/>
                    </a:lnTo>
                    <a:lnTo>
                      <a:pt x="3194" y="1392"/>
                    </a:lnTo>
                    <a:lnTo>
                      <a:pt x="3276" y="1638"/>
                    </a:lnTo>
                    <a:lnTo>
                      <a:pt x="3317" y="1883"/>
                    </a:lnTo>
                    <a:lnTo>
                      <a:pt x="3317" y="2129"/>
                    </a:lnTo>
                    <a:lnTo>
                      <a:pt x="3317" y="2415"/>
                    </a:lnTo>
                    <a:lnTo>
                      <a:pt x="3276" y="2661"/>
                    </a:lnTo>
                    <a:lnTo>
                      <a:pt x="3235" y="2907"/>
                    </a:lnTo>
                    <a:lnTo>
                      <a:pt x="3112" y="3193"/>
                    </a:lnTo>
                    <a:lnTo>
                      <a:pt x="2989" y="3439"/>
                    </a:lnTo>
                    <a:lnTo>
                      <a:pt x="2825" y="3644"/>
                    </a:lnTo>
                    <a:lnTo>
                      <a:pt x="2662" y="3848"/>
                    </a:lnTo>
                    <a:lnTo>
                      <a:pt x="2375" y="4135"/>
                    </a:lnTo>
                    <a:lnTo>
                      <a:pt x="2089" y="4340"/>
                    </a:lnTo>
                    <a:lnTo>
                      <a:pt x="1761" y="4503"/>
                    </a:lnTo>
                    <a:lnTo>
                      <a:pt x="1393" y="4585"/>
                    </a:lnTo>
                    <a:lnTo>
                      <a:pt x="1065" y="4667"/>
                    </a:lnTo>
                    <a:lnTo>
                      <a:pt x="697" y="4667"/>
                    </a:lnTo>
                    <a:lnTo>
                      <a:pt x="328" y="4626"/>
                    </a:lnTo>
                    <a:lnTo>
                      <a:pt x="1" y="4503"/>
                    </a:lnTo>
                    <a:lnTo>
                      <a:pt x="369" y="4667"/>
                    </a:lnTo>
                    <a:lnTo>
                      <a:pt x="738" y="4790"/>
                    </a:lnTo>
                    <a:lnTo>
                      <a:pt x="1106" y="4790"/>
                    </a:lnTo>
                    <a:lnTo>
                      <a:pt x="1515" y="4749"/>
                    </a:lnTo>
                    <a:lnTo>
                      <a:pt x="1884" y="4667"/>
                    </a:lnTo>
                    <a:lnTo>
                      <a:pt x="2252" y="4503"/>
                    </a:lnTo>
                    <a:lnTo>
                      <a:pt x="2621" y="4258"/>
                    </a:lnTo>
                    <a:lnTo>
                      <a:pt x="2907" y="4012"/>
                    </a:lnTo>
                    <a:lnTo>
                      <a:pt x="3112" y="3807"/>
                    </a:lnTo>
                    <a:lnTo>
                      <a:pt x="3276" y="3562"/>
                    </a:lnTo>
                    <a:lnTo>
                      <a:pt x="3399" y="3316"/>
                    </a:lnTo>
                    <a:lnTo>
                      <a:pt x="3480" y="3070"/>
                    </a:lnTo>
                    <a:lnTo>
                      <a:pt x="3562" y="2784"/>
                    </a:lnTo>
                    <a:lnTo>
                      <a:pt x="3603" y="2538"/>
                    </a:lnTo>
                    <a:lnTo>
                      <a:pt x="3603" y="2293"/>
                    </a:lnTo>
                    <a:lnTo>
                      <a:pt x="3562" y="2006"/>
                    </a:lnTo>
                    <a:lnTo>
                      <a:pt x="3521" y="1760"/>
                    </a:lnTo>
                    <a:lnTo>
                      <a:pt x="3439" y="1556"/>
                    </a:lnTo>
                    <a:lnTo>
                      <a:pt x="3358" y="1269"/>
                    </a:lnTo>
                    <a:lnTo>
                      <a:pt x="3194" y="1064"/>
                    </a:lnTo>
                    <a:lnTo>
                      <a:pt x="3071" y="819"/>
                    </a:lnTo>
                    <a:lnTo>
                      <a:pt x="2866" y="614"/>
                    </a:lnTo>
                    <a:lnTo>
                      <a:pt x="2703" y="450"/>
                    </a:lnTo>
                    <a:lnTo>
                      <a:pt x="2457" y="246"/>
                    </a:lnTo>
                    <a:lnTo>
                      <a:pt x="2252" y="123"/>
                    </a:lnTo>
                    <a:lnTo>
                      <a:pt x="2007" y="0"/>
                    </a:lnTo>
                    <a:close/>
                  </a:path>
                </a:pathLst>
              </a:custGeom>
              <a:solidFill>
                <a:srgbClr val="000000">
                  <a:alpha val="95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1;p53"/>
              <p:cNvSpPr/>
              <p:nvPr/>
            </p:nvSpPr>
            <p:spPr>
              <a:xfrm>
                <a:off x="1382575" y="2556025"/>
                <a:ext cx="9225" cy="10275"/>
              </a:xfrm>
              <a:custGeom>
                <a:avLst/>
                <a:gdLst/>
                <a:ahLst/>
                <a:cxnLst/>
                <a:rect l="l" t="t" r="r" b="b"/>
                <a:pathLst>
                  <a:path w="369" h="411" extrusionOk="0">
                    <a:moveTo>
                      <a:pt x="123" y="1"/>
                    </a:moveTo>
                    <a:lnTo>
                      <a:pt x="82" y="42"/>
                    </a:lnTo>
                    <a:lnTo>
                      <a:pt x="41" y="124"/>
                    </a:lnTo>
                    <a:lnTo>
                      <a:pt x="1" y="206"/>
                    </a:lnTo>
                    <a:lnTo>
                      <a:pt x="1" y="247"/>
                    </a:lnTo>
                    <a:lnTo>
                      <a:pt x="41" y="328"/>
                    </a:lnTo>
                    <a:lnTo>
                      <a:pt x="123" y="369"/>
                    </a:lnTo>
                    <a:lnTo>
                      <a:pt x="164" y="410"/>
                    </a:lnTo>
                    <a:lnTo>
                      <a:pt x="246" y="369"/>
                    </a:lnTo>
                    <a:lnTo>
                      <a:pt x="328" y="328"/>
                    </a:lnTo>
                    <a:lnTo>
                      <a:pt x="369" y="287"/>
                    </a:lnTo>
                    <a:lnTo>
                      <a:pt x="369" y="206"/>
                    </a:lnTo>
                    <a:lnTo>
                      <a:pt x="369" y="124"/>
                    </a:lnTo>
                    <a:lnTo>
                      <a:pt x="328" y="83"/>
                    </a:lnTo>
                    <a:lnTo>
                      <a:pt x="287" y="42"/>
                    </a:lnTo>
                    <a:lnTo>
                      <a:pt x="205" y="1"/>
                    </a:lnTo>
                    <a:close/>
                  </a:path>
                </a:pathLst>
              </a:custGeom>
              <a:solidFill>
                <a:srgbClr val="000000">
                  <a:alpha val="95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32;p53"/>
              <p:cNvSpPr/>
              <p:nvPr/>
            </p:nvSpPr>
            <p:spPr>
              <a:xfrm>
                <a:off x="1374400" y="2604150"/>
                <a:ext cx="9225" cy="8200"/>
              </a:xfrm>
              <a:custGeom>
                <a:avLst/>
                <a:gdLst/>
                <a:ahLst/>
                <a:cxnLst/>
                <a:rect l="l" t="t" r="r" b="b"/>
                <a:pathLst>
                  <a:path w="369" h="328" extrusionOk="0">
                    <a:moveTo>
                      <a:pt x="82" y="0"/>
                    </a:moveTo>
                    <a:lnTo>
                      <a:pt x="82" y="41"/>
                    </a:lnTo>
                    <a:lnTo>
                      <a:pt x="0" y="123"/>
                    </a:lnTo>
                    <a:lnTo>
                      <a:pt x="0" y="205"/>
                    </a:lnTo>
                    <a:lnTo>
                      <a:pt x="41" y="287"/>
                    </a:lnTo>
                    <a:lnTo>
                      <a:pt x="164" y="328"/>
                    </a:lnTo>
                    <a:lnTo>
                      <a:pt x="205" y="328"/>
                    </a:lnTo>
                    <a:lnTo>
                      <a:pt x="287" y="287"/>
                    </a:lnTo>
                    <a:lnTo>
                      <a:pt x="328" y="246"/>
                    </a:lnTo>
                    <a:lnTo>
                      <a:pt x="368" y="164"/>
                    </a:lnTo>
                    <a:lnTo>
                      <a:pt x="368" y="123"/>
                    </a:lnTo>
                    <a:lnTo>
                      <a:pt x="328" y="41"/>
                    </a:lnTo>
                    <a:lnTo>
                      <a:pt x="246" y="0"/>
                    </a:lnTo>
                    <a:close/>
                  </a:path>
                </a:pathLst>
              </a:custGeom>
              <a:solidFill>
                <a:srgbClr val="000000">
                  <a:alpha val="95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33;p53"/>
              <p:cNvSpPr/>
              <p:nvPr/>
            </p:nvSpPr>
            <p:spPr>
              <a:xfrm>
                <a:off x="1411225" y="2560125"/>
                <a:ext cx="10275" cy="9250"/>
              </a:xfrm>
              <a:custGeom>
                <a:avLst/>
                <a:gdLst/>
                <a:ahLst/>
                <a:cxnLst/>
                <a:rect l="l" t="t" r="r" b="b"/>
                <a:pathLst>
                  <a:path w="411" h="370" extrusionOk="0">
                    <a:moveTo>
                      <a:pt x="124" y="1"/>
                    </a:moveTo>
                    <a:lnTo>
                      <a:pt x="83" y="42"/>
                    </a:lnTo>
                    <a:lnTo>
                      <a:pt x="42" y="83"/>
                    </a:lnTo>
                    <a:lnTo>
                      <a:pt x="1" y="164"/>
                    </a:lnTo>
                    <a:lnTo>
                      <a:pt x="1" y="246"/>
                    </a:lnTo>
                    <a:lnTo>
                      <a:pt x="42" y="328"/>
                    </a:lnTo>
                    <a:lnTo>
                      <a:pt x="124" y="369"/>
                    </a:lnTo>
                    <a:lnTo>
                      <a:pt x="246" y="369"/>
                    </a:lnTo>
                    <a:lnTo>
                      <a:pt x="328" y="328"/>
                    </a:lnTo>
                    <a:lnTo>
                      <a:pt x="369" y="287"/>
                    </a:lnTo>
                    <a:lnTo>
                      <a:pt x="410" y="205"/>
                    </a:lnTo>
                    <a:lnTo>
                      <a:pt x="369" y="123"/>
                    </a:lnTo>
                    <a:lnTo>
                      <a:pt x="328" y="83"/>
                    </a:lnTo>
                    <a:lnTo>
                      <a:pt x="287" y="1"/>
                    </a:lnTo>
                    <a:close/>
                  </a:path>
                </a:pathLst>
              </a:custGeom>
              <a:solidFill>
                <a:srgbClr val="000000">
                  <a:alpha val="95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34;p53"/>
              <p:cNvSpPr/>
              <p:nvPr/>
            </p:nvSpPr>
            <p:spPr>
              <a:xfrm>
                <a:off x="1418400" y="2608225"/>
                <a:ext cx="9225" cy="11300"/>
              </a:xfrm>
              <a:custGeom>
                <a:avLst/>
                <a:gdLst/>
                <a:ahLst/>
                <a:cxnLst/>
                <a:rect l="l" t="t" r="r" b="b"/>
                <a:pathLst>
                  <a:path w="369" h="452" extrusionOk="0">
                    <a:moveTo>
                      <a:pt x="123" y="1"/>
                    </a:moveTo>
                    <a:lnTo>
                      <a:pt x="41" y="42"/>
                    </a:lnTo>
                    <a:lnTo>
                      <a:pt x="0" y="124"/>
                    </a:lnTo>
                    <a:lnTo>
                      <a:pt x="0" y="246"/>
                    </a:lnTo>
                    <a:lnTo>
                      <a:pt x="0" y="328"/>
                    </a:lnTo>
                    <a:lnTo>
                      <a:pt x="41" y="369"/>
                    </a:lnTo>
                    <a:lnTo>
                      <a:pt x="123" y="410"/>
                    </a:lnTo>
                    <a:lnTo>
                      <a:pt x="164" y="451"/>
                    </a:lnTo>
                    <a:lnTo>
                      <a:pt x="246" y="451"/>
                    </a:lnTo>
                    <a:lnTo>
                      <a:pt x="328" y="410"/>
                    </a:lnTo>
                    <a:lnTo>
                      <a:pt x="369" y="328"/>
                    </a:lnTo>
                    <a:lnTo>
                      <a:pt x="369" y="287"/>
                    </a:lnTo>
                    <a:lnTo>
                      <a:pt x="369" y="205"/>
                    </a:lnTo>
                    <a:lnTo>
                      <a:pt x="328" y="124"/>
                    </a:lnTo>
                    <a:lnTo>
                      <a:pt x="287" y="42"/>
                    </a:lnTo>
                    <a:lnTo>
                      <a:pt x="205" y="1"/>
                    </a:lnTo>
                    <a:close/>
                  </a:path>
                </a:pathLst>
              </a:custGeom>
              <a:solidFill>
                <a:srgbClr val="000000">
                  <a:alpha val="95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35;p53"/>
              <p:cNvSpPr/>
              <p:nvPr/>
            </p:nvSpPr>
            <p:spPr>
              <a:xfrm>
                <a:off x="1395875" y="2627675"/>
                <a:ext cx="8225" cy="9250"/>
              </a:xfrm>
              <a:custGeom>
                <a:avLst/>
                <a:gdLst/>
                <a:ahLst/>
                <a:cxnLst/>
                <a:rect l="l" t="t" r="r" b="b"/>
                <a:pathLst>
                  <a:path w="329" h="370" extrusionOk="0">
                    <a:moveTo>
                      <a:pt x="124" y="1"/>
                    </a:moveTo>
                    <a:lnTo>
                      <a:pt x="42" y="42"/>
                    </a:lnTo>
                    <a:lnTo>
                      <a:pt x="42" y="123"/>
                    </a:lnTo>
                    <a:lnTo>
                      <a:pt x="1" y="164"/>
                    </a:lnTo>
                    <a:lnTo>
                      <a:pt x="1" y="246"/>
                    </a:lnTo>
                    <a:lnTo>
                      <a:pt x="83" y="328"/>
                    </a:lnTo>
                    <a:lnTo>
                      <a:pt x="124" y="369"/>
                    </a:lnTo>
                    <a:lnTo>
                      <a:pt x="205" y="369"/>
                    </a:lnTo>
                    <a:lnTo>
                      <a:pt x="287" y="287"/>
                    </a:lnTo>
                    <a:lnTo>
                      <a:pt x="328" y="246"/>
                    </a:lnTo>
                    <a:lnTo>
                      <a:pt x="328" y="164"/>
                    </a:lnTo>
                    <a:lnTo>
                      <a:pt x="287" y="82"/>
                    </a:lnTo>
                    <a:lnTo>
                      <a:pt x="246" y="42"/>
                    </a:lnTo>
                    <a:lnTo>
                      <a:pt x="164" y="1"/>
                    </a:lnTo>
                    <a:close/>
                  </a:path>
                </a:pathLst>
              </a:custGeom>
              <a:solidFill>
                <a:srgbClr val="000000">
                  <a:alpha val="95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36;p53"/>
              <p:cNvSpPr/>
              <p:nvPr/>
            </p:nvSpPr>
            <p:spPr>
              <a:xfrm>
                <a:off x="1431700" y="2583675"/>
                <a:ext cx="8225" cy="8200"/>
              </a:xfrm>
              <a:custGeom>
                <a:avLst/>
                <a:gdLst/>
                <a:ahLst/>
                <a:cxnLst/>
                <a:rect l="l" t="t" r="r" b="b"/>
                <a:pathLst>
                  <a:path w="329" h="328" extrusionOk="0">
                    <a:moveTo>
                      <a:pt x="123" y="0"/>
                    </a:moveTo>
                    <a:lnTo>
                      <a:pt x="42" y="41"/>
                    </a:lnTo>
                    <a:lnTo>
                      <a:pt x="1" y="123"/>
                    </a:lnTo>
                    <a:lnTo>
                      <a:pt x="1" y="205"/>
                    </a:lnTo>
                    <a:lnTo>
                      <a:pt x="42" y="246"/>
                    </a:lnTo>
                    <a:lnTo>
                      <a:pt x="82" y="328"/>
                    </a:lnTo>
                    <a:lnTo>
                      <a:pt x="246" y="328"/>
                    </a:lnTo>
                    <a:lnTo>
                      <a:pt x="287" y="246"/>
                    </a:lnTo>
                    <a:lnTo>
                      <a:pt x="328" y="205"/>
                    </a:lnTo>
                    <a:lnTo>
                      <a:pt x="328" y="123"/>
                    </a:lnTo>
                    <a:lnTo>
                      <a:pt x="328" y="41"/>
                    </a:lnTo>
                    <a:lnTo>
                      <a:pt x="246" y="0"/>
                    </a:lnTo>
                    <a:close/>
                  </a:path>
                </a:pathLst>
              </a:custGeom>
              <a:solidFill>
                <a:srgbClr val="000000">
                  <a:alpha val="95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37;p53"/>
              <p:cNvSpPr/>
              <p:nvPr/>
            </p:nvSpPr>
            <p:spPr>
              <a:xfrm>
                <a:off x="1393825" y="2584700"/>
                <a:ext cx="8225" cy="8200"/>
              </a:xfrm>
              <a:custGeom>
                <a:avLst/>
                <a:gdLst/>
                <a:ahLst/>
                <a:cxnLst/>
                <a:rect l="l" t="t" r="r" b="b"/>
                <a:pathLst>
                  <a:path w="329" h="328" extrusionOk="0">
                    <a:moveTo>
                      <a:pt x="165" y="0"/>
                    </a:moveTo>
                    <a:lnTo>
                      <a:pt x="124" y="41"/>
                    </a:lnTo>
                    <a:lnTo>
                      <a:pt x="42" y="41"/>
                    </a:lnTo>
                    <a:lnTo>
                      <a:pt x="1" y="123"/>
                    </a:lnTo>
                    <a:lnTo>
                      <a:pt x="1" y="205"/>
                    </a:lnTo>
                    <a:lnTo>
                      <a:pt x="83" y="328"/>
                    </a:lnTo>
                    <a:lnTo>
                      <a:pt x="206" y="328"/>
                    </a:lnTo>
                    <a:lnTo>
                      <a:pt x="287" y="287"/>
                    </a:lnTo>
                    <a:lnTo>
                      <a:pt x="287" y="246"/>
                    </a:lnTo>
                    <a:lnTo>
                      <a:pt x="328" y="123"/>
                    </a:lnTo>
                    <a:lnTo>
                      <a:pt x="246" y="41"/>
                    </a:lnTo>
                    <a:lnTo>
                      <a:pt x="165" y="0"/>
                    </a:lnTo>
                    <a:close/>
                  </a:path>
                </a:pathLst>
              </a:custGeom>
              <a:solidFill>
                <a:srgbClr val="000000">
                  <a:alpha val="95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438;p53"/>
              <p:cNvSpPr/>
              <p:nvPr/>
            </p:nvSpPr>
            <p:spPr>
              <a:xfrm>
                <a:off x="1448075" y="2176325"/>
                <a:ext cx="105450" cy="110575"/>
              </a:xfrm>
              <a:custGeom>
                <a:avLst/>
                <a:gdLst/>
                <a:ahLst/>
                <a:cxnLst/>
                <a:rect l="l" t="t" r="r" b="b"/>
                <a:pathLst>
                  <a:path w="4218" h="4423" extrusionOk="0">
                    <a:moveTo>
                      <a:pt x="1761" y="1"/>
                    </a:moveTo>
                    <a:lnTo>
                      <a:pt x="1515" y="42"/>
                    </a:lnTo>
                    <a:lnTo>
                      <a:pt x="1311" y="124"/>
                    </a:lnTo>
                    <a:lnTo>
                      <a:pt x="1024" y="206"/>
                    </a:lnTo>
                    <a:lnTo>
                      <a:pt x="778" y="369"/>
                    </a:lnTo>
                    <a:lnTo>
                      <a:pt x="533" y="574"/>
                    </a:lnTo>
                    <a:lnTo>
                      <a:pt x="369" y="820"/>
                    </a:lnTo>
                    <a:lnTo>
                      <a:pt x="205" y="1065"/>
                    </a:lnTo>
                    <a:lnTo>
                      <a:pt x="82" y="1352"/>
                    </a:lnTo>
                    <a:lnTo>
                      <a:pt x="1" y="1638"/>
                    </a:lnTo>
                    <a:lnTo>
                      <a:pt x="1" y="1925"/>
                    </a:lnTo>
                    <a:lnTo>
                      <a:pt x="42" y="2334"/>
                    </a:lnTo>
                    <a:lnTo>
                      <a:pt x="123" y="2744"/>
                    </a:lnTo>
                    <a:lnTo>
                      <a:pt x="287" y="3153"/>
                    </a:lnTo>
                    <a:lnTo>
                      <a:pt x="451" y="3522"/>
                    </a:lnTo>
                    <a:lnTo>
                      <a:pt x="574" y="3726"/>
                    </a:lnTo>
                    <a:lnTo>
                      <a:pt x="737" y="3931"/>
                    </a:lnTo>
                    <a:lnTo>
                      <a:pt x="901" y="4054"/>
                    </a:lnTo>
                    <a:lnTo>
                      <a:pt x="1106" y="4177"/>
                    </a:lnTo>
                    <a:lnTo>
                      <a:pt x="1311" y="4299"/>
                    </a:lnTo>
                    <a:lnTo>
                      <a:pt x="1515" y="4381"/>
                    </a:lnTo>
                    <a:lnTo>
                      <a:pt x="1720" y="4422"/>
                    </a:lnTo>
                    <a:lnTo>
                      <a:pt x="2170" y="4422"/>
                    </a:lnTo>
                    <a:lnTo>
                      <a:pt x="2416" y="4381"/>
                    </a:lnTo>
                    <a:lnTo>
                      <a:pt x="2825" y="4258"/>
                    </a:lnTo>
                    <a:lnTo>
                      <a:pt x="3071" y="4136"/>
                    </a:lnTo>
                    <a:lnTo>
                      <a:pt x="3235" y="4013"/>
                    </a:lnTo>
                    <a:lnTo>
                      <a:pt x="3439" y="3890"/>
                    </a:lnTo>
                    <a:lnTo>
                      <a:pt x="3603" y="3726"/>
                    </a:lnTo>
                    <a:lnTo>
                      <a:pt x="3767" y="3522"/>
                    </a:lnTo>
                    <a:lnTo>
                      <a:pt x="3890" y="3317"/>
                    </a:lnTo>
                    <a:lnTo>
                      <a:pt x="4013" y="3112"/>
                    </a:lnTo>
                    <a:lnTo>
                      <a:pt x="4094" y="2867"/>
                    </a:lnTo>
                    <a:lnTo>
                      <a:pt x="4176" y="2662"/>
                    </a:lnTo>
                    <a:lnTo>
                      <a:pt x="4217" y="2416"/>
                    </a:lnTo>
                    <a:lnTo>
                      <a:pt x="4217" y="2212"/>
                    </a:lnTo>
                    <a:lnTo>
                      <a:pt x="4176" y="1966"/>
                    </a:lnTo>
                    <a:lnTo>
                      <a:pt x="4094" y="1556"/>
                    </a:lnTo>
                    <a:lnTo>
                      <a:pt x="3890" y="1147"/>
                    </a:lnTo>
                    <a:lnTo>
                      <a:pt x="3644" y="820"/>
                    </a:lnTo>
                    <a:lnTo>
                      <a:pt x="3358" y="533"/>
                    </a:lnTo>
                    <a:lnTo>
                      <a:pt x="2989" y="287"/>
                    </a:lnTo>
                    <a:lnTo>
                      <a:pt x="2621" y="124"/>
                    </a:lnTo>
                    <a:lnTo>
                      <a:pt x="217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439;p53"/>
              <p:cNvSpPr/>
              <p:nvPr/>
            </p:nvSpPr>
            <p:spPr>
              <a:xfrm>
                <a:off x="1474675" y="2181450"/>
                <a:ext cx="78850" cy="105450"/>
              </a:xfrm>
              <a:custGeom>
                <a:avLst/>
                <a:gdLst/>
                <a:ahLst/>
                <a:cxnLst/>
                <a:rect l="l" t="t" r="r" b="b"/>
                <a:pathLst>
                  <a:path w="3154" h="4218" extrusionOk="0">
                    <a:moveTo>
                      <a:pt x="1720" y="1"/>
                    </a:moveTo>
                    <a:lnTo>
                      <a:pt x="2089" y="205"/>
                    </a:lnTo>
                    <a:lnTo>
                      <a:pt x="2375" y="533"/>
                    </a:lnTo>
                    <a:lnTo>
                      <a:pt x="2621" y="860"/>
                    </a:lnTo>
                    <a:lnTo>
                      <a:pt x="2785" y="1229"/>
                    </a:lnTo>
                    <a:lnTo>
                      <a:pt x="2908" y="1638"/>
                    </a:lnTo>
                    <a:lnTo>
                      <a:pt x="2908" y="1884"/>
                    </a:lnTo>
                    <a:lnTo>
                      <a:pt x="2908" y="2088"/>
                    </a:lnTo>
                    <a:lnTo>
                      <a:pt x="2867" y="2334"/>
                    </a:lnTo>
                    <a:lnTo>
                      <a:pt x="2826" y="2580"/>
                    </a:lnTo>
                    <a:lnTo>
                      <a:pt x="2744" y="2784"/>
                    </a:lnTo>
                    <a:lnTo>
                      <a:pt x="2621" y="3030"/>
                    </a:lnTo>
                    <a:lnTo>
                      <a:pt x="2457" y="3194"/>
                    </a:lnTo>
                    <a:lnTo>
                      <a:pt x="2334" y="3398"/>
                    </a:lnTo>
                    <a:lnTo>
                      <a:pt x="2089" y="3603"/>
                    </a:lnTo>
                    <a:lnTo>
                      <a:pt x="1802" y="3808"/>
                    </a:lnTo>
                    <a:lnTo>
                      <a:pt x="1516" y="3931"/>
                    </a:lnTo>
                    <a:lnTo>
                      <a:pt x="1229" y="4053"/>
                    </a:lnTo>
                    <a:lnTo>
                      <a:pt x="902" y="4094"/>
                    </a:lnTo>
                    <a:lnTo>
                      <a:pt x="574" y="4094"/>
                    </a:lnTo>
                    <a:lnTo>
                      <a:pt x="288" y="4053"/>
                    </a:lnTo>
                    <a:lnTo>
                      <a:pt x="1" y="3972"/>
                    </a:lnTo>
                    <a:lnTo>
                      <a:pt x="288" y="4094"/>
                    </a:lnTo>
                    <a:lnTo>
                      <a:pt x="615" y="4176"/>
                    </a:lnTo>
                    <a:lnTo>
                      <a:pt x="943" y="4217"/>
                    </a:lnTo>
                    <a:lnTo>
                      <a:pt x="1311" y="4176"/>
                    </a:lnTo>
                    <a:lnTo>
                      <a:pt x="1639" y="4094"/>
                    </a:lnTo>
                    <a:lnTo>
                      <a:pt x="1966" y="3931"/>
                    </a:lnTo>
                    <a:lnTo>
                      <a:pt x="2294" y="3767"/>
                    </a:lnTo>
                    <a:lnTo>
                      <a:pt x="2539" y="3521"/>
                    </a:lnTo>
                    <a:lnTo>
                      <a:pt x="2703" y="3317"/>
                    </a:lnTo>
                    <a:lnTo>
                      <a:pt x="2826" y="3112"/>
                    </a:lnTo>
                    <a:lnTo>
                      <a:pt x="2949" y="2907"/>
                    </a:lnTo>
                    <a:lnTo>
                      <a:pt x="3030" y="2662"/>
                    </a:lnTo>
                    <a:lnTo>
                      <a:pt x="3112" y="2457"/>
                    </a:lnTo>
                    <a:lnTo>
                      <a:pt x="3153" y="2211"/>
                    </a:lnTo>
                    <a:lnTo>
                      <a:pt x="3153" y="2007"/>
                    </a:lnTo>
                    <a:lnTo>
                      <a:pt x="3112" y="1761"/>
                    </a:lnTo>
                    <a:lnTo>
                      <a:pt x="3030" y="1351"/>
                    </a:lnTo>
                    <a:lnTo>
                      <a:pt x="2908" y="1106"/>
                    </a:lnTo>
                    <a:lnTo>
                      <a:pt x="2826" y="901"/>
                    </a:lnTo>
                    <a:lnTo>
                      <a:pt x="2498" y="533"/>
                    </a:lnTo>
                    <a:lnTo>
                      <a:pt x="2171" y="205"/>
                    </a:lnTo>
                    <a:lnTo>
                      <a:pt x="1966" y="82"/>
                    </a:lnTo>
                    <a:lnTo>
                      <a:pt x="1720" y="1"/>
                    </a:lnTo>
                    <a:close/>
                  </a:path>
                </a:pathLst>
              </a:custGeom>
              <a:solidFill>
                <a:srgbClr val="000000">
                  <a:alpha val="95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440;p53"/>
              <p:cNvSpPr/>
              <p:nvPr/>
            </p:nvSpPr>
            <p:spPr>
              <a:xfrm>
                <a:off x="1476725" y="2198850"/>
                <a:ext cx="7200" cy="8200"/>
              </a:xfrm>
              <a:custGeom>
                <a:avLst/>
                <a:gdLst/>
                <a:ahLst/>
                <a:cxnLst/>
                <a:rect l="l" t="t" r="r" b="b"/>
                <a:pathLst>
                  <a:path w="288" h="328" extrusionOk="0">
                    <a:moveTo>
                      <a:pt x="83" y="0"/>
                    </a:moveTo>
                    <a:lnTo>
                      <a:pt x="42" y="41"/>
                    </a:lnTo>
                    <a:lnTo>
                      <a:pt x="1" y="82"/>
                    </a:lnTo>
                    <a:lnTo>
                      <a:pt x="1" y="205"/>
                    </a:lnTo>
                    <a:lnTo>
                      <a:pt x="42" y="287"/>
                    </a:lnTo>
                    <a:lnTo>
                      <a:pt x="124" y="328"/>
                    </a:lnTo>
                    <a:lnTo>
                      <a:pt x="206" y="328"/>
                    </a:lnTo>
                    <a:lnTo>
                      <a:pt x="247" y="287"/>
                    </a:lnTo>
                    <a:lnTo>
                      <a:pt x="287" y="246"/>
                    </a:lnTo>
                    <a:lnTo>
                      <a:pt x="287" y="123"/>
                    </a:lnTo>
                    <a:lnTo>
                      <a:pt x="206" y="0"/>
                    </a:lnTo>
                    <a:close/>
                  </a:path>
                </a:pathLst>
              </a:custGeom>
              <a:solidFill>
                <a:srgbClr val="000000">
                  <a:alpha val="95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441;p53"/>
              <p:cNvSpPr/>
              <p:nvPr/>
            </p:nvSpPr>
            <p:spPr>
              <a:xfrm>
                <a:off x="1468550" y="2240800"/>
                <a:ext cx="8200" cy="7200"/>
              </a:xfrm>
              <a:custGeom>
                <a:avLst/>
                <a:gdLst/>
                <a:ahLst/>
                <a:cxnLst/>
                <a:rect l="l" t="t" r="r" b="b"/>
                <a:pathLst>
                  <a:path w="328" h="288" extrusionOk="0">
                    <a:moveTo>
                      <a:pt x="82" y="1"/>
                    </a:moveTo>
                    <a:lnTo>
                      <a:pt x="41" y="42"/>
                    </a:lnTo>
                    <a:lnTo>
                      <a:pt x="0" y="124"/>
                    </a:lnTo>
                    <a:lnTo>
                      <a:pt x="0" y="206"/>
                    </a:lnTo>
                    <a:lnTo>
                      <a:pt x="41" y="247"/>
                    </a:lnTo>
                    <a:lnTo>
                      <a:pt x="123" y="288"/>
                    </a:lnTo>
                    <a:lnTo>
                      <a:pt x="164" y="288"/>
                    </a:lnTo>
                    <a:lnTo>
                      <a:pt x="246" y="247"/>
                    </a:lnTo>
                    <a:lnTo>
                      <a:pt x="287" y="206"/>
                    </a:lnTo>
                    <a:lnTo>
                      <a:pt x="328" y="165"/>
                    </a:lnTo>
                    <a:lnTo>
                      <a:pt x="328" y="83"/>
                    </a:lnTo>
                    <a:lnTo>
                      <a:pt x="287" y="42"/>
                    </a:lnTo>
                    <a:lnTo>
                      <a:pt x="205" y="1"/>
                    </a:lnTo>
                    <a:close/>
                  </a:path>
                </a:pathLst>
              </a:custGeom>
              <a:solidFill>
                <a:srgbClr val="000000">
                  <a:alpha val="95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442;p53"/>
              <p:cNvSpPr/>
              <p:nvPr/>
            </p:nvSpPr>
            <p:spPr>
              <a:xfrm>
                <a:off x="1501300" y="2201925"/>
                <a:ext cx="8200" cy="8200"/>
              </a:xfrm>
              <a:custGeom>
                <a:avLst/>
                <a:gdLst/>
                <a:ahLst/>
                <a:cxnLst/>
                <a:rect l="l" t="t" r="r" b="b"/>
                <a:pathLst>
                  <a:path w="328" h="328" extrusionOk="0">
                    <a:moveTo>
                      <a:pt x="123" y="0"/>
                    </a:moveTo>
                    <a:lnTo>
                      <a:pt x="41" y="41"/>
                    </a:lnTo>
                    <a:lnTo>
                      <a:pt x="0" y="82"/>
                    </a:lnTo>
                    <a:lnTo>
                      <a:pt x="0" y="164"/>
                    </a:lnTo>
                    <a:lnTo>
                      <a:pt x="0" y="205"/>
                    </a:lnTo>
                    <a:lnTo>
                      <a:pt x="82" y="328"/>
                    </a:lnTo>
                    <a:lnTo>
                      <a:pt x="205" y="328"/>
                    </a:lnTo>
                    <a:lnTo>
                      <a:pt x="287" y="287"/>
                    </a:lnTo>
                    <a:lnTo>
                      <a:pt x="328" y="246"/>
                    </a:lnTo>
                    <a:lnTo>
                      <a:pt x="328" y="164"/>
                    </a:lnTo>
                    <a:lnTo>
                      <a:pt x="328" y="123"/>
                    </a:lnTo>
                    <a:lnTo>
                      <a:pt x="246" y="0"/>
                    </a:lnTo>
                    <a:close/>
                  </a:path>
                </a:pathLst>
              </a:custGeom>
              <a:solidFill>
                <a:srgbClr val="000000">
                  <a:alpha val="95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443;p53"/>
              <p:cNvSpPr/>
              <p:nvPr/>
            </p:nvSpPr>
            <p:spPr>
              <a:xfrm>
                <a:off x="1507450" y="2243875"/>
                <a:ext cx="8200" cy="10275"/>
              </a:xfrm>
              <a:custGeom>
                <a:avLst/>
                <a:gdLst/>
                <a:ahLst/>
                <a:cxnLst/>
                <a:rect l="l" t="t" r="r" b="b"/>
                <a:pathLst>
                  <a:path w="328" h="411" extrusionOk="0">
                    <a:moveTo>
                      <a:pt x="82" y="1"/>
                    </a:moveTo>
                    <a:lnTo>
                      <a:pt x="41" y="83"/>
                    </a:lnTo>
                    <a:lnTo>
                      <a:pt x="0" y="124"/>
                    </a:lnTo>
                    <a:lnTo>
                      <a:pt x="0" y="287"/>
                    </a:lnTo>
                    <a:lnTo>
                      <a:pt x="82" y="410"/>
                    </a:lnTo>
                    <a:lnTo>
                      <a:pt x="205" y="410"/>
                    </a:lnTo>
                    <a:lnTo>
                      <a:pt x="328" y="328"/>
                    </a:lnTo>
                    <a:lnTo>
                      <a:pt x="328" y="246"/>
                    </a:lnTo>
                    <a:lnTo>
                      <a:pt x="328" y="205"/>
                    </a:lnTo>
                    <a:lnTo>
                      <a:pt x="246" y="42"/>
                    </a:lnTo>
                    <a:lnTo>
                      <a:pt x="164" y="1"/>
                    </a:lnTo>
                    <a:close/>
                  </a:path>
                </a:pathLst>
              </a:custGeom>
              <a:solidFill>
                <a:srgbClr val="000000">
                  <a:alpha val="95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444;p53"/>
              <p:cNvSpPr/>
              <p:nvPr/>
            </p:nvSpPr>
            <p:spPr>
              <a:xfrm>
                <a:off x="1488000" y="2261275"/>
                <a:ext cx="7175" cy="8225"/>
              </a:xfrm>
              <a:custGeom>
                <a:avLst/>
                <a:gdLst/>
                <a:ahLst/>
                <a:cxnLst/>
                <a:rect l="l" t="t" r="r" b="b"/>
                <a:pathLst>
                  <a:path w="287" h="329" extrusionOk="0">
                    <a:moveTo>
                      <a:pt x="164" y="1"/>
                    </a:moveTo>
                    <a:lnTo>
                      <a:pt x="82" y="42"/>
                    </a:lnTo>
                    <a:lnTo>
                      <a:pt x="41" y="42"/>
                    </a:lnTo>
                    <a:lnTo>
                      <a:pt x="0" y="124"/>
                    </a:lnTo>
                    <a:lnTo>
                      <a:pt x="0" y="164"/>
                    </a:lnTo>
                    <a:lnTo>
                      <a:pt x="0" y="205"/>
                    </a:lnTo>
                    <a:lnTo>
                      <a:pt x="41" y="287"/>
                    </a:lnTo>
                    <a:lnTo>
                      <a:pt x="123" y="328"/>
                    </a:lnTo>
                    <a:lnTo>
                      <a:pt x="164" y="328"/>
                    </a:lnTo>
                    <a:lnTo>
                      <a:pt x="246" y="287"/>
                    </a:lnTo>
                    <a:lnTo>
                      <a:pt x="287" y="205"/>
                    </a:lnTo>
                    <a:lnTo>
                      <a:pt x="287" y="124"/>
                    </a:lnTo>
                    <a:lnTo>
                      <a:pt x="246" y="83"/>
                    </a:lnTo>
                    <a:lnTo>
                      <a:pt x="205" y="42"/>
                    </a:lnTo>
                    <a:lnTo>
                      <a:pt x="164" y="1"/>
                    </a:lnTo>
                    <a:close/>
                  </a:path>
                </a:pathLst>
              </a:custGeom>
              <a:solidFill>
                <a:srgbClr val="000000">
                  <a:alpha val="95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445;p53"/>
              <p:cNvSpPr/>
              <p:nvPr/>
            </p:nvSpPr>
            <p:spPr>
              <a:xfrm>
                <a:off x="1518700" y="2222400"/>
                <a:ext cx="8200" cy="7175"/>
              </a:xfrm>
              <a:custGeom>
                <a:avLst/>
                <a:gdLst/>
                <a:ahLst/>
                <a:cxnLst/>
                <a:rect l="l" t="t" r="r" b="b"/>
                <a:pathLst>
                  <a:path w="328" h="287" extrusionOk="0">
                    <a:moveTo>
                      <a:pt x="123" y="0"/>
                    </a:moveTo>
                    <a:lnTo>
                      <a:pt x="82" y="41"/>
                    </a:lnTo>
                    <a:lnTo>
                      <a:pt x="41" y="123"/>
                    </a:lnTo>
                    <a:lnTo>
                      <a:pt x="0" y="164"/>
                    </a:lnTo>
                    <a:lnTo>
                      <a:pt x="41" y="246"/>
                    </a:lnTo>
                    <a:lnTo>
                      <a:pt x="82" y="287"/>
                    </a:lnTo>
                    <a:lnTo>
                      <a:pt x="246" y="287"/>
                    </a:lnTo>
                    <a:lnTo>
                      <a:pt x="287" y="246"/>
                    </a:lnTo>
                    <a:lnTo>
                      <a:pt x="328" y="164"/>
                    </a:lnTo>
                    <a:lnTo>
                      <a:pt x="287" y="123"/>
                    </a:lnTo>
                    <a:lnTo>
                      <a:pt x="328" y="123"/>
                    </a:lnTo>
                    <a:lnTo>
                      <a:pt x="287" y="41"/>
                    </a:lnTo>
                    <a:lnTo>
                      <a:pt x="246" y="0"/>
                    </a:lnTo>
                    <a:lnTo>
                      <a:pt x="164" y="0"/>
                    </a:lnTo>
                    <a:lnTo>
                      <a:pt x="123" y="41"/>
                    </a:lnTo>
                    <a:lnTo>
                      <a:pt x="123" y="0"/>
                    </a:lnTo>
                    <a:close/>
                  </a:path>
                </a:pathLst>
              </a:custGeom>
              <a:solidFill>
                <a:srgbClr val="000000">
                  <a:alpha val="95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446;p53"/>
              <p:cNvSpPr/>
              <p:nvPr/>
            </p:nvSpPr>
            <p:spPr>
              <a:xfrm>
                <a:off x="1485950" y="2223425"/>
                <a:ext cx="6150" cy="7175"/>
              </a:xfrm>
              <a:custGeom>
                <a:avLst/>
                <a:gdLst/>
                <a:ahLst/>
                <a:cxnLst/>
                <a:rect l="l" t="t" r="r" b="b"/>
                <a:pathLst>
                  <a:path w="246" h="287" extrusionOk="0">
                    <a:moveTo>
                      <a:pt x="164" y="0"/>
                    </a:moveTo>
                    <a:lnTo>
                      <a:pt x="82" y="41"/>
                    </a:lnTo>
                    <a:lnTo>
                      <a:pt x="41" y="41"/>
                    </a:lnTo>
                    <a:lnTo>
                      <a:pt x="0" y="82"/>
                    </a:lnTo>
                    <a:lnTo>
                      <a:pt x="0" y="205"/>
                    </a:lnTo>
                    <a:lnTo>
                      <a:pt x="82" y="287"/>
                    </a:lnTo>
                    <a:lnTo>
                      <a:pt x="164" y="287"/>
                    </a:lnTo>
                    <a:lnTo>
                      <a:pt x="246" y="246"/>
                    </a:lnTo>
                    <a:lnTo>
                      <a:pt x="246" y="205"/>
                    </a:lnTo>
                    <a:lnTo>
                      <a:pt x="246" y="123"/>
                    </a:lnTo>
                    <a:lnTo>
                      <a:pt x="205" y="41"/>
                    </a:lnTo>
                    <a:lnTo>
                      <a:pt x="164" y="0"/>
                    </a:lnTo>
                    <a:close/>
                  </a:path>
                </a:pathLst>
              </a:custGeom>
              <a:solidFill>
                <a:srgbClr val="000000">
                  <a:alpha val="95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447;p53"/>
              <p:cNvSpPr/>
              <p:nvPr/>
            </p:nvSpPr>
            <p:spPr>
              <a:xfrm>
                <a:off x="1676300" y="2701375"/>
                <a:ext cx="119775" cy="125900"/>
              </a:xfrm>
              <a:custGeom>
                <a:avLst/>
                <a:gdLst/>
                <a:ahLst/>
                <a:cxnLst/>
                <a:rect l="l" t="t" r="r" b="b"/>
                <a:pathLst>
                  <a:path w="4791" h="5036" extrusionOk="0">
                    <a:moveTo>
                      <a:pt x="1966" y="0"/>
                    </a:moveTo>
                    <a:lnTo>
                      <a:pt x="1720" y="41"/>
                    </a:lnTo>
                    <a:lnTo>
                      <a:pt x="1475" y="123"/>
                    </a:lnTo>
                    <a:lnTo>
                      <a:pt x="1147" y="246"/>
                    </a:lnTo>
                    <a:lnTo>
                      <a:pt x="861" y="450"/>
                    </a:lnTo>
                    <a:lnTo>
                      <a:pt x="615" y="655"/>
                    </a:lnTo>
                    <a:lnTo>
                      <a:pt x="410" y="942"/>
                    </a:lnTo>
                    <a:lnTo>
                      <a:pt x="206" y="1228"/>
                    </a:lnTo>
                    <a:lnTo>
                      <a:pt x="83" y="1515"/>
                    </a:lnTo>
                    <a:lnTo>
                      <a:pt x="1" y="1842"/>
                    </a:lnTo>
                    <a:lnTo>
                      <a:pt x="1" y="2211"/>
                    </a:lnTo>
                    <a:lnTo>
                      <a:pt x="42" y="2661"/>
                    </a:lnTo>
                    <a:lnTo>
                      <a:pt x="124" y="3111"/>
                    </a:lnTo>
                    <a:lnTo>
                      <a:pt x="287" y="3562"/>
                    </a:lnTo>
                    <a:lnTo>
                      <a:pt x="492" y="4012"/>
                    </a:lnTo>
                    <a:lnTo>
                      <a:pt x="656" y="4258"/>
                    </a:lnTo>
                    <a:lnTo>
                      <a:pt x="820" y="4462"/>
                    </a:lnTo>
                    <a:lnTo>
                      <a:pt x="1024" y="4626"/>
                    </a:lnTo>
                    <a:lnTo>
                      <a:pt x="1229" y="4749"/>
                    </a:lnTo>
                    <a:lnTo>
                      <a:pt x="1475" y="4872"/>
                    </a:lnTo>
                    <a:lnTo>
                      <a:pt x="1720" y="4954"/>
                    </a:lnTo>
                    <a:lnTo>
                      <a:pt x="1966" y="4995"/>
                    </a:lnTo>
                    <a:lnTo>
                      <a:pt x="2212" y="5036"/>
                    </a:lnTo>
                    <a:lnTo>
                      <a:pt x="2457" y="4995"/>
                    </a:lnTo>
                    <a:lnTo>
                      <a:pt x="2703" y="4995"/>
                    </a:lnTo>
                    <a:lnTo>
                      <a:pt x="2989" y="4913"/>
                    </a:lnTo>
                    <a:lnTo>
                      <a:pt x="3235" y="4831"/>
                    </a:lnTo>
                    <a:lnTo>
                      <a:pt x="3481" y="4708"/>
                    </a:lnTo>
                    <a:lnTo>
                      <a:pt x="3685" y="4585"/>
                    </a:lnTo>
                    <a:lnTo>
                      <a:pt x="3890" y="4421"/>
                    </a:lnTo>
                    <a:lnTo>
                      <a:pt x="4095" y="4217"/>
                    </a:lnTo>
                    <a:lnTo>
                      <a:pt x="4258" y="4012"/>
                    </a:lnTo>
                    <a:lnTo>
                      <a:pt x="4422" y="3766"/>
                    </a:lnTo>
                    <a:lnTo>
                      <a:pt x="4586" y="3521"/>
                    </a:lnTo>
                    <a:lnTo>
                      <a:pt x="4668" y="3275"/>
                    </a:lnTo>
                    <a:lnTo>
                      <a:pt x="4750" y="3030"/>
                    </a:lnTo>
                    <a:lnTo>
                      <a:pt x="4750" y="2743"/>
                    </a:lnTo>
                    <a:lnTo>
                      <a:pt x="4791" y="2497"/>
                    </a:lnTo>
                    <a:lnTo>
                      <a:pt x="4750" y="2252"/>
                    </a:lnTo>
                    <a:lnTo>
                      <a:pt x="4709" y="2006"/>
                    </a:lnTo>
                    <a:lnTo>
                      <a:pt x="4627" y="1760"/>
                    </a:lnTo>
                    <a:lnTo>
                      <a:pt x="4422" y="1310"/>
                    </a:lnTo>
                    <a:lnTo>
                      <a:pt x="4136" y="942"/>
                    </a:lnTo>
                    <a:lnTo>
                      <a:pt x="3808" y="573"/>
                    </a:lnTo>
                    <a:lnTo>
                      <a:pt x="3399" y="328"/>
                    </a:lnTo>
                    <a:lnTo>
                      <a:pt x="2948" y="123"/>
                    </a:lnTo>
                    <a:lnTo>
                      <a:pt x="2703" y="82"/>
                    </a:lnTo>
                    <a:lnTo>
                      <a:pt x="2457" y="41"/>
                    </a:lnTo>
                    <a:lnTo>
                      <a:pt x="221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448;p53"/>
              <p:cNvSpPr/>
              <p:nvPr/>
            </p:nvSpPr>
            <p:spPr>
              <a:xfrm>
                <a:off x="1706000" y="2706475"/>
                <a:ext cx="90075" cy="120800"/>
              </a:xfrm>
              <a:custGeom>
                <a:avLst/>
                <a:gdLst/>
                <a:ahLst/>
                <a:cxnLst/>
                <a:rect l="l" t="t" r="r" b="b"/>
                <a:pathLst>
                  <a:path w="3603" h="4832" extrusionOk="0">
                    <a:moveTo>
                      <a:pt x="2006" y="1"/>
                    </a:moveTo>
                    <a:lnTo>
                      <a:pt x="2375" y="287"/>
                    </a:lnTo>
                    <a:lnTo>
                      <a:pt x="2702" y="615"/>
                    </a:lnTo>
                    <a:lnTo>
                      <a:pt x="2989" y="983"/>
                    </a:lnTo>
                    <a:lnTo>
                      <a:pt x="3193" y="1434"/>
                    </a:lnTo>
                    <a:lnTo>
                      <a:pt x="3234" y="1638"/>
                    </a:lnTo>
                    <a:lnTo>
                      <a:pt x="3316" y="1925"/>
                    </a:lnTo>
                    <a:lnTo>
                      <a:pt x="3316" y="2171"/>
                    </a:lnTo>
                    <a:lnTo>
                      <a:pt x="3316" y="2416"/>
                    </a:lnTo>
                    <a:lnTo>
                      <a:pt x="3275" y="2662"/>
                    </a:lnTo>
                    <a:lnTo>
                      <a:pt x="3234" y="2948"/>
                    </a:lnTo>
                    <a:lnTo>
                      <a:pt x="3111" y="3194"/>
                    </a:lnTo>
                    <a:lnTo>
                      <a:pt x="2989" y="3440"/>
                    </a:lnTo>
                    <a:lnTo>
                      <a:pt x="2825" y="3685"/>
                    </a:lnTo>
                    <a:lnTo>
                      <a:pt x="2661" y="3890"/>
                    </a:lnTo>
                    <a:lnTo>
                      <a:pt x="2375" y="4136"/>
                    </a:lnTo>
                    <a:lnTo>
                      <a:pt x="2047" y="4340"/>
                    </a:lnTo>
                    <a:lnTo>
                      <a:pt x="1719" y="4504"/>
                    </a:lnTo>
                    <a:lnTo>
                      <a:pt x="1392" y="4627"/>
                    </a:lnTo>
                    <a:lnTo>
                      <a:pt x="1024" y="4668"/>
                    </a:lnTo>
                    <a:lnTo>
                      <a:pt x="696" y="4668"/>
                    </a:lnTo>
                    <a:lnTo>
                      <a:pt x="328" y="4627"/>
                    </a:lnTo>
                    <a:lnTo>
                      <a:pt x="0" y="4545"/>
                    </a:lnTo>
                    <a:lnTo>
                      <a:pt x="0" y="4545"/>
                    </a:lnTo>
                    <a:lnTo>
                      <a:pt x="369" y="4709"/>
                    </a:lnTo>
                    <a:lnTo>
                      <a:pt x="737" y="4791"/>
                    </a:lnTo>
                    <a:lnTo>
                      <a:pt x="1105" y="4832"/>
                    </a:lnTo>
                    <a:lnTo>
                      <a:pt x="1515" y="4791"/>
                    </a:lnTo>
                    <a:lnTo>
                      <a:pt x="1883" y="4668"/>
                    </a:lnTo>
                    <a:lnTo>
                      <a:pt x="2252" y="4504"/>
                    </a:lnTo>
                    <a:lnTo>
                      <a:pt x="2620" y="4299"/>
                    </a:lnTo>
                    <a:lnTo>
                      <a:pt x="2907" y="4013"/>
                    </a:lnTo>
                    <a:lnTo>
                      <a:pt x="3070" y="3808"/>
                    </a:lnTo>
                    <a:lnTo>
                      <a:pt x="3234" y="3562"/>
                    </a:lnTo>
                    <a:lnTo>
                      <a:pt x="3398" y="3317"/>
                    </a:lnTo>
                    <a:lnTo>
                      <a:pt x="3480" y="3071"/>
                    </a:lnTo>
                    <a:lnTo>
                      <a:pt x="3562" y="2826"/>
                    </a:lnTo>
                    <a:lnTo>
                      <a:pt x="3562" y="2539"/>
                    </a:lnTo>
                    <a:lnTo>
                      <a:pt x="3603" y="2293"/>
                    </a:lnTo>
                    <a:lnTo>
                      <a:pt x="3562" y="2048"/>
                    </a:lnTo>
                    <a:lnTo>
                      <a:pt x="3521" y="1802"/>
                    </a:lnTo>
                    <a:lnTo>
                      <a:pt x="3439" y="1556"/>
                    </a:lnTo>
                    <a:lnTo>
                      <a:pt x="3316" y="1311"/>
                    </a:lnTo>
                    <a:lnTo>
                      <a:pt x="3193" y="1065"/>
                    </a:lnTo>
                    <a:lnTo>
                      <a:pt x="3030" y="861"/>
                    </a:lnTo>
                    <a:lnTo>
                      <a:pt x="2866" y="656"/>
                    </a:lnTo>
                    <a:lnTo>
                      <a:pt x="2661" y="451"/>
                    </a:lnTo>
                    <a:lnTo>
                      <a:pt x="2456" y="287"/>
                    </a:lnTo>
                    <a:lnTo>
                      <a:pt x="2252" y="124"/>
                    </a:lnTo>
                    <a:lnTo>
                      <a:pt x="2006" y="1"/>
                    </a:lnTo>
                    <a:close/>
                  </a:path>
                </a:pathLst>
              </a:custGeom>
              <a:solidFill>
                <a:srgbClr val="000000">
                  <a:alpha val="95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449;p53"/>
              <p:cNvSpPr/>
              <p:nvPr/>
            </p:nvSpPr>
            <p:spPr>
              <a:xfrm>
                <a:off x="1708025" y="2726950"/>
                <a:ext cx="9250" cy="9250"/>
              </a:xfrm>
              <a:custGeom>
                <a:avLst/>
                <a:gdLst/>
                <a:ahLst/>
                <a:cxnLst/>
                <a:rect l="l" t="t" r="r" b="b"/>
                <a:pathLst>
                  <a:path w="370" h="370" extrusionOk="0">
                    <a:moveTo>
                      <a:pt x="124" y="1"/>
                    </a:moveTo>
                    <a:lnTo>
                      <a:pt x="42" y="42"/>
                    </a:lnTo>
                    <a:lnTo>
                      <a:pt x="1" y="82"/>
                    </a:lnTo>
                    <a:lnTo>
                      <a:pt x="1" y="164"/>
                    </a:lnTo>
                    <a:lnTo>
                      <a:pt x="1" y="246"/>
                    </a:lnTo>
                    <a:lnTo>
                      <a:pt x="42" y="287"/>
                    </a:lnTo>
                    <a:lnTo>
                      <a:pt x="83" y="328"/>
                    </a:lnTo>
                    <a:lnTo>
                      <a:pt x="165" y="369"/>
                    </a:lnTo>
                    <a:lnTo>
                      <a:pt x="247" y="369"/>
                    </a:lnTo>
                    <a:lnTo>
                      <a:pt x="328" y="328"/>
                    </a:lnTo>
                    <a:lnTo>
                      <a:pt x="369" y="246"/>
                    </a:lnTo>
                    <a:lnTo>
                      <a:pt x="369" y="205"/>
                    </a:lnTo>
                    <a:lnTo>
                      <a:pt x="369" y="123"/>
                    </a:lnTo>
                    <a:lnTo>
                      <a:pt x="328" y="42"/>
                    </a:lnTo>
                    <a:lnTo>
                      <a:pt x="288" y="1"/>
                    </a:lnTo>
                    <a:close/>
                  </a:path>
                </a:pathLst>
              </a:custGeom>
              <a:solidFill>
                <a:srgbClr val="000000">
                  <a:alpha val="95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450;p53"/>
              <p:cNvSpPr/>
              <p:nvPr/>
            </p:nvSpPr>
            <p:spPr>
              <a:xfrm>
                <a:off x="1699850" y="2774025"/>
                <a:ext cx="9225" cy="8225"/>
              </a:xfrm>
              <a:custGeom>
                <a:avLst/>
                <a:gdLst/>
                <a:ahLst/>
                <a:cxnLst/>
                <a:rect l="l" t="t" r="r" b="b"/>
                <a:pathLst>
                  <a:path w="369" h="329" extrusionOk="0">
                    <a:moveTo>
                      <a:pt x="164" y="1"/>
                    </a:moveTo>
                    <a:lnTo>
                      <a:pt x="82" y="42"/>
                    </a:lnTo>
                    <a:lnTo>
                      <a:pt x="41" y="42"/>
                    </a:lnTo>
                    <a:lnTo>
                      <a:pt x="0" y="124"/>
                    </a:lnTo>
                    <a:lnTo>
                      <a:pt x="0" y="246"/>
                    </a:lnTo>
                    <a:lnTo>
                      <a:pt x="41" y="328"/>
                    </a:lnTo>
                    <a:lnTo>
                      <a:pt x="246" y="328"/>
                    </a:lnTo>
                    <a:lnTo>
                      <a:pt x="328" y="287"/>
                    </a:lnTo>
                    <a:lnTo>
                      <a:pt x="369" y="205"/>
                    </a:lnTo>
                    <a:lnTo>
                      <a:pt x="328" y="124"/>
                    </a:lnTo>
                    <a:lnTo>
                      <a:pt x="287" y="42"/>
                    </a:lnTo>
                    <a:lnTo>
                      <a:pt x="246" y="1"/>
                    </a:lnTo>
                    <a:close/>
                  </a:path>
                </a:pathLst>
              </a:custGeom>
              <a:solidFill>
                <a:srgbClr val="000000">
                  <a:alpha val="95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451;p53"/>
              <p:cNvSpPr/>
              <p:nvPr/>
            </p:nvSpPr>
            <p:spPr>
              <a:xfrm>
                <a:off x="1736700" y="2730025"/>
                <a:ext cx="9225" cy="10250"/>
              </a:xfrm>
              <a:custGeom>
                <a:avLst/>
                <a:gdLst/>
                <a:ahLst/>
                <a:cxnLst/>
                <a:rect l="l" t="t" r="r" b="b"/>
                <a:pathLst>
                  <a:path w="369" h="410" extrusionOk="0">
                    <a:moveTo>
                      <a:pt x="123" y="0"/>
                    </a:moveTo>
                    <a:lnTo>
                      <a:pt x="82" y="41"/>
                    </a:lnTo>
                    <a:lnTo>
                      <a:pt x="0" y="123"/>
                    </a:lnTo>
                    <a:lnTo>
                      <a:pt x="0" y="205"/>
                    </a:lnTo>
                    <a:lnTo>
                      <a:pt x="0" y="246"/>
                    </a:lnTo>
                    <a:lnTo>
                      <a:pt x="41" y="328"/>
                    </a:lnTo>
                    <a:lnTo>
                      <a:pt x="82" y="369"/>
                    </a:lnTo>
                    <a:lnTo>
                      <a:pt x="164" y="410"/>
                    </a:lnTo>
                    <a:lnTo>
                      <a:pt x="246" y="369"/>
                    </a:lnTo>
                    <a:lnTo>
                      <a:pt x="328" y="369"/>
                    </a:lnTo>
                    <a:lnTo>
                      <a:pt x="369" y="287"/>
                    </a:lnTo>
                    <a:lnTo>
                      <a:pt x="369" y="205"/>
                    </a:lnTo>
                    <a:lnTo>
                      <a:pt x="369" y="164"/>
                    </a:lnTo>
                    <a:lnTo>
                      <a:pt x="328" y="82"/>
                    </a:lnTo>
                    <a:lnTo>
                      <a:pt x="287" y="41"/>
                    </a:lnTo>
                    <a:lnTo>
                      <a:pt x="205" y="0"/>
                    </a:lnTo>
                    <a:close/>
                  </a:path>
                </a:pathLst>
              </a:custGeom>
              <a:solidFill>
                <a:srgbClr val="000000">
                  <a:alpha val="95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452;p53"/>
              <p:cNvSpPr/>
              <p:nvPr/>
            </p:nvSpPr>
            <p:spPr>
              <a:xfrm>
                <a:off x="1743850" y="2778125"/>
                <a:ext cx="9250" cy="11275"/>
              </a:xfrm>
              <a:custGeom>
                <a:avLst/>
                <a:gdLst/>
                <a:ahLst/>
                <a:cxnLst/>
                <a:rect l="l" t="t" r="r" b="b"/>
                <a:pathLst>
                  <a:path w="370" h="451" extrusionOk="0">
                    <a:moveTo>
                      <a:pt x="83" y="0"/>
                    </a:moveTo>
                    <a:lnTo>
                      <a:pt x="1" y="82"/>
                    </a:lnTo>
                    <a:lnTo>
                      <a:pt x="1" y="164"/>
                    </a:lnTo>
                    <a:lnTo>
                      <a:pt x="1" y="246"/>
                    </a:lnTo>
                    <a:lnTo>
                      <a:pt x="1" y="328"/>
                    </a:lnTo>
                    <a:lnTo>
                      <a:pt x="42" y="410"/>
                    </a:lnTo>
                    <a:lnTo>
                      <a:pt x="83" y="451"/>
                    </a:lnTo>
                    <a:lnTo>
                      <a:pt x="246" y="451"/>
                    </a:lnTo>
                    <a:lnTo>
                      <a:pt x="287" y="410"/>
                    </a:lnTo>
                    <a:lnTo>
                      <a:pt x="328" y="369"/>
                    </a:lnTo>
                    <a:lnTo>
                      <a:pt x="369" y="287"/>
                    </a:lnTo>
                    <a:lnTo>
                      <a:pt x="369" y="205"/>
                    </a:lnTo>
                    <a:lnTo>
                      <a:pt x="328" y="123"/>
                    </a:lnTo>
                    <a:lnTo>
                      <a:pt x="246" y="41"/>
                    </a:lnTo>
                    <a:lnTo>
                      <a:pt x="205" y="0"/>
                    </a:lnTo>
                    <a:close/>
                  </a:path>
                </a:pathLst>
              </a:custGeom>
              <a:solidFill>
                <a:srgbClr val="000000">
                  <a:alpha val="95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453;p53"/>
              <p:cNvSpPr/>
              <p:nvPr/>
            </p:nvSpPr>
            <p:spPr>
              <a:xfrm>
                <a:off x="1721350" y="2798600"/>
                <a:ext cx="8200" cy="8200"/>
              </a:xfrm>
              <a:custGeom>
                <a:avLst/>
                <a:gdLst/>
                <a:ahLst/>
                <a:cxnLst/>
                <a:rect l="l" t="t" r="r" b="b"/>
                <a:pathLst>
                  <a:path w="328" h="328" extrusionOk="0">
                    <a:moveTo>
                      <a:pt x="123" y="0"/>
                    </a:moveTo>
                    <a:lnTo>
                      <a:pt x="41" y="41"/>
                    </a:lnTo>
                    <a:lnTo>
                      <a:pt x="0" y="82"/>
                    </a:lnTo>
                    <a:lnTo>
                      <a:pt x="0" y="123"/>
                    </a:lnTo>
                    <a:lnTo>
                      <a:pt x="0" y="205"/>
                    </a:lnTo>
                    <a:lnTo>
                      <a:pt x="41" y="287"/>
                    </a:lnTo>
                    <a:lnTo>
                      <a:pt x="123" y="328"/>
                    </a:lnTo>
                    <a:lnTo>
                      <a:pt x="205" y="328"/>
                    </a:lnTo>
                    <a:lnTo>
                      <a:pt x="287" y="287"/>
                    </a:lnTo>
                    <a:lnTo>
                      <a:pt x="328" y="205"/>
                    </a:lnTo>
                    <a:lnTo>
                      <a:pt x="328" y="123"/>
                    </a:lnTo>
                    <a:lnTo>
                      <a:pt x="287" y="41"/>
                    </a:lnTo>
                    <a:lnTo>
                      <a:pt x="246" y="0"/>
                    </a:lnTo>
                    <a:close/>
                  </a:path>
                </a:pathLst>
              </a:custGeom>
              <a:solidFill>
                <a:srgbClr val="000000">
                  <a:alpha val="95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454;p53"/>
              <p:cNvSpPr/>
              <p:nvPr/>
            </p:nvSpPr>
            <p:spPr>
              <a:xfrm>
                <a:off x="1757150" y="2753550"/>
                <a:ext cx="8225" cy="8225"/>
              </a:xfrm>
              <a:custGeom>
                <a:avLst/>
                <a:gdLst/>
                <a:ahLst/>
                <a:cxnLst/>
                <a:rect l="l" t="t" r="r" b="b"/>
                <a:pathLst>
                  <a:path w="329" h="329" extrusionOk="0">
                    <a:moveTo>
                      <a:pt x="165" y="1"/>
                    </a:moveTo>
                    <a:lnTo>
                      <a:pt x="83" y="42"/>
                    </a:lnTo>
                    <a:lnTo>
                      <a:pt x="124" y="42"/>
                    </a:lnTo>
                    <a:lnTo>
                      <a:pt x="42" y="83"/>
                    </a:lnTo>
                    <a:lnTo>
                      <a:pt x="1" y="124"/>
                    </a:lnTo>
                    <a:lnTo>
                      <a:pt x="1" y="206"/>
                    </a:lnTo>
                    <a:lnTo>
                      <a:pt x="42" y="288"/>
                    </a:lnTo>
                    <a:lnTo>
                      <a:pt x="83" y="328"/>
                    </a:lnTo>
                    <a:lnTo>
                      <a:pt x="247" y="328"/>
                    </a:lnTo>
                    <a:lnTo>
                      <a:pt x="288" y="288"/>
                    </a:lnTo>
                    <a:lnTo>
                      <a:pt x="329" y="206"/>
                    </a:lnTo>
                    <a:lnTo>
                      <a:pt x="329" y="124"/>
                    </a:lnTo>
                    <a:lnTo>
                      <a:pt x="288" y="83"/>
                    </a:lnTo>
                    <a:lnTo>
                      <a:pt x="247" y="1"/>
                    </a:lnTo>
                    <a:close/>
                  </a:path>
                </a:pathLst>
              </a:custGeom>
              <a:solidFill>
                <a:srgbClr val="000000">
                  <a:alpha val="95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455;p53"/>
              <p:cNvSpPr/>
              <p:nvPr/>
            </p:nvSpPr>
            <p:spPr>
              <a:xfrm>
                <a:off x="1719300" y="2755600"/>
                <a:ext cx="7175" cy="7200"/>
              </a:xfrm>
              <a:custGeom>
                <a:avLst/>
                <a:gdLst/>
                <a:ahLst/>
                <a:cxnLst/>
                <a:rect l="l" t="t" r="r" b="b"/>
                <a:pathLst>
                  <a:path w="287" h="288" extrusionOk="0">
                    <a:moveTo>
                      <a:pt x="82" y="1"/>
                    </a:moveTo>
                    <a:lnTo>
                      <a:pt x="41" y="42"/>
                    </a:lnTo>
                    <a:lnTo>
                      <a:pt x="0" y="83"/>
                    </a:lnTo>
                    <a:lnTo>
                      <a:pt x="0" y="206"/>
                    </a:lnTo>
                    <a:lnTo>
                      <a:pt x="82" y="287"/>
                    </a:lnTo>
                    <a:lnTo>
                      <a:pt x="205" y="287"/>
                    </a:lnTo>
                    <a:lnTo>
                      <a:pt x="246" y="246"/>
                    </a:lnTo>
                    <a:lnTo>
                      <a:pt x="287" y="206"/>
                    </a:lnTo>
                    <a:lnTo>
                      <a:pt x="287" y="83"/>
                    </a:lnTo>
                    <a:lnTo>
                      <a:pt x="246" y="1"/>
                    </a:lnTo>
                    <a:close/>
                  </a:path>
                </a:pathLst>
              </a:custGeom>
              <a:solidFill>
                <a:srgbClr val="000000">
                  <a:alpha val="95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456;p53"/>
              <p:cNvSpPr/>
              <p:nvPr/>
            </p:nvSpPr>
            <p:spPr>
              <a:xfrm>
                <a:off x="2012000" y="2456750"/>
                <a:ext cx="88050" cy="55300"/>
              </a:xfrm>
              <a:custGeom>
                <a:avLst/>
                <a:gdLst/>
                <a:ahLst/>
                <a:cxnLst/>
                <a:rect l="l" t="t" r="r" b="b"/>
                <a:pathLst>
                  <a:path w="3522" h="2212" extrusionOk="0">
                    <a:moveTo>
                      <a:pt x="2784" y="1"/>
                    </a:moveTo>
                    <a:lnTo>
                      <a:pt x="2662" y="42"/>
                    </a:lnTo>
                    <a:lnTo>
                      <a:pt x="574" y="410"/>
                    </a:lnTo>
                    <a:lnTo>
                      <a:pt x="451" y="451"/>
                    </a:lnTo>
                    <a:lnTo>
                      <a:pt x="328" y="492"/>
                    </a:lnTo>
                    <a:lnTo>
                      <a:pt x="205" y="574"/>
                    </a:lnTo>
                    <a:lnTo>
                      <a:pt x="123" y="697"/>
                    </a:lnTo>
                    <a:lnTo>
                      <a:pt x="83" y="779"/>
                    </a:lnTo>
                    <a:lnTo>
                      <a:pt x="42" y="902"/>
                    </a:lnTo>
                    <a:lnTo>
                      <a:pt x="1" y="1065"/>
                    </a:lnTo>
                    <a:lnTo>
                      <a:pt x="42" y="1188"/>
                    </a:lnTo>
                    <a:lnTo>
                      <a:pt x="123" y="1638"/>
                    </a:lnTo>
                    <a:lnTo>
                      <a:pt x="123" y="1761"/>
                    </a:lnTo>
                    <a:lnTo>
                      <a:pt x="205" y="1884"/>
                    </a:lnTo>
                    <a:lnTo>
                      <a:pt x="287" y="2007"/>
                    </a:lnTo>
                    <a:lnTo>
                      <a:pt x="369" y="2089"/>
                    </a:lnTo>
                    <a:lnTo>
                      <a:pt x="492" y="2130"/>
                    </a:lnTo>
                    <a:lnTo>
                      <a:pt x="615" y="2171"/>
                    </a:lnTo>
                    <a:lnTo>
                      <a:pt x="738" y="2212"/>
                    </a:lnTo>
                    <a:lnTo>
                      <a:pt x="901" y="2171"/>
                    </a:lnTo>
                    <a:lnTo>
                      <a:pt x="2989" y="1802"/>
                    </a:lnTo>
                    <a:lnTo>
                      <a:pt x="3112" y="1761"/>
                    </a:lnTo>
                    <a:lnTo>
                      <a:pt x="3235" y="1720"/>
                    </a:lnTo>
                    <a:lnTo>
                      <a:pt x="3317" y="1638"/>
                    </a:lnTo>
                    <a:lnTo>
                      <a:pt x="3399" y="1516"/>
                    </a:lnTo>
                    <a:lnTo>
                      <a:pt x="3480" y="1434"/>
                    </a:lnTo>
                    <a:lnTo>
                      <a:pt x="3521" y="1311"/>
                    </a:lnTo>
                    <a:lnTo>
                      <a:pt x="3521" y="1147"/>
                    </a:lnTo>
                    <a:lnTo>
                      <a:pt x="3521" y="1024"/>
                    </a:lnTo>
                    <a:lnTo>
                      <a:pt x="3439" y="574"/>
                    </a:lnTo>
                    <a:lnTo>
                      <a:pt x="3399" y="451"/>
                    </a:lnTo>
                    <a:lnTo>
                      <a:pt x="3358" y="328"/>
                    </a:lnTo>
                    <a:lnTo>
                      <a:pt x="3276" y="206"/>
                    </a:lnTo>
                    <a:lnTo>
                      <a:pt x="3153" y="124"/>
                    </a:lnTo>
                    <a:lnTo>
                      <a:pt x="3030" y="83"/>
                    </a:lnTo>
                    <a:lnTo>
                      <a:pt x="2907" y="42"/>
                    </a:lnTo>
                    <a:lnTo>
                      <a:pt x="278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457;p53"/>
              <p:cNvSpPr/>
              <p:nvPr/>
            </p:nvSpPr>
            <p:spPr>
              <a:xfrm>
                <a:off x="2056025" y="2424000"/>
                <a:ext cx="79850" cy="111600"/>
              </a:xfrm>
              <a:custGeom>
                <a:avLst/>
                <a:gdLst/>
                <a:ahLst/>
                <a:cxnLst/>
                <a:rect l="l" t="t" r="r" b="b"/>
                <a:pathLst>
                  <a:path w="3194" h="4464" extrusionOk="0">
                    <a:moveTo>
                      <a:pt x="1023" y="1"/>
                    </a:moveTo>
                    <a:lnTo>
                      <a:pt x="573" y="42"/>
                    </a:lnTo>
                    <a:lnTo>
                      <a:pt x="368" y="124"/>
                    </a:lnTo>
                    <a:lnTo>
                      <a:pt x="246" y="206"/>
                    </a:lnTo>
                    <a:lnTo>
                      <a:pt x="123" y="287"/>
                    </a:lnTo>
                    <a:lnTo>
                      <a:pt x="41" y="410"/>
                    </a:lnTo>
                    <a:lnTo>
                      <a:pt x="0" y="574"/>
                    </a:lnTo>
                    <a:lnTo>
                      <a:pt x="0" y="697"/>
                    </a:lnTo>
                    <a:lnTo>
                      <a:pt x="41" y="1024"/>
                    </a:lnTo>
                    <a:lnTo>
                      <a:pt x="164" y="1393"/>
                    </a:lnTo>
                    <a:lnTo>
                      <a:pt x="287" y="1761"/>
                    </a:lnTo>
                    <a:lnTo>
                      <a:pt x="409" y="2048"/>
                    </a:lnTo>
                    <a:lnTo>
                      <a:pt x="491" y="2334"/>
                    </a:lnTo>
                    <a:lnTo>
                      <a:pt x="532" y="2580"/>
                    </a:lnTo>
                    <a:lnTo>
                      <a:pt x="491" y="2907"/>
                    </a:lnTo>
                    <a:lnTo>
                      <a:pt x="491" y="3276"/>
                    </a:lnTo>
                    <a:lnTo>
                      <a:pt x="532" y="3644"/>
                    </a:lnTo>
                    <a:lnTo>
                      <a:pt x="573" y="4013"/>
                    </a:lnTo>
                    <a:lnTo>
                      <a:pt x="655" y="4136"/>
                    </a:lnTo>
                    <a:lnTo>
                      <a:pt x="737" y="4258"/>
                    </a:lnTo>
                    <a:lnTo>
                      <a:pt x="860" y="4381"/>
                    </a:lnTo>
                    <a:lnTo>
                      <a:pt x="983" y="4422"/>
                    </a:lnTo>
                    <a:lnTo>
                      <a:pt x="1146" y="4463"/>
                    </a:lnTo>
                    <a:lnTo>
                      <a:pt x="1351" y="4422"/>
                    </a:lnTo>
                    <a:lnTo>
                      <a:pt x="1801" y="4299"/>
                    </a:lnTo>
                    <a:lnTo>
                      <a:pt x="2211" y="4095"/>
                    </a:lnTo>
                    <a:lnTo>
                      <a:pt x="2538" y="3849"/>
                    </a:lnTo>
                    <a:lnTo>
                      <a:pt x="2784" y="3522"/>
                    </a:lnTo>
                    <a:lnTo>
                      <a:pt x="3029" y="3153"/>
                    </a:lnTo>
                    <a:lnTo>
                      <a:pt x="3152" y="2744"/>
                    </a:lnTo>
                    <a:lnTo>
                      <a:pt x="3193" y="2293"/>
                    </a:lnTo>
                    <a:lnTo>
                      <a:pt x="3152" y="1843"/>
                    </a:lnTo>
                    <a:lnTo>
                      <a:pt x="3029" y="1434"/>
                    </a:lnTo>
                    <a:lnTo>
                      <a:pt x="2825" y="1024"/>
                    </a:lnTo>
                    <a:lnTo>
                      <a:pt x="2579" y="697"/>
                    </a:lnTo>
                    <a:lnTo>
                      <a:pt x="2252" y="410"/>
                    </a:lnTo>
                    <a:lnTo>
                      <a:pt x="1883" y="206"/>
                    </a:lnTo>
                    <a:lnTo>
                      <a:pt x="1474" y="83"/>
                    </a:lnTo>
                    <a:lnTo>
                      <a:pt x="102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458;p53"/>
              <p:cNvSpPr/>
              <p:nvPr/>
            </p:nvSpPr>
            <p:spPr>
              <a:xfrm>
                <a:off x="2056025" y="2425025"/>
                <a:ext cx="19450" cy="35850"/>
              </a:xfrm>
              <a:custGeom>
                <a:avLst/>
                <a:gdLst/>
                <a:ahLst/>
                <a:cxnLst/>
                <a:rect l="l" t="t" r="r" b="b"/>
                <a:pathLst>
                  <a:path w="778" h="1434" extrusionOk="0">
                    <a:moveTo>
                      <a:pt x="573" y="1"/>
                    </a:moveTo>
                    <a:lnTo>
                      <a:pt x="328" y="83"/>
                    </a:lnTo>
                    <a:lnTo>
                      <a:pt x="164" y="206"/>
                    </a:lnTo>
                    <a:lnTo>
                      <a:pt x="41" y="369"/>
                    </a:lnTo>
                    <a:lnTo>
                      <a:pt x="0" y="533"/>
                    </a:lnTo>
                    <a:lnTo>
                      <a:pt x="0" y="738"/>
                    </a:lnTo>
                    <a:lnTo>
                      <a:pt x="41" y="942"/>
                    </a:lnTo>
                    <a:lnTo>
                      <a:pt x="205" y="1434"/>
                    </a:lnTo>
                    <a:lnTo>
                      <a:pt x="532" y="1352"/>
                    </a:lnTo>
                    <a:lnTo>
                      <a:pt x="368" y="942"/>
                    </a:lnTo>
                    <a:lnTo>
                      <a:pt x="328" y="738"/>
                    </a:lnTo>
                    <a:lnTo>
                      <a:pt x="328" y="533"/>
                    </a:lnTo>
                    <a:lnTo>
                      <a:pt x="368" y="369"/>
                    </a:lnTo>
                    <a:lnTo>
                      <a:pt x="450" y="206"/>
                    </a:lnTo>
                    <a:lnTo>
                      <a:pt x="573" y="83"/>
                    </a:lnTo>
                    <a:lnTo>
                      <a:pt x="778" y="1"/>
                    </a:lnTo>
                    <a:close/>
                  </a:path>
                </a:pathLst>
              </a:custGeom>
              <a:solidFill>
                <a:srgbClr val="000000">
                  <a:alpha val="95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459;p53"/>
              <p:cNvSpPr/>
              <p:nvPr/>
            </p:nvSpPr>
            <p:spPr>
              <a:xfrm>
                <a:off x="2012000" y="2464950"/>
                <a:ext cx="30725" cy="47100"/>
              </a:xfrm>
              <a:custGeom>
                <a:avLst/>
                <a:gdLst/>
                <a:ahLst/>
                <a:cxnLst/>
                <a:rect l="l" t="t" r="r" b="b"/>
                <a:pathLst>
                  <a:path w="1229" h="1884" extrusionOk="0">
                    <a:moveTo>
                      <a:pt x="901" y="0"/>
                    </a:moveTo>
                    <a:lnTo>
                      <a:pt x="574" y="82"/>
                    </a:lnTo>
                    <a:lnTo>
                      <a:pt x="451" y="123"/>
                    </a:lnTo>
                    <a:lnTo>
                      <a:pt x="328" y="164"/>
                    </a:lnTo>
                    <a:lnTo>
                      <a:pt x="205" y="246"/>
                    </a:lnTo>
                    <a:lnTo>
                      <a:pt x="123" y="369"/>
                    </a:lnTo>
                    <a:lnTo>
                      <a:pt x="83" y="451"/>
                    </a:lnTo>
                    <a:lnTo>
                      <a:pt x="42" y="574"/>
                    </a:lnTo>
                    <a:lnTo>
                      <a:pt x="1" y="737"/>
                    </a:lnTo>
                    <a:lnTo>
                      <a:pt x="42" y="860"/>
                    </a:lnTo>
                    <a:lnTo>
                      <a:pt x="123" y="1310"/>
                    </a:lnTo>
                    <a:lnTo>
                      <a:pt x="123" y="1433"/>
                    </a:lnTo>
                    <a:lnTo>
                      <a:pt x="205" y="1556"/>
                    </a:lnTo>
                    <a:lnTo>
                      <a:pt x="287" y="1679"/>
                    </a:lnTo>
                    <a:lnTo>
                      <a:pt x="369" y="1761"/>
                    </a:lnTo>
                    <a:lnTo>
                      <a:pt x="492" y="1802"/>
                    </a:lnTo>
                    <a:lnTo>
                      <a:pt x="615" y="1843"/>
                    </a:lnTo>
                    <a:lnTo>
                      <a:pt x="738" y="1884"/>
                    </a:lnTo>
                    <a:lnTo>
                      <a:pt x="901" y="1843"/>
                    </a:lnTo>
                    <a:lnTo>
                      <a:pt x="1229" y="1802"/>
                    </a:lnTo>
                    <a:lnTo>
                      <a:pt x="942" y="1802"/>
                    </a:lnTo>
                    <a:lnTo>
                      <a:pt x="819" y="1761"/>
                    </a:lnTo>
                    <a:lnTo>
                      <a:pt x="697" y="1679"/>
                    </a:lnTo>
                    <a:lnTo>
                      <a:pt x="615" y="1597"/>
                    </a:lnTo>
                    <a:lnTo>
                      <a:pt x="533" y="1515"/>
                    </a:lnTo>
                    <a:lnTo>
                      <a:pt x="451" y="1392"/>
                    </a:lnTo>
                    <a:lnTo>
                      <a:pt x="410" y="1269"/>
                    </a:lnTo>
                    <a:lnTo>
                      <a:pt x="328" y="819"/>
                    </a:lnTo>
                    <a:lnTo>
                      <a:pt x="328" y="655"/>
                    </a:lnTo>
                    <a:lnTo>
                      <a:pt x="369" y="533"/>
                    </a:lnTo>
                    <a:lnTo>
                      <a:pt x="410" y="410"/>
                    </a:lnTo>
                    <a:lnTo>
                      <a:pt x="451" y="287"/>
                    </a:lnTo>
                    <a:lnTo>
                      <a:pt x="533" y="205"/>
                    </a:lnTo>
                    <a:lnTo>
                      <a:pt x="656" y="123"/>
                    </a:lnTo>
                    <a:lnTo>
                      <a:pt x="778" y="41"/>
                    </a:lnTo>
                    <a:lnTo>
                      <a:pt x="901" y="0"/>
                    </a:lnTo>
                    <a:close/>
                  </a:path>
                </a:pathLst>
              </a:custGeom>
              <a:solidFill>
                <a:srgbClr val="000000">
                  <a:alpha val="95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460;p53"/>
              <p:cNvSpPr/>
              <p:nvPr/>
            </p:nvSpPr>
            <p:spPr>
              <a:xfrm>
                <a:off x="2068300" y="2503850"/>
                <a:ext cx="26625" cy="31750"/>
              </a:xfrm>
              <a:custGeom>
                <a:avLst/>
                <a:gdLst/>
                <a:ahLst/>
                <a:cxnLst/>
                <a:rect l="l" t="t" r="r" b="b"/>
                <a:pathLst>
                  <a:path w="1065" h="1270" extrusionOk="0">
                    <a:moveTo>
                      <a:pt x="328" y="0"/>
                    </a:moveTo>
                    <a:lnTo>
                      <a:pt x="0" y="41"/>
                    </a:lnTo>
                    <a:lnTo>
                      <a:pt x="41" y="532"/>
                    </a:lnTo>
                    <a:lnTo>
                      <a:pt x="82" y="737"/>
                    </a:lnTo>
                    <a:lnTo>
                      <a:pt x="164" y="942"/>
                    </a:lnTo>
                    <a:lnTo>
                      <a:pt x="246" y="1105"/>
                    </a:lnTo>
                    <a:lnTo>
                      <a:pt x="410" y="1187"/>
                    </a:lnTo>
                    <a:lnTo>
                      <a:pt x="614" y="1269"/>
                    </a:lnTo>
                    <a:lnTo>
                      <a:pt x="860" y="1228"/>
                    </a:lnTo>
                    <a:lnTo>
                      <a:pt x="1065" y="1187"/>
                    </a:lnTo>
                    <a:lnTo>
                      <a:pt x="860" y="1187"/>
                    </a:lnTo>
                    <a:lnTo>
                      <a:pt x="696" y="1105"/>
                    </a:lnTo>
                    <a:lnTo>
                      <a:pt x="532" y="983"/>
                    </a:lnTo>
                    <a:lnTo>
                      <a:pt x="451" y="819"/>
                    </a:lnTo>
                    <a:lnTo>
                      <a:pt x="410" y="655"/>
                    </a:lnTo>
                    <a:lnTo>
                      <a:pt x="369" y="450"/>
                    </a:lnTo>
                    <a:lnTo>
                      <a:pt x="328" y="0"/>
                    </a:lnTo>
                    <a:close/>
                  </a:path>
                </a:pathLst>
              </a:custGeom>
              <a:solidFill>
                <a:srgbClr val="000000">
                  <a:alpha val="95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461;p53"/>
              <p:cNvSpPr/>
              <p:nvPr/>
            </p:nvSpPr>
            <p:spPr>
              <a:xfrm>
                <a:off x="1514600" y="2489500"/>
                <a:ext cx="88050" cy="55300"/>
              </a:xfrm>
              <a:custGeom>
                <a:avLst/>
                <a:gdLst/>
                <a:ahLst/>
                <a:cxnLst/>
                <a:rect l="l" t="t" r="r" b="b"/>
                <a:pathLst>
                  <a:path w="3522" h="2212" extrusionOk="0">
                    <a:moveTo>
                      <a:pt x="2784" y="1"/>
                    </a:moveTo>
                    <a:lnTo>
                      <a:pt x="2662" y="42"/>
                    </a:lnTo>
                    <a:lnTo>
                      <a:pt x="574" y="410"/>
                    </a:lnTo>
                    <a:lnTo>
                      <a:pt x="451" y="451"/>
                    </a:lnTo>
                    <a:lnTo>
                      <a:pt x="328" y="492"/>
                    </a:lnTo>
                    <a:lnTo>
                      <a:pt x="205" y="574"/>
                    </a:lnTo>
                    <a:lnTo>
                      <a:pt x="123" y="697"/>
                    </a:lnTo>
                    <a:lnTo>
                      <a:pt x="82" y="779"/>
                    </a:lnTo>
                    <a:lnTo>
                      <a:pt x="42" y="943"/>
                    </a:lnTo>
                    <a:lnTo>
                      <a:pt x="1" y="1065"/>
                    </a:lnTo>
                    <a:lnTo>
                      <a:pt x="1" y="1188"/>
                    </a:lnTo>
                    <a:lnTo>
                      <a:pt x="82" y="1638"/>
                    </a:lnTo>
                    <a:lnTo>
                      <a:pt x="123" y="1761"/>
                    </a:lnTo>
                    <a:lnTo>
                      <a:pt x="205" y="1884"/>
                    </a:lnTo>
                    <a:lnTo>
                      <a:pt x="287" y="2007"/>
                    </a:lnTo>
                    <a:lnTo>
                      <a:pt x="369" y="2089"/>
                    </a:lnTo>
                    <a:lnTo>
                      <a:pt x="492" y="2130"/>
                    </a:lnTo>
                    <a:lnTo>
                      <a:pt x="615" y="2171"/>
                    </a:lnTo>
                    <a:lnTo>
                      <a:pt x="737" y="2212"/>
                    </a:lnTo>
                    <a:lnTo>
                      <a:pt x="901" y="2212"/>
                    </a:lnTo>
                    <a:lnTo>
                      <a:pt x="2989" y="1802"/>
                    </a:lnTo>
                    <a:lnTo>
                      <a:pt x="3112" y="1802"/>
                    </a:lnTo>
                    <a:lnTo>
                      <a:pt x="3235" y="1720"/>
                    </a:lnTo>
                    <a:lnTo>
                      <a:pt x="3317" y="1638"/>
                    </a:lnTo>
                    <a:lnTo>
                      <a:pt x="3398" y="1557"/>
                    </a:lnTo>
                    <a:lnTo>
                      <a:pt x="3480" y="1434"/>
                    </a:lnTo>
                    <a:lnTo>
                      <a:pt x="3521" y="1311"/>
                    </a:lnTo>
                    <a:lnTo>
                      <a:pt x="3521" y="1188"/>
                    </a:lnTo>
                    <a:lnTo>
                      <a:pt x="3521" y="1024"/>
                    </a:lnTo>
                    <a:lnTo>
                      <a:pt x="3439" y="574"/>
                    </a:lnTo>
                    <a:lnTo>
                      <a:pt x="3398" y="451"/>
                    </a:lnTo>
                    <a:lnTo>
                      <a:pt x="3358" y="328"/>
                    </a:lnTo>
                    <a:lnTo>
                      <a:pt x="3276" y="206"/>
                    </a:lnTo>
                    <a:lnTo>
                      <a:pt x="3153" y="124"/>
                    </a:lnTo>
                    <a:lnTo>
                      <a:pt x="3030" y="83"/>
                    </a:lnTo>
                    <a:lnTo>
                      <a:pt x="2907" y="42"/>
                    </a:lnTo>
                    <a:lnTo>
                      <a:pt x="278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462;p53"/>
              <p:cNvSpPr/>
              <p:nvPr/>
            </p:nvSpPr>
            <p:spPr>
              <a:xfrm>
                <a:off x="1558600" y="2457775"/>
                <a:ext cx="79875" cy="110575"/>
              </a:xfrm>
              <a:custGeom>
                <a:avLst/>
                <a:gdLst/>
                <a:ahLst/>
                <a:cxnLst/>
                <a:rect l="l" t="t" r="r" b="b"/>
                <a:pathLst>
                  <a:path w="3195" h="4423" extrusionOk="0">
                    <a:moveTo>
                      <a:pt x="574" y="1"/>
                    </a:moveTo>
                    <a:lnTo>
                      <a:pt x="369" y="83"/>
                    </a:lnTo>
                    <a:lnTo>
                      <a:pt x="206" y="165"/>
                    </a:lnTo>
                    <a:lnTo>
                      <a:pt x="124" y="246"/>
                    </a:lnTo>
                    <a:lnTo>
                      <a:pt x="42" y="369"/>
                    </a:lnTo>
                    <a:lnTo>
                      <a:pt x="1" y="533"/>
                    </a:lnTo>
                    <a:lnTo>
                      <a:pt x="1" y="656"/>
                    </a:lnTo>
                    <a:lnTo>
                      <a:pt x="42" y="1024"/>
                    </a:lnTo>
                    <a:lnTo>
                      <a:pt x="165" y="1352"/>
                    </a:lnTo>
                    <a:lnTo>
                      <a:pt x="288" y="1720"/>
                    </a:lnTo>
                    <a:lnTo>
                      <a:pt x="410" y="2048"/>
                    </a:lnTo>
                    <a:lnTo>
                      <a:pt x="492" y="2293"/>
                    </a:lnTo>
                    <a:lnTo>
                      <a:pt x="533" y="2539"/>
                    </a:lnTo>
                    <a:lnTo>
                      <a:pt x="492" y="2867"/>
                    </a:lnTo>
                    <a:lnTo>
                      <a:pt x="492" y="3235"/>
                    </a:lnTo>
                    <a:lnTo>
                      <a:pt x="533" y="3644"/>
                    </a:lnTo>
                    <a:lnTo>
                      <a:pt x="574" y="3972"/>
                    </a:lnTo>
                    <a:lnTo>
                      <a:pt x="656" y="4095"/>
                    </a:lnTo>
                    <a:lnTo>
                      <a:pt x="738" y="4217"/>
                    </a:lnTo>
                    <a:lnTo>
                      <a:pt x="861" y="4340"/>
                    </a:lnTo>
                    <a:lnTo>
                      <a:pt x="983" y="4381"/>
                    </a:lnTo>
                    <a:lnTo>
                      <a:pt x="1147" y="4422"/>
                    </a:lnTo>
                    <a:lnTo>
                      <a:pt x="1352" y="4381"/>
                    </a:lnTo>
                    <a:lnTo>
                      <a:pt x="1802" y="4258"/>
                    </a:lnTo>
                    <a:lnTo>
                      <a:pt x="2171" y="4054"/>
                    </a:lnTo>
                    <a:lnTo>
                      <a:pt x="2539" y="3808"/>
                    </a:lnTo>
                    <a:lnTo>
                      <a:pt x="2785" y="3481"/>
                    </a:lnTo>
                    <a:lnTo>
                      <a:pt x="2989" y="3112"/>
                    </a:lnTo>
                    <a:lnTo>
                      <a:pt x="3153" y="2703"/>
                    </a:lnTo>
                    <a:lnTo>
                      <a:pt x="3194" y="2252"/>
                    </a:lnTo>
                    <a:lnTo>
                      <a:pt x="3153" y="1802"/>
                    </a:lnTo>
                    <a:lnTo>
                      <a:pt x="3030" y="1393"/>
                    </a:lnTo>
                    <a:lnTo>
                      <a:pt x="2826" y="983"/>
                    </a:lnTo>
                    <a:lnTo>
                      <a:pt x="2580" y="656"/>
                    </a:lnTo>
                    <a:lnTo>
                      <a:pt x="2253" y="369"/>
                    </a:lnTo>
                    <a:lnTo>
                      <a:pt x="1884" y="165"/>
                    </a:lnTo>
                    <a:lnTo>
                      <a:pt x="1475" y="42"/>
                    </a:lnTo>
                    <a:lnTo>
                      <a:pt x="102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463;p53"/>
              <p:cNvSpPr/>
              <p:nvPr/>
            </p:nvSpPr>
            <p:spPr>
              <a:xfrm>
                <a:off x="1558600" y="2457775"/>
                <a:ext cx="19475" cy="35850"/>
              </a:xfrm>
              <a:custGeom>
                <a:avLst/>
                <a:gdLst/>
                <a:ahLst/>
                <a:cxnLst/>
                <a:rect l="l" t="t" r="r" b="b"/>
                <a:pathLst>
                  <a:path w="779" h="1434" extrusionOk="0">
                    <a:moveTo>
                      <a:pt x="574" y="1"/>
                    </a:moveTo>
                    <a:lnTo>
                      <a:pt x="328" y="83"/>
                    </a:lnTo>
                    <a:lnTo>
                      <a:pt x="165" y="206"/>
                    </a:lnTo>
                    <a:lnTo>
                      <a:pt x="42" y="369"/>
                    </a:lnTo>
                    <a:lnTo>
                      <a:pt x="1" y="533"/>
                    </a:lnTo>
                    <a:lnTo>
                      <a:pt x="1" y="738"/>
                    </a:lnTo>
                    <a:lnTo>
                      <a:pt x="42" y="983"/>
                    </a:lnTo>
                    <a:lnTo>
                      <a:pt x="165" y="1434"/>
                    </a:lnTo>
                    <a:lnTo>
                      <a:pt x="492" y="1352"/>
                    </a:lnTo>
                    <a:lnTo>
                      <a:pt x="369" y="942"/>
                    </a:lnTo>
                    <a:lnTo>
                      <a:pt x="328" y="738"/>
                    </a:lnTo>
                    <a:lnTo>
                      <a:pt x="328" y="533"/>
                    </a:lnTo>
                    <a:lnTo>
                      <a:pt x="369" y="369"/>
                    </a:lnTo>
                    <a:lnTo>
                      <a:pt x="451" y="206"/>
                    </a:lnTo>
                    <a:lnTo>
                      <a:pt x="574" y="83"/>
                    </a:lnTo>
                    <a:lnTo>
                      <a:pt x="779" y="1"/>
                    </a:lnTo>
                    <a:close/>
                  </a:path>
                </a:pathLst>
              </a:custGeom>
              <a:solidFill>
                <a:srgbClr val="000000">
                  <a:alpha val="95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464;p53"/>
              <p:cNvSpPr/>
              <p:nvPr/>
            </p:nvSpPr>
            <p:spPr>
              <a:xfrm>
                <a:off x="1514600" y="2497700"/>
                <a:ext cx="30725" cy="47100"/>
              </a:xfrm>
              <a:custGeom>
                <a:avLst/>
                <a:gdLst/>
                <a:ahLst/>
                <a:cxnLst/>
                <a:rect l="l" t="t" r="r" b="b"/>
                <a:pathLst>
                  <a:path w="1229" h="1884" extrusionOk="0">
                    <a:moveTo>
                      <a:pt x="901" y="0"/>
                    </a:moveTo>
                    <a:lnTo>
                      <a:pt x="574" y="82"/>
                    </a:lnTo>
                    <a:lnTo>
                      <a:pt x="451" y="123"/>
                    </a:lnTo>
                    <a:lnTo>
                      <a:pt x="328" y="164"/>
                    </a:lnTo>
                    <a:lnTo>
                      <a:pt x="205" y="246"/>
                    </a:lnTo>
                    <a:lnTo>
                      <a:pt x="123" y="369"/>
                    </a:lnTo>
                    <a:lnTo>
                      <a:pt x="82" y="451"/>
                    </a:lnTo>
                    <a:lnTo>
                      <a:pt x="42" y="615"/>
                    </a:lnTo>
                    <a:lnTo>
                      <a:pt x="1" y="737"/>
                    </a:lnTo>
                    <a:lnTo>
                      <a:pt x="1" y="860"/>
                    </a:lnTo>
                    <a:lnTo>
                      <a:pt x="82" y="1310"/>
                    </a:lnTo>
                    <a:lnTo>
                      <a:pt x="123" y="1433"/>
                    </a:lnTo>
                    <a:lnTo>
                      <a:pt x="205" y="1556"/>
                    </a:lnTo>
                    <a:lnTo>
                      <a:pt x="287" y="1679"/>
                    </a:lnTo>
                    <a:lnTo>
                      <a:pt x="369" y="1761"/>
                    </a:lnTo>
                    <a:lnTo>
                      <a:pt x="492" y="1802"/>
                    </a:lnTo>
                    <a:lnTo>
                      <a:pt x="615" y="1843"/>
                    </a:lnTo>
                    <a:lnTo>
                      <a:pt x="737" y="1884"/>
                    </a:lnTo>
                    <a:lnTo>
                      <a:pt x="901" y="1884"/>
                    </a:lnTo>
                    <a:lnTo>
                      <a:pt x="1229" y="1802"/>
                    </a:lnTo>
                    <a:lnTo>
                      <a:pt x="942" y="1802"/>
                    </a:lnTo>
                    <a:lnTo>
                      <a:pt x="819" y="1761"/>
                    </a:lnTo>
                    <a:lnTo>
                      <a:pt x="697" y="1679"/>
                    </a:lnTo>
                    <a:lnTo>
                      <a:pt x="615" y="1597"/>
                    </a:lnTo>
                    <a:lnTo>
                      <a:pt x="533" y="1515"/>
                    </a:lnTo>
                    <a:lnTo>
                      <a:pt x="451" y="1392"/>
                    </a:lnTo>
                    <a:lnTo>
                      <a:pt x="410" y="1270"/>
                    </a:lnTo>
                    <a:lnTo>
                      <a:pt x="328" y="819"/>
                    </a:lnTo>
                    <a:lnTo>
                      <a:pt x="328" y="655"/>
                    </a:lnTo>
                    <a:lnTo>
                      <a:pt x="369" y="533"/>
                    </a:lnTo>
                    <a:lnTo>
                      <a:pt x="410" y="410"/>
                    </a:lnTo>
                    <a:lnTo>
                      <a:pt x="451" y="287"/>
                    </a:lnTo>
                    <a:lnTo>
                      <a:pt x="533" y="205"/>
                    </a:lnTo>
                    <a:lnTo>
                      <a:pt x="656" y="123"/>
                    </a:lnTo>
                    <a:lnTo>
                      <a:pt x="778" y="41"/>
                    </a:lnTo>
                    <a:lnTo>
                      <a:pt x="901" y="0"/>
                    </a:lnTo>
                    <a:close/>
                  </a:path>
                </a:pathLst>
              </a:custGeom>
              <a:solidFill>
                <a:srgbClr val="000000">
                  <a:alpha val="95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465;p53"/>
              <p:cNvSpPr/>
              <p:nvPr/>
            </p:nvSpPr>
            <p:spPr>
              <a:xfrm>
                <a:off x="1570900" y="2536600"/>
                <a:ext cx="26625" cy="31750"/>
              </a:xfrm>
              <a:custGeom>
                <a:avLst/>
                <a:gdLst/>
                <a:ahLst/>
                <a:cxnLst/>
                <a:rect l="l" t="t" r="r" b="b"/>
                <a:pathLst>
                  <a:path w="1065" h="1270" extrusionOk="0">
                    <a:moveTo>
                      <a:pt x="328" y="0"/>
                    </a:moveTo>
                    <a:lnTo>
                      <a:pt x="0" y="82"/>
                    </a:lnTo>
                    <a:lnTo>
                      <a:pt x="41" y="532"/>
                    </a:lnTo>
                    <a:lnTo>
                      <a:pt x="82" y="778"/>
                    </a:lnTo>
                    <a:lnTo>
                      <a:pt x="164" y="942"/>
                    </a:lnTo>
                    <a:lnTo>
                      <a:pt x="246" y="1105"/>
                    </a:lnTo>
                    <a:lnTo>
                      <a:pt x="410" y="1228"/>
                    </a:lnTo>
                    <a:lnTo>
                      <a:pt x="614" y="1269"/>
                    </a:lnTo>
                    <a:lnTo>
                      <a:pt x="860" y="1228"/>
                    </a:lnTo>
                    <a:lnTo>
                      <a:pt x="1065" y="1187"/>
                    </a:lnTo>
                    <a:lnTo>
                      <a:pt x="860" y="1187"/>
                    </a:lnTo>
                    <a:lnTo>
                      <a:pt x="696" y="1105"/>
                    </a:lnTo>
                    <a:lnTo>
                      <a:pt x="532" y="983"/>
                    </a:lnTo>
                    <a:lnTo>
                      <a:pt x="451" y="860"/>
                    </a:lnTo>
                    <a:lnTo>
                      <a:pt x="410" y="655"/>
                    </a:lnTo>
                    <a:lnTo>
                      <a:pt x="369" y="450"/>
                    </a:lnTo>
                    <a:lnTo>
                      <a:pt x="328" y="0"/>
                    </a:lnTo>
                    <a:close/>
                  </a:path>
                </a:pathLst>
              </a:custGeom>
              <a:solidFill>
                <a:srgbClr val="000000">
                  <a:alpha val="95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466;p53"/>
              <p:cNvSpPr/>
              <p:nvPr/>
            </p:nvSpPr>
            <p:spPr>
              <a:xfrm>
                <a:off x="1720325" y="2523275"/>
                <a:ext cx="69625" cy="86000"/>
              </a:xfrm>
              <a:custGeom>
                <a:avLst/>
                <a:gdLst/>
                <a:ahLst/>
                <a:cxnLst/>
                <a:rect l="l" t="t" r="r" b="b"/>
                <a:pathLst>
                  <a:path w="2785" h="3440" extrusionOk="0">
                    <a:moveTo>
                      <a:pt x="1024" y="1"/>
                    </a:moveTo>
                    <a:lnTo>
                      <a:pt x="901" y="42"/>
                    </a:lnTo>
                    <a:lnTo>
                      <a:pt x="778" y="83"/>
                    </a:lnTo>
                    <a:lnTo>
                      <a:pt x="369" y="328"/>
                    </a:lnTo>
                    <a:lnTo>
                      <a:pt x="246" y="369"/>
                    </a:lnTo>
                    <a:lnTo>
                      <a:pt x="164" y="492"/>
                    </a:lnTo>
                    <a:lnTo>
                      <a:pt x="82" y="615"/>
                    </a:lnTo>
                    <a:lnTo>
                      <a:pt x="41" y="697"/>
                    </a:lnTo>
                    <a:lnTo>
                      <a:pt x="0" y="861"/>
                    </a:lnTo>
                    <a:lnTo>
                      <a:pt x="0" y="983"/>
                    </a:lnTo>
                    <a:lnTo>
                      <a:pt x="41" y="1106"/>
                    </a:lnTo>
                    <a:lnTo>
                      <a:pt x="82" y="1229"/>
                    </a:lnTo>
                    <a:lnTo>
                      <a:pt x="1106" y="3071"/>
                    </a:lnTo>
                    <a:lnTo>
                      <a:pt x="1187" y="3194"/>
                    </a:lnTo>
                    <a:lnTo>
                      <a:pt x="1269" y="3276"/>
                    </a:lnTo>
                    <a:lnTo>
                      <a:pt x="1392" y="3358"/>
                    </a:lnTo>
                    <a:lnTo>
                      <a:pt x="1515" y="3399"/>
                    </a:lnTo>
                    <a:lnTo>
                      <a:pt x="1638" y="3440"/>
                    </a:lnTo>
                    <a:lnTo>
                      <a:pt x="1761" y="3440"/>
                    </a:lnTo>
                    <a:lnTo>
                      <a:pt x="1924" y="3399"/>
                    </a:lnTo>
                    <a:lnTo>
                      <a:pt x="2047" y="3358"/>
                    </a:lnTo>
                    <a:lnTo>
                      <a:pt x="2457" y="3153"/>
                    </a:lnTo>
                    <a:lnTo>
                      <a:pt x="2538" y="3071"/>
                    </a:lnTo>
                    <a:lnTo>
                      <a:pt x="2661" y="2948"/>
                    </a:lnTo>
                    <a:lnTo>
                      <a:pt x="2702" y="2867"/>
                    </a:lnTo>
                    <a:lnTo>
                      <a:pt x="2784" y="2744"/>
                    </a:lnTo>
                    <a:lnTo>
                      <a:pt x="2784" y="2621"/>
                    </a:lnTo>
                    <a:lnTo>
                      <a:pt x="2784" y="2457"/>
                    </a:lnTo>
                    <a:lnTo>
                      <a:pt x="2784" y="2334"/>
                    </a:lnTo>
                    <a:lnTo>
                      <a:pt x="2702" y="2212"/>
                    </a:lnTo>
                    <a:lnTo>
                      <a:pt x="1679" y="369"/>
                    </a:lnTo>
                    <a:lnTo>
                      <a:pt x="1597" y="247"/>
                    </a:lnTo>
                    <a:lnTo>
                      <a:pt x="1515" y="165"/>
                    </a:lnTo>
                    <a:lnTo>
                      <a:pt x="1392" y="83"/>
                    </a:lnTo>
                    <a:lnTo>
                      <a:pt x="1269" y="42"/>
                    </a:lnTo>
                    <a:lnTo>
                      <a:pt x="114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467;p53"/>
              <p:cNvSpPr/>
              <p:nvPr/>
            </p:nvSpPr>
            <p:spPr>
              <a:xfrm>
                <a:off x="1715200" y="2550925"/>
                <a:ext cx="107500" cy="92125"/>
              </a:xfrm>
              <a:custGeom>
                <a:avLst/>
                <a:gdLst/>
                <a:ahLst/>
                <a:cxnLst/>
                <a:rect l="l" t="t" r="r" b="b"/>
                <a:pathLst>
                  <a:path w="4300" h="3685" extrusionOk="0">
                    <a:moveTo>
                      <a:pt x="3357" y="0"/>
                    </a:moveTo>
                    <a:lnTo>
                      <a:pt x="3235" y="41"/>
                    </a:lnTo>
                    <a:lnTo>
                      <a:pt x="2907" y="205"/>
                    </a:lnTo>
                    <a:lnTo>
                      <a:pt x="2621" y="451"/>
                    </a:lnTo>
                    <a:lnTo>
                      <a:pt x="2334" y="655"/>
                    </a:lnTo>
                    <a:lnTo>
                      <a:pt x="2088" y="901"/>
                    </a:lnTo>
                    <a:lnTo>
                      <a:pt x="1843" y="1065"/>
                    </a:lnTo>
                    <a:lnTo>
                      <a:pt x="1597" y="1146"/>
                    </a:lnTo>
                    <a:lnTo>
                      <a:pt x="1311" y="1228"/>
                    </a:lnTo>
                    <a:lnTo>
                      <a:pt x="942" y="1351"/>
                    </a:lnTo>
                    <a:lnTo>
                      <a:pt x="574" y="1474"/>
                    </a:lnTo>
                    <a:lnTo>
                      <a:pt x="287" y="1679"/>
                    </a:lnTo>
                    <a:lnTo>
                      <a:pt x="164" y="1761"/>
                    </a:lnTo>
                    <a:lnTo>
                      <a:pt x="82" y="1883"/>
                    </a:lnTo>
                    <a:lnTo>
                      <a:pt x="41" y="2047"/>
                    </a:lnTo>
                    <a:lnTo>
                      <a:pt x="1" y="2170"/>
                    </a:lnTo>
                    <a:lnTo>
                      <a:pt x="41" y="2334"/>
                    </a:lnTo>
                    <a:lnTo>
                      <a:pt x="123" y="2538"/>
                    </a:lnTo>
                    <a:lnTo>
                      <a:pt x="369" y="2907"/>
                    </a:lnTo>
                    <a:lnTo>
                      <a:pt x="696" y="3234"/>
                    </a:lnTo>
                    <a:lnTo>
                      <a:pt x="1065" y="3439"/>
                    </a:lnTo>
                    <a:lnTo>
                      <a:pt x="1474" y="3603"/>
                    </a:lnTo>
                    <a:lnTo>
                      <a:pt x="1884" y="3685"/>
                    </a:lnTo>
                    <a:lnTo>
                      <a:pt x="2293" y="3685"/>
                    </a:lnTo>
                    <a:lnTo>
                      <a:pt x="2743" y="3603"/>
                    </a:lnTo>
                    <a:lnTo>
                      <a:pt x="3153" y="3439"/>
                    </a:lnTo>
                    <a:lnTo>
                      <a:pt x="3521" y="3152"/>
                    </a:lnTo>
                    <a:lnTo>
                      <a:pt x="3808" y="2866"/>
                    </a:lnTo>
                    <a:lnTo>
                      <a:pt x="4053" y="2497"/>
                    </a:lnTo>
                    <a:lnTo>
                      <a:pt x="4217" y="2088"/>
                    </a:lnTo>
                    <a:lnTo>
                      <a:pt x="4299" y="1679"/>
                    </a:lnTo>
                    <a:lnTo>
                      <a:pt x="4299" y="1269"/>
                    </a:lnTo>
                    <a:lnTo>
                      <a:pt x="4217" y="819"/>
                    </a:lnTo>
                    <a:lnTo>
                      <a:pt x="4012" y="410"/>
                    </a:lnTo>
                    <a:lnTo>
                      <a:pt x="3931" y="246"/>
                    </a:lnTo>
                    <a:lnTo>
                      <a:pt x="3808" y="123"/>
                    </a:lnTo>
                    <a:lnTo>
                      <a:pt x="3644" y="41"/>
                    </a:lnTo>
                    <a:lnTo>
                      <a:pt x="352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468;p53"/>
              <p:cNvSpPr/>
              <p:nvPr/>
            </p:nvSpPr>
            <p:spPr>
              <a:xfrm>
                <a:off x="1779675" y="2550925"/>
                <a:ext cx="37900" cy="19475"/>
              </a:xfrm>
              <a:custGeom>
                <a:avLst/>
                <a:gdLst/>
                <a:ahLst/>
                <a:cxnLst/>
                <a:rect l="l" t="t" r="r" b="b"/>
                <a:pathLst>
                  <a:path w="1516" h="779" extrusionOk="0">
                    <a:moveTo>
                      <a:pt x="942" y="0"/>
                    </a:moveTo>
                    <a:lnTo>
                      <a:pt x="778" y="41"/>
                    </a:lnTo>
                    <a:lnTo>
                      <a:pt x="574" y="82"/>
                    </a:lnTo>
                    <a:lnTo>
                      <a:pt x="369" y="205"/>
                    </a:lnTo>
                    <a:lnTo>
                      <a:pt x="1" y="491"/>
                    </a:lnTo>
                    <a:lnTo>
                      <a:pt x="164" y="778"/>
                    </a:lnTo>
                    <a:lnTo>
                      <a:pt x="533" y="491"/>
                    </a:lnTo>
                    <a:lnTo>
                      <a:pt x="697" y="410"/>
                    </a:lnTo>
                    <a:lnTo>
                      <a:pt x="860" y="328"/>
                    </a:lnTo>
                    <a:lnTo>
                      <a:pt x="1065" y="287"/>
                    </a:lnTo>
                    <a:lnTo>
                      <a:pt x="1229" y="328"/>
                    </a:lnTo>
                    <a:lnTo>
                      <a:pt x="1393" y="410"/>
                    </a:lnTo>
                    <a:lnTo>
                      <a:pt x="1515" y="573"/>
                    </a:lnTo>
                    <a:lnTo>
                      <a:pt x="1515" y="573"/>
                    </a:lnTo>
                    <a:lnTo>
                      <a:pt x="1433" y="410"/>
                    </a:lnTo>
                    <a:lnTo>
                      <a:pt x="1311" y="205"/>
                    </a:lnTo>
                    <a:lnTo>
                      <a:pt x="1147" y="82"/>
                    </a:lnTo>
                    <a:lnTo>
                      <a:pt x="942" y="0"/>
                    </a:lnTo>
                    <a:close/>
                  </a:path>
                </a:pathLst>
              </a:custGeom>
              <a:solidFill>
                <a:srgbClr val="000000">
                  <a:alpha val="95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469;p53"/>
              <p:cNvSpPr/>
              <p:nvPr/>
            </p:nvSpPr>
            <p:spPr>
              <a:xfrm>
                <a:off x="1720325" y="2523275"/>
                <a:ext cx="46075" cy="37900"/>
              </a:xfrm>
              <a:custGeom>
                <a:avLst/>
                <a:gdLst/>
                <a:ahLst/>
                <a:cxnLst/>
                <a:rect l="l" t="t" r="r" b="b"/>
                <a:pathLst>
                  <a:path w="1843" h="1516" extrusionOk="0">
                    <a:moveTo>
                      <a:pt x="1024" y="1"/>
                    </a:moveTo>
                    <a:lnTo>
                      <a:pt x="901" y="42"/>
                    </a:lnTo>
                    <a:lnTo>
                      <a:pt x="778" y="83"/>
                    </a:lnTo>
                    <a:lnTo>
                      <a:pt x="369" y="328"/>
                    </a:lnTo>
                    <a:lnTo>
                      <a:pt x="246" y="369"/>
                    </a:lnTo>
                    <a:lnTo>
                      <a:pt x="164" y="492"/>
                    </a:lnTo>
                    <a:lnTo>
                      <a:pt x="82" y="615"/>
                    </a:lnTo>
                    <a:lnTo>
                      <a:pt x="41" y="697"/>
                    </a:lnTo>
                    <a:lnTo>
                      <a:pt x="0" y="861"/>
                    </a:lnTo>
                    <a:lnTo>
                      <a:pt x="0" y="983"/>
                    </a:lnTo>
                    <a:lnTo>
                      <a:pt x="41" y="1106"/>
                    </a:lnTo>
                    <a:lnTo>
                      <a:pt x="82" y="1229"/>
                    </a:lnTo>
                    <a:lnTo>
                      <a:pt x="246" y="1516"/>
                    </a:lnTo>
                    <a:lnTo>
                      <a:pt x="246" y="1516"/>
                    </a:lnTo>
                    <a:lnTo>
                      <a:pt x="205" y="1393"/>
                    </a:lnTo>
                    <a:lnTo>
                      <a:pt x="164" y="1270"/>
                    </a:lnTo>
                    <a:lnTo>
                      <a:pt x="164" y="1147"/>
                    </a:lnTo>
                    <a:lnTo>
                      <a:pt x="205" y="1024"/>
                    </a:lnTo>
                    <a:lnTo>
                      <a:pt x="246" y="902"/>
                    </a:lnTo>
                    <a:lnTo>
                      <a:pt x="328" y="779"/>
                    </a:lnTo>
                    <a:lnTo>
                      <a:pt x="410" y="697"/>
                    </a:lnTo>
                    <a:lnTo>
                      <a:pt x="532" y="615"/>
                    </a:lnTo>
                    <a:lnTo>
                      <a:pt x="942" y="369"/>
                    </a:lnTo>
                    <a:lnTo>
                      <a:pt x="1065" y="328"/>
                    </a:lnTo>
                    <a:lnTo>
                      <a:pt x="1187" y="287"/>
                    </a:lnTo>
                    <a:lnTo>
                      <a:pt x="1310" y="287"/>
                    </a:lnTo>
                    <a:lnTo>
                      <a:pt x="1433" y="328"/>
                    </a:lnTo>
                    <a:lnTo>
                      <a:pt x="1556" y="369"/>
                    </a:lnTo>
                    <a:lnTo>
                      <a:pt x="1679" y="451"/>
                    </a:lnTo>
                    <a:lnTo>
                      <a:pt x="1761" y="533"/>
                    </a:lnTo>
                    <a:lnTo>
                      <a:pt x="1842" y="656"/>
                    </a:lnTo>
                    <a:lnTo>
                      <a:pt x="1679" y="369"/>
                    </a:lnTo>
                    <a:lnTo>
                      <a:pt x="1597" y="247"/>
                    </a:lnTo>
                    <a:lnTo>
                      <a:pt x="1515" y="165"/>
                    </a:lnTo>
                    <a:lnTo>
                      <a:pt x="1392" y="83"/>
                    </a:lnTo>
                    <a:lnTo>
                      <a:pt x="1269" y="42"/>
                    </a:lnTo>
                    <a:lnTo>
                      <a:pt x="1146" y="1"/>
                    </a:lnTo>
                    <a:close/>
                  </a:path>
                </a:pathLst>
              </a:custGeom>
              <a:solidFill>
                <a:srgbClr val="000000">
                  <a:alpha val="95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470;p53"/>
              <p:cNvSpPr/>
              <p:nvPr/>
            </p:nvSpPr>
            <p:spPr>
              <a:xfrm>
                <a:off x="1715200" y="2584700"/>
                <a:ext cx="28675" cy="33800"/>
              </a:xfrm>
              <a:custGeom>
                <a:avLst/>
                <a:gdLst/>
                <a:ahLst/>
                <a:cxnLst/>
                <a:rect l="l" t="t" r="r" b="b"/>
                <a:pathLst>
                  <a:path w="1147" h="1352" extrusionOk="0">
                    <a:moveTo>
                      <a:pt x="983" y="0"/>
                    </a:moveTo>
                    <a:lnTo>
                      <a:pt x="533" y="164"/>
                    </a:lnTo>
                    <a:lnTo>
                      <a:pt x="328" y="287"/>
                    </a:lnTo>
                    <a:lnTo>
                      <a:pt x="164" y="410"/>
                    </a:lnTo>
                    <a:lnTo>
                      <a:pt x="82" y="573"/>
                    </a:lnTo>
                    <a:lnTo>
                      <a:pt x="1" y="737"/>
                    </a:lnTo>
                    <a:lnTo>
                      <a:pt x="41" y="942"/>
                    </a:lnTo>
                    <a:lnTo>
                      <a:pt x="123" y="1187"/>
                    </a:lnTo>
                    <a:lnTo>
                      <a:pt x="246" y="1351"/>
                    </a:lnTo>
                    <a:lnTo>
                      <a:pt x="246" y="1351"/>
                    </a:lnTo>
                    <a:lnTo>
                      <a:pt x="164" y="1146"/>
                    </a:lnTo>
                    <a:lnTo>
                      <a:pt x="205" y="983"/>
                    </a:lnTo>
                    <a:lnTo>
                      <a:pt x="246" y="819"/>
                    </a:lnTo>
                    <a:lnTo>
                      <a:pt x="369" y="655"/>
                    </a:lnTo>
                    <a:lnTo>
                      <a:pt x="533" y="532"/>
                    </a:lnTo>
                    <a:lnTo>
                      <a:pt x="696" y="450"/>
                    </a:lnTo>
                    <a:lnTo>
                      <a:pt x="1147" y="287"/>
                    </a:lnTo>
                    <a:lnTo>
                      <a:pt x="983" y="0"/>
                    </a:lnTo>
                    <a:close/>
                  </a:path>
                </a:pathLst>
              </a:custGeom>
              <a:solidFill>
                <a:srgbClr val="000000">
                  <a:alpha val="95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471;p53"/>
              <p:cNvSpPr/>
              <p:nvPr/>
            </p:nvSpPr>
            <p:spPr>
              <a:xfrm>
                <a:off x="1857450" y="2162000"/>
                <a:ext cx="203700" cy="218025"/>
              </a:xfrm>
              <a:custGeom>
                <a:avLst/>
                <a:gdLst/>
                <a:ahLst/>
                <a:cxnLst/>
                <a:rect l="l" t="t" r="r" b="b"/>
                <a:pathLst>
                  <a:path w="8148" h="8721" extrusionOk="0">
                    <a:moveTo>
                      <a:pt x="4259" y="287"/>
                    </a:moveTo>
                    <a:lnTo>
                      <a:pt x="4709" y="369"/>
                    </a:lnTo>
                    <a:lnTo>
                      <a:pt x="5118" y="492"/>
                    </a:lnTo>
                    <a:lnTo>
                      <a:pt x="5487" y="656"/>
                    </a:lnTo>
                    <a:lnTo>
                      <a:pt x="5855" y="819"/>
                    </a:lnTo>
                    <a:lnTo>
                      <a:pt x="6183" y="1065"/>
                    </a:lnTo>
                    <a:lnTo>
                      <a:pt x="6469" y="1311"/>
                    </a:lnTo>
                    <a:lnTo>
                      <a:pt x="6756" y="1597"/>
                    </a:lnTo>
                    <a:lnTo>
                      <a:pt x="7001" y="1884"/>
                    </a:lnTo>
                    <a:lnTo>
                      <a:pt x="7247" y="2211"/>
                    </a:lnTo>
                    <a:lnTo>
                      <a:pt x="7411" y="2539"/>
                    </a:lnTo>
                    <a:lnTo>
                      <a:pt x="7575" y="2907"/>
                    </a:lnTo>
                    <a:lnTo>
                      <a:pt x="7697" y="3276"/>
                    </a:lnTo>
                    <a:lnTo>
                      <a:pt x="7820" y="3644"/>
                    </a:lnTo>
                    <a:lnTo>
                      <a:pt x="7861" y="4013"/>
                    </a:lnTo>
                    <a:lnTo>
                      <a:pt x="7902" y="4381"/>
                    </a:lnTo>
                    <a:lnTo>
                      <a:pt x="7902" y="4831"/>
                    </a:lnTo>
                    <a:lnTo>
                      <a:pt x="7861" y="5241"/>
                    </a:lnTo>
                    <a:lnTo>
                      <a:pt x="7738" y="5650"/>
                    </a:lnTo>
                    <a:lnTo>
                      <a:pt x="7616" y="6060"/>
                    </a:lnTo>
                    <a:lnTo>
                      <a:pt x="7411" y="6428"/>
                    </a:lnTo>
                    <a:lnTo>
                      <a:pt x="7206" y="6796"/>
                    </a:lnTo>
                    <a:lnTo>
                      <a:pt x="6920" y="7124"/>
                    </a:lnTo>
                    <a:lnTo>
                      <a:pt x="6592" y="7411"/>
                    </a:lnTo>
                    <a:lnTo>
                      <a:pt x="6224" y="7697"/>
                    </a:lnTo>
                    <a:lnTo>
                      <a:pt x="5855" y="7943"/>
                    </a:lnTo>
                    <a:lnTo>
                      <a:pt x="5405" y="8147"/>
                    </a:lnTo>
                    <a:lnTo>
                      <a:pt x="4914" y="8311"/>
                    </a:lnTo>
                    <a:lnTo>
                      <a:pt x="4381" y="8393"/>
                    </a:lnTo>
                    <a:lnTo>
                      <a:pt x="3849" y="8434"/>
                    </a:lnTo>
                    <a:lnTo>
                      <a:pt x="3276" y="8393"/>
                    </a:lnTo>
                    <a:lnTo>
                      <a:pt x="2744" y="8270"/>
                    </a:lnTo>
                    <a:lnTo>
                      <a:pt x="2212" y="8066"/>
                    </a:lnTo>
                    <a:lnTo>
                      <a:pt x="1925" y="7943"/>
                    </a:lnTo>
                    <a:lnTo>
                      <a:pt x="1679" y="7779"/>
                    </a:lnTo>
                    <a:lnTo>
                      <a:pt x="1475" y="7615"/>
                    </a:lnTo>
                    <a:lnTo>
                      <a:pt x="1229" y="7411"/>
                    </a:lnTo>
                    <a:lnTo>
                      <a:pt x="1065" y="7206"/>
                    </a:lnTo>
                    <a:lnTo>
                      <a:pt x="861" y="6960"/>
                    </a:lnTo>
                    <a:lnTo>
                      <a:pt x="697" y="6715"/>
                    </a:lnTo>
                    <a:lnTo>
                      <a:pt x="574" y="6428"/>
                    </a:lnTo>
                    <a:lnTo>
                      <a:pt x="492" y="6100"/>
                    </a:lnTo>
                    <a:lnTo>
                      <a:pt x="410" y="5773"/>
                    </a:lnTo>
                    <a:lnTo>
                      <a:pt x="288" y="4913"/>
                    </a:lnTo>
                    <a:lnTo>
                      <a:pt x="288" y="4135"/>
                    </a:lnTo>
                    <a:lnTo>
                      <a:pt x="328" y="3399"/>
                    </a:lnTo>
                    <a:lnTo>
                      <a:pt x="410" y="3071"/>
                    </a:lnTo>
                    <a:lnTo>
                      <a:pt x="492" y="2744"/>
                    </a:lnTo>
                    <a:lnTo>
                      <a:pt x="697" y="2252"/>
                    </a:lnTo>
                    <a:lnTo>
                      <a:pt x="1024" y="1761"/>
                    </a:lnTo>
                    <a:lnTo>
                      <a:pt x="1352" y="1352"/>
                    </a:lnTo>
                    <a:lnTo>
                      <a:pt x="1802" y="983"/>
                    </a:lnTo>
                    <a:lnTo>
                      <a:pt x="2253" y="697"/>
                    </a:lnTo>
                    <a:lnTo>
                      <a:pt x="2744" y="451"/>
                    </a:lnTo>
                    <a:lnTo>
                      <a:pt x="3276" y="328"/>
                    </a:lnTo>
                    <a:lnTo>
                      <a:pt x="3849" y="287"/>
                    </a:lnTo>
                    <a:close/>
                    <a:moveTo>
                      <a:pt x="3522" y="1"/>
                    </a:moveTo>
                    <a:lnTo>
                      <a:pt x="3235" y="42"/>
                    </a:lnTo>
                    <a:lnTo>
                      <a:pt x="2662" y="164"/>
                    </a:lnTo>
                    <a:lnTo>
                      <a:pt x="2130" y="410"/>
                    </a:lnTo>
                    <a:lnTo>
                      <a:pt x="1638" y="738"/>
                    </a:lnTo>
                    <a:lnTo>
                      <a:pt x="1188" y="1106"/>
                    </a:lnTo>
                    <a:lnTo>
                      <a:pt x="820" y="1556"/>
                    </a:lnTo>
                    <a:lnTo>
                      <a:pt x="492" y="2048"/>
                    </a:lnTo>
                    <a:lnTo>
                      <a:pt x="369" y="2334"/>
                    </a:lnTo>
                    <a:lnTo>
                      <a:pt x="247" y="2621"/>
                    </a:lnTo>
                    <a:lnTo>
                      <a:pt x="165" y="2948"/>
                    </a:lnTo>
                    <a:lnTo>
                      <a:pt x="83" y="3317"/>
                    </a:lnTo>
                    <a:lnTo>
                      <a:pt x="42" y="3685"/>
                    </a:lnTo>
                    <a:lnTo>
                      <a:pt x="1" y="4095"/>
                    </a:lnTo>
                    <a:lnTo>
                      <a:pt x="42" y="4954"/>
                    </a:lnTo>
                    <a:lnTo>
                      <a:pt x="165" y="5937"/>
                    </a:lnTo>
                    <a:lnTo>
                      <a:pt x="247" y="6264"/>
                    </a:lnTo>
                    <a:lnTo>
                      <a:pt x="369" y="6592"/>
                    </a:lnTo>
                    <a:lnTo>
                      <a:pt x="492" y="6919"/>
                    </a:lnTo>
                    <a:lnTo>
                      <a:pt x="656" y="7165"/>
                    </a:lnTo>
                    <a:lnTo>
                      <a:pt x="861" y="7451"/>
                    </a:lnTo>
                    <a:lnTo>
                      <a:pt x="1065" y="7656"/>
                    </a:lnTo>
                    <a:lnTo>
                      <a:pt x="1270" y="7861"/>
                    </a:lnTo>
                    <a:lnTo>
                      <a:pt x="1516" y="8066"/>
                    </a:lnTo>
                    <a:lnTo>
                      <a:pt x="1802" y="8229"/>
                    </a:lnTo>
                    <a:lnTo>
                      <a:pt x="2048" y="8352"/>
                    </a:lnTo>
                    <a:lnTo>
                      <a:pt x="2621" y="8557"/>
                    </a:lnTo>
                    <a:lnTo>
                      <a:pt x="3235" y="8680"/>
                    </a:lnTo>
                    <a:lnTo>
                      <a:pt x="3808" y="8721"/>
                    </a:lnTo>
                    <a:lnTo>
                      <a:pt x="4381" y="8680"/>
                    </a:lnTo>
                    <a:lnTo>
                      <a:pt x="4955" y="8598"/>
                    </a:lnTo>
                    <a:lnTo>
                      <a:pt x="5487" y="8434"/>
                    </a:lnTo>
                    <a:lnTo>
                      <a:pt x="5978" y="8188"/>
                    </a:lnTo>
                    <a:lnTo>
                      <a:pt x="6346" y="7943"/>
                    </a:lnTo>
                    <a:lnTo>
                      <a:pt x="6756" y="7656"/>
                    </a:lnTo>
                    <a:lnTo>
                      <a:pt x="7083" y="7329"/>
                    </a:lnTo>
                    <a:lnTo>
                      <a:pt x="7411" y="6960"/>
                    </a:lnTo>
                    <a:lnTo>
                      <a:pt x="7656" y="6592"/>
                    </a:lnTo>
                    <a:lnTo>
                      <a:pt x="7820" y="6182"/>
                    </a:lnTo>
                    <a:lnTo>
                      <a:pt x="7984" y="5773"/>
                    </a:lnTo>
                    <a:lnTo>
                      <a:pt x="8107" y="5323"/>
                    </a:lnTo>
                    <a:lnTo>
                      <a:pt x="8148" y="4872"/>
                    </a:lnTo>
                    <a:lnTo>
                      <a:pt x="8148" y="4381"/>
                    </a:lnTo>
                    <a:lnTo>
                      <a:pt x="8148" y="4013"/>
                    </a:lnTo>
                    <a:lnTo>
                      <a:pt x="8066" y="3603"/>
                    </a:lnTo>
                    <a:lnTo>
                      <a:pt x="7943" y="3194"/>
                    </a:lnTo>
                    <a:lnTo>
                      <a:pt x="7820" y="2825"/>
                    </a:lnTo>
                    <a:lnTo>
                      <a:pt x="7656" y="2416"/>
                    </a:lnTo>
                    <a:lnTo>
                      <a:pt x="7452" y="2048"/>
                    </a:lnTo>
                    <a:lnTo>
                      <a:pt x="7206" y="1720"/>
                    </a:lnTo>
                    <a:lnTo>
                      <a:pt x="6920" y="1393"/>
                    </a:lnTo>
                    <a:lnTo>
                      <a:pt x="6633" y="1106"/>
                    </a:lnTo>
                    <a:lnTo>
                      <a:pt x="6305" y="819"/>
                    </a:lnTo>
                    <a:lnTo>
                      <a:pt x="5937" y="574"/>
                    </a:lnTo>
                    <a:lnTo>
                      <a:pt x="5569" y="369"/>
                    </a:lnTo>
                    <a:lnTo>
                      <a:pt x="5159" y="205"/>
                    </a:lnTo>
                    <a:lnTo>
                      <a:pt x="4709" y="83"/>
                    </a:lnTo>
                    <a:lnTo>
                      <a:pt x="425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472;p53"/>
              <p:cNvSpPr/>
              <p:nvPr/>
            </p:nvSpPr>
            <p:spPr>
              <a:xfrm>
                <a:off x="1424550" y="2131300"/>
                <a:ext cx="203675" cy="218025"/>
              </a:xfrm>
              <a:custGeom>
                <a:avLst/>
                <a:gdLst/>
                <a:ahLst/>
                <a:cxnLst/>
                <a:rect l="l" t="t" r="r" b="b"/>
                <a:pathLst>
                  <a:path w="8147" h="8721" extrusionOk="0">
                    <a:moveTo>
                      <a:pt x="3807" y="287"/>
                    </a:moveTo>
                    <a:lnTo>
                      <a:pt x="4258" y="328"/>
                    </a:lnTo>
                    <a:lnTo>
                      <a:pt x="4708" y="369"/>
                    </a:lnTo>
                    <a:lnTo>
                      <a:pt x="5076" y="492"/>
                    </a:lnTo>
                    <a:lnTo>
                      <a:pt x="5486" y="656"/>
                    </a:lnTo>
                    <a:lnTo>
                      <a:pt x="5813" y="819"/>
                    </a:lnTo>
                    <a:lnTo>
                      <a:pt x="6141" y="1065"/>
                    </a:lnTo>
                    <a:lnTo>
                      <a:pt x="6468" y="1311"/>
                    </a:lnTo>
                    <a:lnTo>
                      <a:pt x="6755" y="1597"/>
                    </a:lnTo>
                    <a:lnTo>
                      <a:pt x="7000" y="1884"/>
                    </a:lnTo>
                    <a:lnTo>
                      <a:pt x="7205" y="2211"/>
                    </a:lnTo>
                    <a:lnTo>
                      <a:pt x="7410" y="2539"/>
                    </a:lnTo>
                    <a:lnTo>
                      <a:pt x="7574" y="2907"/>
                    </a:lnTo>
                    <a:lnTo>
                      <a:pt x="7696" y="3276"/>
                    </a:lnTo>
                    <a:lnTo>
                      <a:pt x="7819" y="3644"/>
                    </a:lnTo>
                    <a:lnTo>
                      <a:pt x="7860" y="4013"/>
                    </a:lnTo>
                    <a:lnTo>
                      <a:pt x="7901" y="4381"/>
                    </a:lnTo>
                    <a:lnTo>
                      <a:pt x="7901" y="4831"/>
                    </a:lnTo>
                    <a:lnTo>
                      <a:pt x="7819" y="5241"/>
                    </a:lnTo>
                    <a:lnTo>
                      <a:pt x="7737" y="5650"/>
                    </a:lnTo>
                    <a:lnTo>
                      <a:pt x="7615" y="6059"/>
                    </a:lnTo>
                    <a:lnTo>
                      <a:pt x="7410" y="6428"/>
                    </a:lnTo>
                    <a:lnTo>
                      <a:pt x="7164" y="6796"/>
                    </a:lnTo>
                    <a:lnTo>
                      <a:pt x="6919" y="7124"/>
                    </a:lnTo>
                    <a:lnTo>
                      <a:pt x="6591" y="7451"/>
                    </a:lnTo>
                    <a:lnTo>
                      <a:pt x="6223" y="7697"/>
                    </a:lnTo>
                    <a:lnTo>
                      <a:pt x="5854" y="7943"/>
                    </a:lnTo>
                    <a:lnTo>
                      <a:pt x="5363" y="8147"/>
                    </a:lnTo>
                    <a:lnTo>
                      <a:pt x="4872" y="8311"/>
                    </a:lnTo>
                    <a:lnTo>
                      <a:pt x="4380" y="8434"/>
                    </a:lnTo>
                    <a:lnTo>
                      <a:pt x="3848" y="8434"/>
                    </a:lnTo>
                    <a:lnTo>
                      <a:pt x="3275" y="8393"/>
                    </a:lnTo>
                    <a:lnTo>
                      <a:pt x="2702" y="8270"/>
                    </a:lnTo>
                    <a:lnTo>
                      <a:pt x="2170" y="8106"/>
                    </a:lnTo>
                    <a:lnTo>
                      <a:pt x="1924" y="7943"/>
                    </a:lnTo>
                    <a:lnTo>
                      <a:pt x="1678" y="7820"/>
                    </a:lnTo>
                    <a:lnTo>
                      <a:pt x="1433" y="7615"/>
                    </a:lnTo>
                    <a:lnTo>
                      <a:pt x="1228" y="7451"/>
                    </a:lnTo>
                    <a:lnTo>
                      <a:pt x="1023" y="7206"/>
                    </a:lnTo>
                    <a:lnTo>
                      <a:pt x="860" y="6960"/>
                    </a:lnTo>
                    <a:lnTo>
                      <a:pt x="696" y="6714"/>
                    </a:lnTo>
                    <a:lnTo>
                      <a:pt x="573" y="6428"/>
                    </a:lnTo>
                    <a:lnTo>
                      <a:pt x="450" y="6100"/>
                    </a:lnTo>
                    <a:lnTo>
                      <a:pt x="409" y="5773"/>
                    </a:lnTo>
                    <a:lnTo>
                      <a:pt x="287" y="4913"/>
                    </a:lnTo>
                    <a:lnTo>
                      <a:pt x="246" y="4135"/>
                    </a:lnTo>
                    <a:lnTo>
                      <a:pt x="328" y="3398"/>
                    </a:lnTo>
                    <a:lnTo>
                      <a:pt x="409" y="3071"/>
                    </a:lnTo>
                    <a:lnTo>
                      <a:pt x="491" y="2743"/>
                    </a:lnTo>
                    <a:lnTo>
                      <a:pt x="696" y="2252"/>
                    </a:lnTo>
                    <a:lnTo>
                      <a:pt x="983" y="1761"/>
                    </a:lnTo>
                    <a:lnTo>
                      <a:pt x="1351" y="1352"/>
                    </a:lnTo>
                    <a:lnTo>
                      <a:pt x="1760" y="983"/>
                    </a:lnTo>
                    <a:lnTo>
                      <a:pt x="2252" y="697"/>
                    </a:lnTo>
                    <a:lnTo>
                      <a:pt x="2743" y="451"/>
                    </a:lnTo>
                    <a:lnTo>
                      <a:pt x="3275" y="328"/>
                    </a:lnTo>
                    <a:lnTo>
                      <a:pt x="3807" y="287"/>
                    </a:lnTo>
                    <a:close/>
                    <a:moveTo>
                      <a:pt x="3480" y="1"/>
                    </a:moveTo>
                    <a:lnTo>
                      <a:pt x="3193" y="42"/>
                    </a:lnTo>
                    <a:lnTo>
                      <a:pt x="2661" y="205"/>
                    </a:lnTo>
                    <a:lnTo>
                      <a:pt x="2129" y="410"/>
                    </a:lnTo>
                    <a:lnTo>
                      <a:pt x="1597" y="737"/>
                    </a:lnTo>
                    <a:lnTo>
                      <a:pt x="1187" y="1106"/>
                    </a:lnTo>
                    <a:lnTo>
                      <a:pt x="778" y="1556"/>
                    </a:lnTo>
                    <a:lnTo>
                      <a:pt x="491" y="2088"/>
                    </a:lnTo>
                    <a:lnTo>
                      <a:pt x="368" y="2334"/>
                    </a:lnTo>
                    <a:lnTo>
                      <a:pt x="246" y="2621"/>
                    </a:lnTo>
                    <a:lnTo>
                      <a:pt x="164" y="2948"/>
                    </a:lnTo>
                    <a:lnTo>
                      <a:pt x="82" y="3317"/>
                    </a:lnTo>
                    <a:lnTo>
                      <a:pt x="41" y="3726"/>
                    </a:lnTo>
                    <a:lnTo>
                      <a:pt x="0" y="4094"/>
                    </a:lnTo>
                    <a:lnTo>
                      <a:pt x="41" y="4954"/>
                    </a:lnTo>
                    <a:lnTo>
                      <a:pt x="164" y="5937"/>
                    </a:lnTo>
                    <a:lnTo>
                      <a:pt x="246" y="6264"/>
                    </a:lnTo>
                    <a:lnTo>
                      <a:pt x="328" y="6592"/>
                    </a:lnTo>
                    <a:lnTo>
                      <a:pt x="491" y="6919"/>
                    </a:lnTo>
                    <a:lnTo>
                      <a:pt x="655" y="7206"/>
                    </a:lnTo>
                    <a:lnTo>
                      <a:pt x="819" y="7451"/>
                    </a:lnTo>
                    <a:lnTo>
                      <a:pt x="1023" y="7656"/>
                    </a:lnTo>
                    <a:lnTo>
                      <a:pt x="1269" y="7861"/>
                    </a:lnTo>
                    <a:lnTo>
                      <a:pt x="1515" y="8065"/>
                    </a:lnTo>
                    <a:lnTo>
                      <a:pt x="1760" y="8229"/>
                    </a:lnTo>
                    <a:lnTo>
                      <a:pt x="2047" y="8352"/>
                    </a:lnTo>
                    <a:lnTo>
                      <a:pt x="2620" y="8557"/>
                    </a:lnTo>
                    <a:lnTo>
                      <a:pt x="3193" y="8679"/>
                    </a:lnTo>
                    <a:lnTo>
                      <a:pt x="3807" y="8720"/>
                    </a:lnTo>
                    <a:lnTo>
                      <a:pt x="4380" y="8720"/>
                    </a:lnTo>
                    <a:lnTo>
                      <a:pt x="4913" y="8598"/>
                    </a:lnTo>
                    <a:lnTo>
                      <a:pt x="5445" y="8434"/>
                    </a:lnTo>
                    <a:lnTo>
                      <a:pt x="5977" y="8188"/>
                    </a:lnTo>
                    <a:lnTo>
                      <a:pt x="6345" y="7943"/>
                    </a:lnTo>
                    <a:lnTo>
                      <a:pt x="6755" y="7656"/>
                    </a:lnTo>
                    <a:lnTo>
                      <a:pt x="7082" y="7328"/>
                    </a:lnTo>
                    <a:lnTo>
                      <a:pt x="7369" y="6960"/>
                    </a:lnTo>
                    <a:lnTo>
                      <a:pt x="7615" y="6592"/>
                    </a:lnTo>
                    <a:lnTo>
                      <a:pt x="7819" y="6182"/>
                    </a:lnTo>
                    <a:lnTo>
                      <a:pt x="7983" y="5773"/>
                    </a:lnTo>
                    <a:lnTo>
                      <a:pt x="8106" y="5323"/>
                    </a:lnTo>
                    <a:lnTo>
                      <a:pt x="8147" y="4872"/>
                    </a:lnTo>
                    <a:lnTo>
                      <a:pt x="8147" y="4381"/>
                    </a:lnTo>
                    <a:lnTo>
                      <a:pt x="8106" y="4013"/>
                    </a:lnTo>
                    <a:lnTo>
                      <a:pt x="8065" y="3603"/>
                    </a:lnTo>
                    <a:lnTo>
                      <a:pt x="7942" y="3194"/>
                    </a:lnTo>
                    <a:lnTo>
                      <a:pt x="7819" y="2825"/>
                    </a:lnTo>
                    <a:lnTo>
                      <a:pt x="7615" y="2457"/>
                    </a:lnTo>
                    <a:lnTo>
                      <a:pt x="7410" y="2088"/>
                    </a:lnTo>
                    <a:lnTo>
                      <a:pt x="7164" y="1720"/>
                    </a:lnTo>
                    <a:lnTo>
                      <a:pt x="6919" y="1392"/>
                    </a:lnTo>
                    <a:lnTo>
                      <a:pt x="6632" y="1106"/>
                    </a:lnTo>
                    <a:lnTo>
                      <a:pt x="6305" y="819"/>
                    </a:lnTo>
                    <a:lnTo>
                      <a:pt x="5936" y="574"/>
                    </a:lnTo>
                    <a:lnTo>
                      <a:pt x="5568" y="369"/>
                    </a:lnTo>
                    <a:lnTo>
                      <a:pt x="5158" y="205"/>
                    </a:lnTo>
                    <a:lnTo>
                      <a:pt x="4708" y="82"/>
                    </a:lnTo>
                    <a:lnTo>
                      <a:pt x="425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473;p53"/>
              <p:cNvSpPr/>
              <p:nvPr/>
            </p:nvSpPr>
            <p:spPr>
              <a:xfrm>
                <a:off x="1813450" y="2568325"/>
                <a:ext cx="189375" cy="189350"/>
              </a:xfrm>
              <a:custGeom>
                <a:avLst/>
                <a:gdLst/>
                <a:ahLst/>
                <a:cxnLst/>
                <a:rect l="l" t="t" r="r" b="b"/>
                <a:pathLst>
                  <a:path w="7575" h="7574" extrusionOk="0">
                    <a:moveTo>
                      <a:pt x="4135" y="246"/>
                    </a:moveTo>
                    <a:lnTo>
                      <a:pt x="4504" y="287"/>
                    </a:lnTo>
                    <a:lnTo>
                      <a:pt x="4831" y="410"/>
                    </a:lnTo>
                    <a:lnTo>
                      <a:pt x="5159" y="491"/>
                    </a:lnTo>
                    <a:lnTo>
                      <a:pt x="5486" y="655"/>
                    </a:lnTo>
                    <a:lnTo>
                      <a:pt x="5773" y="819"/>
                    </a:lnTo>
                    <a:lnTo>
                      <a:pt x="6059" y="1024"/>
                    </a:lnTo>
                    <a:lnTo>
                      <a:pt x="6305" y="1269"/>
                    </a:lnTo>
                    <a:lnTo>
                      <a:pt x="6510" y="1515"/>
                    </a:lnTo>
                    <a:lnTo>
                      <a:pt x="6715" y="1801"/>
                    </a:lnTo>
                    <a:lnTo>
                      <a:pt x="6919" y="2088"/>
                    </a:lnTo>
                    <a:lnTo>
                      <a:pt x="7083" y="2416"/>
                    </a:lnTo>
                    <a:lnTo>
                      <a:pt x="7165" y="2743"/>
                    </a:lnTo>
                    <a:lnTo>
                      <a:pt x="7288" y="3071"/>
                    </a:lnTo>
                    <a:lnTo>
                      <a:pt x="7329" y="3439"/>
                    </a:lnTo>
                    <a:lnTo>
                      <a:pt x="7329" y="3807"/>
                    </a:lnTo>
                    <a:lnTo>
                      <a:pt x="7329" y="4135"/>
                    </a:lnTo>
                    <a:lnTo>
                      <a:pt x="7288" y="4503"/>
                    </a:lnTo>
                    <a:lnTo>
                      <a:pt x="7165" y="4831"/>
                    </a:lnTo>
                    <a:lnTo>
                      <a:pt x="7083" y="5158"/>
                    </a:lnTo>
                    <a:lnTo>
                      <a:pt x="6919" y="5486"/>
                    </a:lnTo>
                    <a:lnTo>
                      <a:pt x="6715" y="5772"/>
                    </a:lnTo>
                    <a:lnTo>
                      <a:pt x="6510" y="6059"/>
                    </a:lnTo>
                    <a:lnTo>
                      <a:pt x="6305" y="6305"/>
                    </a:lnTo>
                    <a:lnTo>
                      <a:pt x="6059" y="6550"/>
                    </a:lnTo>
                    <a:lnTo>
                      <a:pt x="5773" y="6755"/>
                    </a:lnTo>
                    <a:lnTo>
                      <a:pt x="5486" y="6919"/>
                    </a:lnTo>
                    <a:lnTo>
                      <a:pt x="5159" y="7082"/>
                    </a:lnTo>
                    <a:lnTo>
                      <a:pt x="4831" y="7205"/>
                    </a:lnTo>
                    <a:lnTo>
                      <a:pt x="4504" y="7287"/>
                    </a:lnTo>
                    <a:lnTo>
                      <a:pt x="4135" y="7328"/>
                    </a:lnTo>
                    <a:lnTo>
                      <a:pt x="3439" y="7328"/>
                    </a:lnTo>
                    <a:lnTo>
                      <a:pt x="3071" y="7287"/>
                    </a:lnTo>
                    <a:lnTo>
                      <a:pt x="2743" y="7205"/>
                    </a:lnTo>
                    <a:lnTo>
                      <a:pt x="2416" y="7082"/>
                    </a:lnTo>
                    <a:lnTo>
                      <a:pt x="2088" y="6919"/>
                    </a:lnTo>
                    <a:lnTo>
                      <a:pt x="1802" y="6755"/>
                    </a:lnTo>
                    <a:lnTo>
                      <a:pt x="1515" y="6550"/>
                    </a:lnTo>
                    <a:lnTo>
                      <a:pt x="1270" y="6305"/>
                    </a:lnTo>
                    <a:lnTo>
                      <a:pt x="1024" y="6059"/>
                    </a:lnTo>
                    <a:lnTo>
                      <a:pt x="819" y="5772"/>
                    </a:lnTo>
                    <a:lnTo>
                      <a:pt x="656" y="5486"/>
                    </a:lnTo>
                    <a:lnTo>
                      <a:pt x="492" y="5158"/>
                    </a:lnTo>
                    <a:lnTo>
                      <a:pt x="369" y="4831"/>
                    </a:lnTo>
                    <a:lnTo>
                      <a:pt x="287" y="4503"/>
                    </a:lnTo>
                    <a:lnTo>
                      <a:pt x="246" y="4135"/>
                    </a:lnTo>
                    <a:lnTo>
                      <a:pt x="246" y="3807"/>
                    </a:lnTo>
                    <a:lnTo>
                      <a:pt x="246" y="3439"/>
                    </a:lnTo>
                    <a:lnTo>
                      <a:pt x="287" y="3071"/>
                    </a:lnTo>
                    <a:lnTo>
                      <a:pt x="369" y="2743"/>
                    </a:lnTo>
                    <a:lnTo>
                      <a:pt x="492" y="2416"/>
                    </a:lnTo>
                    <a:lnTo>
                      <a:pt x="656" y="2088"/>
                    </a:lnTo>
                    <a:lnTo>
                      <a:pt x="819" y="1801"/>
                    </a:lnTo>
                    <a:lnTo>
                      <a:pt x="1024" y="1515"/>
                    </a:lnTo>
                    <a:lnTo>
                      <a:pt x="1270" y="1269"/>
                    </a:lnTo>
                    <a:lnTo>
                      <a:pt x="1515" y="1024"/>
                    </a:lnTo>
                    <a:lnTo>
                      <a:pt x="1802" y="819"/>
                    </a:lnTo>
                    <a:lnTo>
                      <a:pt x="2088" y="655"/>
                    </a:lnTo>
                    <a:lnTo>
                      <a:pt x="2416" y="491"/>
                    </a:lnTo>
                    <a:lnTo>
                      <a:pt x="2743" y="410"/>
                    </a:lnTo>
                    <a:lnTo>
                      <a:pt x="3071" y="287"/>
                    </a:lnTo>
                    <a:lnTo>
                      <a:pt x="3439" y="246"/>
                    </a:lnTo>
                    <a:close/>
                    <a:moveTo>
                      <a:pt x="3398" y="0"/>
                    </a:moveTo>
                    <a:lnTo>
                      <a:pt x="3030" y="41"/>
                    </a:lnTo>
                    <a:lnTo>
                      <a:pt x="2662" y="164"/>
                    </a:lnTo>
                    <a:lnTo>
                      <a:pt x="2293" y="287"/>
                    </a:lnTo>
                    <a:lnTo>
                      <a:pt x="1966" y="450"/>
                    </a:lnTo>
                    <a:lnTo>
                      <a:pt x="1638" y="614"/>
                    </a:lnTo>
                    <a:lnTo>
                      <a:pt x="1352" y="860"/>
                    </a:lnTo>
                    <a:lnTo>
                      <a:pt x="1106" y="1105"/>
                    </a:lnTo>
                    <a:lnTo>
                      <a:pt x="860" y="1351"/>
                    </a:lnTo>
                    <a:lnTo>
                      <a:pt x="615" y="1679"/>
                    </a:lnTo>
                    <a:lnTo>
                      <a:pt x="451" y="1965"/>
                    </a:lnTo>
                    <a:lnTo>
                      <a:pt x="287" y="2293"/>
                    </a:lnTo>
                    <a:lnTo>
                      <a:pt x="164" y="2661"/>
                    </a:lnTo>
                    <a:lnTo>
                      <a:pt x="42" y="3030"/>
                    </a:lnTo>
                    <a:lnTo>
                      <a:pt x="1" y="3398"/>
                    </a:lnTo>
                    <a:lnTo>
                      <a:pt x="1" y="3807"/>
                    </a:lnTo>
                    <a:lnTo>
                      <a:pt x="1" y="4176"/>
                    </a:lnTo>
                    <a:lnTo>
                      <a:pt x="42" y="4544"/>
                    </a:lnTo>
                    <a:lnTo>
                      <a:pt x="164" y="4913"/>
                    </a:lnTo>
                    <a:lnTo>
                      <a:pt x="287" y="5281"/>
                    </a:lnTo>
                    <a:lnTo>
                      <a:pt x="451" y="5609"/>
                    </a:lnTo>
                    <a:lnTo>
                      <a:pt x="615" y="5895"/>
                    </a:lnTo>
                    <a:lnTo>
                      <a:pt x="860" y="6223"/>
                    </a:lnTo>
                    <a:lnTo>
                      <a:pt x="1106" y="6468"/>
                    </a:lnTo>
                    <a:lnTo>
                      <a:pt x="1352" y="6714"/>
                    </a:lnTo>
                    <a:lnTo>
                      <a:pt x="1638" y="6960"/>
                    </a:lnTo>
                    <a:lnTo>
                      <a:pt x="1966" y="7123"/>
                    </a:lnTo>
                    <a:lnTo>
                      <a:pt x="2293" y="7287"/>
                    </a:lnTo>
                    <a:lnTo>
                      <a:pt x="2662" y="7410"/>
                    </a:lnTo>
                    <a:lnTo>
                      <a:pt x="3030" y="7533"/>
                    </a:lnTo>
                    <a:lnTo>
                      <a:pt x="3398" y="7574"/>
                    </a:lnTo>
                    <a:lnTo>
                      <a:pt x="4176" y="7574"/>
                    </a:lnTo>
                    <a:lnTo>
                      <a:pt x="4545" y="7533"/>
                    </a:lnTo>
                    <a:lnTo>
                      <a:pt x="4913" y="7410"/>
                    </a:lnTo>
                    <a:lnTo>
                      <a:pt x="5282" y="7287"/>
                    </a:lnTo>
                    <a:lnTo>
                      <a:pt x="5609" y="7123"/>
                    </a:lnTo>
                    <a:lnTo>
                      <a:pt x="5896" y="6960"/>
                    </a:lnTo>
                    <a:lnTo>
                      <a:pt x="6223" y="6714"/>
                    </a:lnTo>
                    <a:lnTo>
                      <a:pt x="6469" y="6468"/>
                    </a:lnTo>
                    <a:lnTo>
                      <a:pt x="6715" y="6223"/>
                    </a:lnTo>
                    <a:lnTo>
                      <a:pt x="6919" y="5895"/>
                    </a:lnTo>
                    <a:lnTo>
                      <a:pt x="7124" y="5609"/>
                    </a:lnTo>
                    <a:lnTo>
                      <a:pt x="7288" y="5281"/>
                    </a:lnTo>
                    <a:lnTo>
                      <a:pt x="7410" y="4913"/>
                    </a:lnTo>
                    <a:lnTo>
                      <a:pt x="7492" y="4544"/>
                    </a:lnTo>
                    <a:lnTo>
                      <a:pt x="7574" y="4176"/>
                    </a:lnTo>
                    <a:lnTo>
                      <a:pt x="7574" y="3807"/>
                    </a:lnTo>
                    <a:lnTo>
                      <a:pt x="7574" y="3398"/>
                    </a:lnTo>
                    <a:lnTo>
                      <a:pt x="7492" y="3030"/>
                    </a:lnTo>
                    <a:lnTo>
                      <a:pt x="7410" y="2661"/>
                    </a:lnTo>
                    <a:lnTo>
                      <a:pt x="7288" y="2293"/>
                    </a:lnTo>
                    <a:lnTo>
                      <a:pt x="7124" y="1965"/>
                    </a:lnTo>
                    <a:lnTo>
                      <a:pt x="6919" y="1679"/>
                    </a:lnTo>
                    <a:lnTo>
                      <a:pt x="6715" y="1351"/>
                    </a:lnTo>
                    <a:lnTo>
                      <a:pt x="6469" y="1105"/>
                    </a:lnTo>
                    <a:lnTo>
                      <a:pt x="6223" y="860"/>
                    </a:lnTo>
                    <a:lnTo>
                      <a:pt x="5896" y="614"/>
                    </a:lnTo>
                    <a:lnTo>
                      <a:pt x="5609" y="450"/>
                    </a:lnTo>
                    <a:lnTo>
                      <a:pt x="5282" y="287"/>
                    </a:lnTo>
                    <a:lnTo>
                      <a:pt x="4913" y="164"/>
                    </a:lnTo>
                    <a:lnTo>
                      <a:pt x="4545" y="41"/>
                    </a:lnTo>
                    <a:lnTo>
                      <a:pt x="417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474;p53"/>
              <p:cNvSpPr/>
              <p:nvPr/>
            </p:nvSpPr>
            <p:spPr>
              <a:xfrm>
                <a:off x="1440913" y="2513563"/>
                <a:ext cx="190375" cy="189375"/>
              </a:xfrm>
              <a:custGeom>
                <a:avLst/>
                <a:gdLst/>
                <a:ahLst/>
                <a:cxnLst/>
                <a:rect l="l" t="t" r="r" b="b"/>
                <a:pathLst>
                  <a:path w="7615" h="7575" extrusionOk="0">
                    <a:moveTo>
                      <a:pt x="4176" y="246"/>
                    </a:moveTo>
                    <a:lnTo>
                      <a:pt x="4545" y="287"/>
                    </a:lnTo>
                    <a:lnTo>
                      <a:pt x="4872" y="410"/>
                    </a:lnTo>
                    <a:lnTo>
                      <a:pt x="5200" y="492"/>
                    </a:lnTo>
                    <a:lnTo>
                      <a:pt x="5527" y="656"/>
                    </a:lnTo>
                    <a:lnTo>
                      <a:pt x="5814" y="860"/>
                    </a:lnTo>
                    <a:lnTo>
                      <a:pt x="6100" y="1065"/>
                    </a:lnTo>
                    <a:lnTo>
                      <a:pt x="6346" y="1270"/>
                    </a:lnTo>
                    <a:lnTo>
                      <a:pt x="6551" y="1515"/>
                    </a:lnTo>
                    <a:lnTo>
                      <a:pt x="6755" y="1802"/>
                    </a:lnTo>
                    <a:lnTo>
                      <a:pt x="6960" y="2088"/>
                    </a:lnTo>
                    <a:lnTo>
                      <a:pt x="7083" y="2416"/>
                    </a:lnTo>
                    <a:lnTo>
                      <a:pt x="7206" y="2743"/>
                    </a:lnTo>
                    <a:lnTo>
                      <a:pt x="7287" y="3071"/>
                    </a:lnTo>
                    <a:lnTo>
                      <a:pt x="7369" y="3439"/>
                    </a:lnTo>
                    <a:lnTo>
                      <a:pt x="7369" y="3808"/>
                    </a:lnTo>
                    <a:lnTo>
                      <a:pt x="7369" y="4135"/>
                    </a:lnTo>
                    <a:lnTo>
                      <a:pt x="7287" y="4504"/>
                    </a:lnTo>
                    <a:lnTo>
                      <a:pt x="7206" y="4831"/>
                    </a:lnTo>
                    <a:lnTo>
                      <a:pt x="7083" y="5159"/>
                    </a:lnTo>
                    <a:lnTo>
                      <a:pt x="6960" y="5486"/>
                    </a:lnTo>
                    <a:lnTo>
                      <a:pt x="6755" y="5773"/>
                    </a:lnTo>
                    <a:lnTo>
                      <a:pt x="6551" y="6059"/>
                    </a:lnTo>
                    <a:lnTo>
                      <a:pt x="6346" y="6305"/>
                    </a:lnTo>
                    <a:lnTo>
                      <a:pt x="6100" y="6551"/>
                    </a:lnTo>
                    <a:lnTo>
                      <a:pt x="5814" y="6755"/>
                    </a:lnTo>
                    <a:lnTo>
                      <a:pt x="5527" y="6919"/>
                    </a:lnTo>
                    <a:lnTo>
                      <a:pt x="5200" y="7083"/>
                    </a:lnTo>
                    <a:lnTo>
                      <a:pt x="4872" y="7206"/>
                    </a:lnTo>
                    <a:lnTo>
                      <a:pt x="4545" y="7288"/>
                    </a:lnTo>
                    <a:lnTo>
                      <a:pt x="4176" y="7328"/>
                    </a:lnTo>
                    <a:lnTo>
                      <a:pt x="3439" y="7328"/>
                    </a:lnTo>
                    <a:lnTo>
                      <a:pt x="3112" y="7288"/>
                    </a:lnTo>
                    <a:lnTo>
                      <a:pt x="2743" y="7206"/>
                    </a:lnTo>
                    <a:lnTo>
                      <a:pt x="2416" y="7083"/>
                    </a:lnTo>
                    <a:lnTo>
                      <a:pt x="2129" y="6919"/>
                    </a:lnTo>
                    <a:lnTo>
                      <a:pt x="1843" y="6755"/>
                    </a:lnTo>
                    <a:lnTo>
                      <a:pt x="1556" y="6551"/>
                    </a:lnTo>
                    <a:lnTo>
                      <a:pt x="1310" y="6305"/>
                    </a:lnTo>
                    <a:lnTo>
                      <a:pt x="1065" y="6059"/>
                    </a:lnTo>
                    <a:lnTo>
                      <a:pt x="860" y="5773"/>
                    </a:lnTo>
                    <a:lnTo>
                      <a:pt x="696" y="5486"/>
                    </a:lnTo>
                    <a:lnTo>
                      <a:pt x="533" y="5159"/>
                    </a:lnTo>
                    <a:lnTo>
                      <a:pt x="410" y="4831"/>
                    </a:lnTo>
                    <a:lnTo>
                      <a:pt x="328" y="4504"/>
                    </a:lnTo>
                    <a:lnTo>
                      <a:pt x="287" y="4135"/>
                    </a:lnTo>
                    <a:lnTo>
                      <a:pt x="246" y="3808"/>
                    </a:lnTo>
                    <a:lnTo>
                      <a:pt x="287" y="3439"/>
                    </a:lnTo>
                    <a:lnTo>
                      <a:pt x="328" y="3071"/>
                    </a:lnTo>
                    <a:lnTo>
                      <a:pt x="410" y="2743"/>
                    </a:lnTo>
                    <a:lnTo>
                      <a:pt x="533" y="2416"/>
                    </a:lnTo>
                    <a:lnTo>
                      <a:pt x="696" y="2088"/>
                    </a:lnTo>
                    <a:lnTo>
                      <a:pt x="860" y="1802"/>
                    </a:lnTo>
                    <a:lnTo>
                      <a:pt x="1065" y="1515"/>
                    </a:lnTo>
                    <a:lnTo>
                      <a:pt x="1310" y="1270"/>
                    </a:lnTo>
                    <a:lnTo>
                      <a:pt x="1556" y="1065"/>
                    </a:lnTo>
                    <a:lnTo>
                      <a:pt x="1843" y="860"/>
                    </a:lnTo>
                    <a:lnTo>
                      <a:pt x="2129" y="656"/>
                    </a:lnTo>
                    <a:lnTo>
                      <a:pt x="2416" y="492"/>
                    </a:lnTo>
                    <a:lnTo>
                      <a:pt x="2743" y="410"/>
                    </a:lnTo>
                    <a:lnTo>
                      <a:pt x="3112" y="287"/>
                    </a:lnTo>
                    <a:lnTo>
                      <a:pt x="3439" y="246"/>
                    </a:lnTo>
                    <a:close/>
                    <a:moveTo>
                      <a:pt x="3439" y="1"/>
                    </a:moveTo>
                    <a:lnTo>
                      <a:pt x="3071" y="82"/>
                    </a:lnTo>
                    <a:lnTo>
                      <a:pt x="2702" y="164"/>
                    </a:lnTo>
                    <a:lnTo>
                      <a:pt x="2334" y="287"/>
                    </a:lnTo>
                    <a:lnTo>
                      <a:pt x="2006" y="451"/>
                    </a:lnTo>
                    <a:lnTo>
                      <a:pt x="1679" y="656"/>
                    </a:lnTo>
                    <a:lnTo>
                      <a:pt x="1392" y="860"/>
                    </a:lnTo>
                    <a:lnTo>
                      <a:pt x="1147" y="1106"/>
                    </a:lnTo>
                    <a:lnTo>
                      <a:pt x="901" y="1352"/>
                    </a:lnTo>
                    <a:lnTo>
                      <a:pt x="655" y="1679"/>
                    </a:lnTo>
                    <a:lnTo>
                      <a:pt x="492" y="1966"/>
                    </a:lnTo>
                    <a:lnTo>
                      <a:pt x="328" y="2293"/>
                    </a:lnTo>
                    <a:lnTo>
                      <a:pt x="205" y="2662"/>
                    </a:lnTo>
                    <a:lnTo>
                      <a:pt x="82" y="3030"/>
                    </a:lnTo>
                    <a:lnTo>
                      <a:pt x="41" y="3398"/>
                    </a:lnTo>
                    <a:lnTo>
                      <a:pt x="0" y="3808"/>
                    </a:lnTo>
                    <a:lnTo>
                      <a:pt x="41" y="4176"/>
                    </a:lnTo>
                    <a:lnTo>
                      <a:pt x="82" y="4545"/>
                    </a:lnTo>
                    <a:lnTo>
                      <a:pt x="205" y="4913"/>
                    </a:lnTo>
                    <a:lnTo>
                      <a:pt x="328" y="5282"/>
                    </a:lnTo>
                    <a:lnTo>
                      <a:pt x="492" y="5609"/>
                    </a:lnTo>
                    <a:lnTo>
                      <a:pt x="655" y="5937"/>
                    </a:lnTo>
                    <a:lnTo>
                      <a:pt x="901" y="6223"/>
                    </a:lnTo>
                    <a:lnTo>
                      <a:pt x="1147" y="6469"/>
                    </a:lnTo>
                    <a:lnTo>
                      <a:pt x="1392" y="6714"/>
                    </a:lnTo>
                    <a:lnTo>
                      <a:pt x="1679" y="6960"/>
                    </a:lnTo>
                    <a:lnTo>
                      <a:pt x="2006" y="7124"/>
                    </a:lnTo>
                    <a:lnTo>
                      <a:pt x="2334" y="7288"/>
                    </a:lnTo>
                    <a:lnTo>
                      <a:pt x="2702" y="7410"/>
                    </a:lnTo>
                    <a:lnTo>
                      <a:pt x="3071" y="7533"/>
                    </a:lnTo>
                    <a:lnTo>
                      <a:pt x="3439" y="7574"/>
                    </a:lnTo>
                    <a:lnTo>
                      <a:pt x="4217" y="7574"/>
                    </a:lnTo>
                    <a:lnTo>
                      <a:pt x="4585" y="7533"/>
                    </a:lnTo>
                    <a:lnTo>
                      <a:pt x="4954" y="7410"/>
                    </a:lnTo>
                    <a:lnTo>
                      <a:pt x="5281" y="7288"/>
                    </a:lnTo>
                    <a:lnTo>
                      <a:pt x="5650" y="7124"/>
                    </a:lnTo>
                    <a:lnTo>
                      <a:pt x="5936" y="6960"/>
                    </a:lnTo>
                    <a:lnTo>
                      <a:pt x="6223" y="6714"/>
                    </a:lnTo>
                    <a:lnTo>
                      <a:pt x="6510" y="6469"/>
                    </a:lnTo>
                    <a:lnTo>
                      <a:pt x="6755" y="6223"/>
                    </a:lnTo>
                    <a:lnTo>
                      <a:pt x="6960" y="5937"/>
                    </a:lnTo>
                    <a:lnTo>
                      <a:pt x="7165" y="5609"/>
                    </a:lnTo>
                    <a:lnTo>
                      <a:pt x="7328" y="5282"/>
                    </a:lnTo>
                    <a:lnTo>
                      <a:pt x="7451" y="4913"/>
                    </a:lnTo>
                    <a:lnTo>
                      <a:pt x="7533" y="4545"/>
                    </a:lnTo>
                    <a:lnTo>
                      <a:pt x="7615" y="4176"/>
                    </a:lnTo>
                    <a:lnTo>
                      <a:pt x="7615" y="3808"/>
                    </a:lnTo>
                    <a:lnTo>
                      <a:pt x="7615" y="3398"/>
                    </a:lnTo>
                    <a:lnTo>
                      <a:pt x="7533" y="3030"/>
                    </a:lnTo>
                    <a:lnTo>
                      <a:pt x="7451" y="2662"/>
                    </a:lnTo>
                    <a:lnTo>
                      <a:pt x="7328" y="2293"/>
                    </a:lnTo>
                    <a:lnTo>
                      <a:pt x="7165" y="1966"/>
                    </a:lnTo>
                    <a:lnTo>
                      <a:pt x="6960" y="1679"/>
                    </a:lnTo>
                    <a:lnTo>
                      <a:pt x="6755" y="1352"/>
                    </a:lnTo>
                    <a:lnTo>
                      <a:pt x="6510" y="1106"/>
                    </a:lnTo>
                    <a:lnTo>
                      <a:pt x="6223" y="860"/>
                    </a:lnTo>
                    <a:lnTo>
                      <a:pt x="5936" y="656"/>
                    </a:lnTo>
                    <a:lnTo>
                      <a:pt x="5650" y="451"/>
                    </a:lnTo>
                    <a:lnTo>
                      <a:pt x="5281" y="287"/>
                    </a:lnTo>
                    <a:lnTo>
                      <a:pt x="4954" y="164"/>
                    </a:lnTo>
                    <a:lnTo>
                      <a:pt x="4585" y="82"/>
                    </a:lnTo>
                    <a:lnTo>
                      <a:pt x="421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475;p53"/>
              <p:cNvSpPr/>
              <p:nvPr/>
            </p:nvSpPr>
            <p:spPr>
              <a:xfrm>
                <a:off x="1644575" y="2533525"/>
                <a:ext cx="138200" cy="133075"/>
              </a:xfrm>
              <a:custGeom>
                <a:avLst/>
                <a:gdLst/>
                <a:ahLst/>
                <a:cxnLst/>
                <a:rect l="l" t="t" r="r" b="b"/>
                <a:pathLst>
                  <a:path w="5528" h="5323" extrusionOk="0">
                    <a:moveTo>
                      <a:pt x="1" y="0"/>
                    </a:moveTo>
                    <a:lnTo>
                      <a:pt x="1" y="41"/>
                    </a:lnTo>
                    <a:lnTo>
                      <a:pt x="1" y="614"/>
                    </a:lnTo>
                    <a:lnTo>
                      <a:pt x="42" y="1187"/>
                    </a:lnTo>
                    <a:lnTo>
                      <a:pt x="165" y="1761"/>
                    </a:lnTo>
                    <a:lnTo>
                      <a:pt x="328" y="2293"/>
                    </a:lnTo>
                    <a:lnTo>
                      <a:pt x="574" y="2866"/>
                    </a:lnTo>
                    <a:lnTo>
                      <a:pt x="860" y="3357"/>
                    </a:lnTo>
                    <a:lnTo>
                      <a:pt x="1229" y="3808"/>
                    </a:lnTo>
                    <a:lnTo>
                      <a:pt x="1638" y="4217"/>
                    </a:lnTo>
                    <a:lnTo>
                      <a:pt x="2007" y="4544"/>
                    </a:lnTo>
                    <a:lnTo>
                      <a:pt x="2457" y="4831"/>
                    </a:lnTo>
                    <a:lnTo>
                      <a:pt x="2948" y="5036"/>
                    </a:lnTo>
                    <a:lnTo>
                      <a:pt x="3440" y="5199"/>
                    </a:lnTo>
                    <a:lnTo>
                      <a:pt x="3972" y="5322"/>
                    </a:lnTo>
                    <a:lnTo>
                      <a:pt x="4463" y="5322"/>
                    </a:lnTo>
                    <a:lnTo>
                      <a:pt x="4750" y="5281"/>
                    </a:lnTo>
                    <a:lnTo>
                      <a:pt x="4995" y="5240"/>
                    </a:lnTo>
                    <a:lnTo>
                      <a:pt x="5241" y="5158"/>
                    </a:lnTo>
                    <a:lnTo>
                      <a:pt x="5446" y="5036"/>
                    </a:lnTo>
                    <a:lnTo>
                      <a:pt x="5487" y="4995"/>
                    </a:lnTo>
                    <a:lnTo>
                      <a:pt x="5527" y="4954"/>
                    </a:lnTo>
                    <a:lnTo>
                      <a:pt x="5527" y="4831"/>
                    </a:lnTo>
                    <a:lnTo>
                      <a:pt x="5446" y="4749"/>
                    </a:lnTo>
                    <a:lnTo>
                      <a:pt x="5405" y="4708"/>
                    </a:lnTo>
                    <a:lnTo>
                      <a:pt x="5323" y="4749"/>
                    </a:lnTo>
                    <a:lnTo>
                      <a:pt x="4832" y="4872"/>
                    </a:lnTo>
                    <a:lnTo>
                      <a:pt x="4340" y="4954"/>
                    </a:lnTo>
                    <a:lnTo>
                      <a:pt x="3849" y="4954"/>
                    </a:lnTo>
                    <a:lnTo>
                      <a:pt x="3358" y="4872"/>
                    </a:lnTo>
                    <a:lnTo>
                      <a:pt x="2907" y="4708"/>
                    </a:lnTo>
                    <a:lnTo>
                      <a:pt x="2457" y="4503"/>
                    </a:lnTo>
                    <a:lnTo>
                      <a:pt x="2048" y="4217"/>
                    </a:lnTo>
                    <a:lnTo>
                      <a:pt x="1638" y="3889"/>
                    </a:lnTo>
                    <a:lnTo>
                      <a:pt x="1270" y="3480"/>
                    </a:lnTo>
                    <a:lnTo>
                      <a:pt x="983" y="3030"/>
                    </a:lnTo>
                    <a:lnTo>
                      <a:pt x="738" y="2579"/>
                    </a:lnTo>
                    <a:lnTo>
                      <a:pt x="533" y="2088"/>
                    </a:lnTo>
                    <a:lnTo>
                      <a:pt x="369" y="1597"/>
                    </a:lnTo>
                    <a:lnTo>
                      <a:pt x="246" y="1106"/>
                    </a:lnTo>
                    <a:lnTo>
                      <a:pt x="165" y="573"/>
                    </a:lnTo>
                    <a:lnTo>
                      <a:pt x="124" y="41"/>
                    </a:lnTo>
                    <a:lnTo>
                      <a:pt x="8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476;p53"/>
              <p:cNvSpPr/>
              <p:nvPr/>
            </p:nvSpPr>
            <p:spPr>
              <a:xfrm>
                <a:off x="1638450" y="2752550"/>
                <a:ext cx="161725" cy="109525"/>
              </a:xfrm>
              <a:custGeom>
                <a:avLst/>
                <a:gdLst/>
                <a:ahLst/>
                <a:cxnLst/>
                <a:rect l="l" t="t" r="r" b="b"/>
                <a:pathLst>
                  <a:path w="6469" h="4381" extrusionOk="0">
                    <a:moveTo>
                      <a:pt x="0" y="0"/>
                    </a:moveTo>
                    <a:lnTo>
                      <a:pt x="0" y="41"/>
                    </a:lnTo>
                    <a:lnTo>
                      <a:pt x="123" y="614"/>
                    </a:lnTo>
                    <a:lnTo>
                      <a:pt x="287" y="1146"/>
                    </a:lnTo>
                    <a:lnTo>
                      <a:pt x="532" y="1679"/>
                    </a:lnTo>
                    <a:lnTo>
                      <a:pt x="819" y="2211"/>
                    </a:lnTo>
                    <a:lnTo>
                      <a:pt x="1187" y="2661"/>
                    </a:lnTo>
                    <a:lnTo>
                      <a:pt x="1597" y="3111"/>
                    </a:lnTo>
                    <a:lnTo>
                      <a:pt x="2006" y="3480"/>
                    </a:lnTo>
                    <a:lnTo>
                      <a:pt x="2497" y="3807"/>
                    </a:lnTo>
                    <a:lnTo>
                      <a:pt x="2948" y="4012"/>
                    </a:lnTo>
                    <a:lnTo>
                      <a:pt x="3439" y="4176"/>
                    </a:lnTo>
                    <a:lnTo>
                      <a:pt x="3971" y="4299"/>
                    </a:lnTo>
                    <a:lnTo>
                      <a:pt x="4503" y="4380"/>
                    </a:lnTo>
                    <a:lnTo>
                      <a:pt x="5036" y="4339"/>
                    </a:lnTo>
                    <a:lnTo>
                      <a:pt x="5527" y="4258"/>
                    </a:lnTo>
                    <a:lnTo>
                      <a:pt x="5772" y="4135"/>
                    </a:lnTo>
                    <a:lnTo>
                      <a:pt x="5977" y="4053"/>
                    </a:lnTo>
                    <a:lnTo>
                      <a:pt x="6223" y="3889"/>
                    </a:lnTo>
                    <a:lnTo>
                      <a:pt x="6427" y="3725"/>
                    </a:lnTo>
                    <a:lnTo>
                      <a:pt x="6468" y="3684"/>
                    </a:lnTo>
                    <a:lnTo>
                      <a:pt x="6468" y="3644"/>
                    </a:lnTo>
                    <a:lnTo>
                      <a:pt x="6427" y="3521"/>
                    </a:lnTo>
                    <a:lnTo>
                      <a:pt x="6346" y="3480"/>
                    </a:lnTo>
                    <a:lnTo>
                      <a:pt x="6223" y="3480"/>
                    </a:lnTo>
                    <a:lnTo>
                      <a:pt x="5772" y="3725"/>
                    </a:lnTo>
                    <a:lnTo>
                      <a:pt x="5322" y="3930"/>
                    </a:lnTo>
                    <a:lnTo>
                      <a:pt x="4831" y="4012"/>
                    </a:lnTo>
                    <a:lnTo>
                      <a:pt x="4340" y="4012"/>
                    </a:lnTo>
                    <a:lnTo>
                      <a:pt x="3848" y="3971"/>
                    </a:lnTo>
                    <a:lnTo>
                      <a:pt x="3357" y="3848"/>
                    </a:lnTo>
                    <a:lnTo>
                      <a:pt x="2907" y="3684"/>
                    </a:lnTo>
                    <a:lnTo>
                      <a:pt x="2456" y="3439"/>
                    </a:lnTo>
                    <a:lnTo>
                      <a:pt x="2006" y="3111"/>
                    </a:lnTo>
                    <a:lnTo>
                      <a:pt x="1597" y="2784"/>
                    </a:lnTo>
                    <a:lnTo>
                      <a:pt x="1269" y="2374"/>
                    </a:lnTo>
                    <a:lnTo>
                      <a:pt x="983" y="1965"/>
                    </a:lnTo>
                    <a:lnTo>
                      <a:pt x="696" y="1515"/>
                    </a:lnTo>
                    <a:lnTo>
                      <a:pt x="491" y="1023"/>
                    </a:lnTo>
                    <a:lnTo>
                      <a:pt x="287" y="532"/>
                    </a:lnTo>
                    <a:lnTo>
                      <a:pt x="123" y="41"/>
                    </a:lnTo>
                    <a:lnTo>
                      <a:pt x="8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477;p53"/>
              <p:cNvSpPr/>
              <p:nvPr/>
            </p:nvSpPr>
            <p:spPr>
              <a:xfrm>
                <a:off x="1325250" y="2341100"/>
                <a:ext cx="98300" cy="167875"/>
              </a:xfrm>
              <a:custGeom>
                <a:avLst/>
                <a:gdLst/>
                <a:ahLst/>
                <a:cxnLst/>
                <a:rect l="l" t="t" r="r" b="b"/>
                <a:pathLst>
                  <a:path w="3932" h="6715" extrusionOk="0">
                    <a:moveTo>
                      <a:pt x="533" y="1"/>
                    </a:moveTo>
                    <a:lnTo>
                      <a:pt x="492" y="42"/>
                    </a:lnTo>
                    <a:lnTo>
                      <a:pt x="288" y="574"/>
                    </a:lnTo>
                    <a:lnTo>
                      <a:pt x="124" y="1147"/>
                    </a:lnTo>
                    <a:lnTo>
                      <a:pt x="42" y="1720"/>
                    </a:lnTo>
                    <a:lnTo>
                      <a:pt x="1" y="2293"/>
                    </a:lnTo>
                    <a:lnTo>
                      <a:pt x="42" y="2867"/>
                    </a:lnTo>
                    <a:lnTo>
                      <a:pt x="124" y="3440"/>
                    </a:lnTo>
                    <a:lnTo>
                      <a:pt x="288" y="4013"/>
                    </a:lnTo>
                    <a:lnTo>
                      <a:pt x="492" y="4545"/>
                    </a:lnTo>
                    <a:lnTo>
                      <a:pt x="738" y="4954"/>
                    </a:lnTo>
                    <a:lnTo>
                      <a:pt x="1065" y="5405"/>
                    </a:lnTo>
                    <a:lnTo>
                      <a:pt x="1434" y="5773"/>
                    </a:lnTo>
                    <a:lnTo>
                      <a:pt x="1843" y="6142"/>
                    </a:lnTo>
                    <a:lnTo>
                      <a:pt x="2294" y="6387"/>
                    </a:lnTo>
                    <a:lnTo>
                      <a:pt x="2785" y="6592"/>
                    </a:lnTo>
                    <a:lnTo>
                      <a:pt x="3030" y="6674"/>
                    </a:lnTo>
                    <a:lnTo>
                      <a:pt x="3276" y="6715"/>
                    </a:lnTo>
                    <a:lnTo>
                      <a:pt x="3522" y="6715"/>
                    </a:lnTo>
                    <a:lnTo>
                      <a:pt x="3767" y="6674"/>
                    </a:lnTo>
                    <a:lnTo>
                      <a:pt x="3849" y="6674"/>
                    </a:lnTo>
                    <a:lnTo>
                      <a:pt x="3890" y="6633"/>
                    </a:lnTo>
                    <a:lnTo>
                      <a:pt x="3931" y="6510"/>
                    </a:lnTo>
                    <a:lnTo>
                      <a:pt x="3890" y="6428"/>
                    </a:lnTo>
                    <a:lnTo>
                      <a:pt x="3849" y="6387"/>
                    </a:lnTo>
                    <a:lnTo>
                      <a:pt x="3767" y="6346"/>
                    </a:lnTo>
                    <a:lnTo>
                      <a:pt x="3276" y="6305"/>
                    </a:lnTo>
                    <a:lnTo>
                      <a:pt x="2785" y="6223"/>
                    </a:lnTo>
                    <a:lnTo>
                      <a:pt x="2334" y="6019"/>
                    </a:lnTo>
                    <a:lnTo>
                      <a:pt x="1884" y="5773"/>
                    </a:lnTo>
                    <a:lnTo>
                      <a:pt x="1516" y="5446"/>
                    </a:lnTo>
                    <a:lnTo>
                      <a:pt x="1188" y="5077"/>
                    </a:lnTo>
                    <a:lnTo>
                      <a:pt x="902" y="4668"/>
                    </a:lnTo>
                    <a:lnTo>
                      <a:pt x="656" y="4218"/>
                    </a:lnTo>
                    <a:lnTo>
                      <a:pt x="451" y="3726"/>
                    </a:lnTo>
                    <a:lnTo>
                      <a:pt x="328" y="3194"/>
                    </a:lnTo>
                    <a:lnTo>
                      <a:pt x="247" y="2662"/>
                    </a:lnTo>
                    <a:lnTo>
                      <a:pt x="247" y="2171"/>
                    </a:lnTo>
                    <a:lnTo>
                      <a:pt x="288" y="1638"/>
                    </a:lnTo>
                    <a:lnTo>
                      <a:pt x="369" y="1106"/>
                    </a:lnTo>
                    <a:lnTo>
                      <a:pt x="492" y="615"/>
                    </a:lnTo>
                    <a:lnTo>
                      <a:pt x="615" y="83"/>
                    </a:lnTo>
                    <a:lnTo>
                      <a:pt x="615" y="42"/>
                    </a:lnTo>
                    <a:lnTo>
                      <a:pt x="57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478;p53"/>
              <p:cNvSpPr/>
              <p:nvPr/>
            </p:nvSpPr>
            <p:spPr>
              <a:xfrm>
                <a:off x="1953675" y="2530450"/>
                <a:ext cx="116700" cy="152525"/>
              </a:xfrm>
              <a:custGeom>
                <a:avLst/>
                <a:gdLst/>
                <a:ahLst/>
                <a:cxnLst/>
                <a:rect l="l" t="t" r="r" b="b"/>
                <a:pathLst>
                  <a:path w="4668" h="6101" extrusionOk="0">
                    <a:moveTo>
                      <a:pt x="614" y="0"/>
                    </a:moveTo>
                    <a:lnTo>
                      <a:pt x="369" y="41"/>
                    </a:lnTo>
                    <a:lnTo>
                      <a:pt x="123" y="123"/>
                    </a:lnTo>
                    <a:lnTo>
                      <a:pt x="41" y="123"/>
                    </a:lnTo>
                    <a:lnTo>
                      <a:pt x="41" y="205"/>
                    </a:lnTo>
                    <a:lnTo>
                      <a:pt x="0" y="287"/>
                    </a:lnTo>
                    <a:lnTo>
                      <a:pt x="82" y="410"/>
                    </a:lnTo>
                    <a:lnTo>
                      <a:pt x="164" y="410"/>
                    </a:lnTo>
                    <a:lnTo>
                      <a:pt x="696" y="369"/>
                    </a:lnTo>
                    <a:lnTo>
                      <a:pt x="1187" y="410"/>
                    </a:lnTo>
                    <a:lnTo>
                      <a:pt x="1679" y="492"/>
                    </a:lnTo>
                    <a:lnTo>
                      <a:pt x="2129" y="696"/>
                    </a:lnTo>
                    <a:lnTo>
                      <a:pt x="2538" y="942"/>
                    </a:lnTo>
                    <a:lnTo>
                      <a:pt x="2948" y="1229"/>
                    </a:lnTo>
                    <a:lnTo>
                      <a:pt x="3316" y="1597"/>
                    </a:lnTo>
                    <a:lnTo>
                      <a:pt x="3644" y="1965"/>
                    </a:lnTo>
                    <a:lnTo>
                      <a:pt x="3930" y="2457"/>
                    </a:lnTo>
                    <a:lnTo>
                      <a:pt x="4135" y="2948"/>
                    </a:lnTo>
                    <a:lnTo>
                      <a:pt x="4299" y="3439"/>
                    </a:lnTo>
                    <a:lnTo>
                      <a:pt x="4381" y="3931"/>
                    </a:lnTo>
                    <a:lnTo>
                      <a:pt x="4422" y="4463"/>
                    </a:lnTo>
                    <a:lnTo>
                      <a:pt x="4462" y="4995"/>
                    </a:lnTo>
                    <a:lnTo>
                      <a:pt x="4422" y="5527"/>
                    </a:lnTo>
                    <a:lnTo>
                      <a:pt x="4381" y="6059"/>
                    </a:lnTo>
                    <a:lnTo>
                      <a:pt x="4381" y="6100"/>
                    </a:lnTo>
                    <a:lnTo>
                      <a:pt x="4462" y="6100"/>
                    </a:lnTo>
                    <a:lnTo>
                      <a:pt x="4503" y="6059"/>
                    </a:lnTo>
                    <a:lnTo>
                      <a:pt x="4626" y="5527"/>
                    </a:lnTo>
                    <a:lnTo>
                      <a:pt x="4667" y="4954"/>
                    </a:lnTo>
                    <a:lnTo>
                      <a:pt x="4667" y="4340"/>
                    </a:lnTo>
                    <a:lnTo>
                      <a:pt x="4585" y="3767"/>
                    </a:lnTo>
                    <a:lnTo>
                      <a:pt x="4462" y="3194"/>
                    </a:lnTo>
                    <a:lnTo>
                      <a:pt x="4258" y="2661"/>
                    </a:lnTo>
                    <a:lnTo>
                      <a:pt x="4012" y="2129"/>
                    </a:lnTo>
                    <a:lnTo>
                      <a:pt x="3726" y="1638"/>
                    </a:lnTo>
                    <a:lnTo>
                      <a:pt x="3398" y="1270"/>
                    </a:lnTo>
                    <a:lnTo>
                      <a:pt x="3030" y="901"/>
                    </a:lnTo>
                    <a:lnTo>
                      <a:pt x="2579" y="574"/>
                    </a:lnTo>
                    <a:lnTo>
                      <a:pt x="2129" y="328"/>
                    </a:lnTo>
                    <a:lnTo>
                      <a:pt x="1638" y="123"/>
                    </a:lnTo>
                    <a:lnTo>
                      <a:pt x="114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479;p53"/>
              <p:cNvSpPr/>
              <p:nvPr/>
            </p:nvSpPr>
            <p:spPr>
              <a:xfrm>
                <a:off x="1242350" y="1992100"/>
                <a:ext cx="972325" cy="937525"/>
              </a:xfrm>
              <a:custGeom>
                <a:avLst/>
                <a:gdLst/>
                <a:ahLst/>
                <a:cxnLst/>
                <a:rect l="l" t="t" r="r" b="b"/>
                <a:pathLst>
                  <a:path w="38893" h="37501" extrusionOk="0">
                    <a:moveTo>
                      <a:pt x="12242" y="1"/>
                    </a:moveTo>
                    <a:lnTo>
                      <a:pt x="11587" y="247"/>
                    </a:lnTo>
                    <a:lnTo>
                      <a:pt x="10932" y="574"/>
                    </a:lnTo>
                    <a:lnTo>
                      <a:pt x="10277" y="902"/>
                    </a:lnTo>
                    <a:lnTo>
                      <a:pt x="9662" y="1229"/>
                    </a:lnTo>
                    <a:lnTo>
                      <a:pt x="9048" y="1598"/>
                    </a:lnTo>
                    <a:lnTo>
                      <a:pt x="8434" y="2007"/>
                    </a:lnTo>
                    <a:lnTo>
                      <a:pt x="7861" y="2416"/>
                    </a:lnTo>
                    <a:lnTo>
                      <a:pt x="7288" y="2867"/>
                    </a:lnTo>
                    <a:lnTo>
                      <a:pt x="6756" y="3317"/>
                    </a:lnTo>
                    <a:lnTo>
                      <a:pt x="6224" y="3808"/>
                    </a:lnTo>
                    <a:lnTo>
                      <a:pt x="5691" y="4299"/>
                    </a:lnTo>
                    <a:lnTo>
                      <a:pt x="5200" y="4791"/>
                    </a:lnTo>
                    <a:lnTo>
                      <a:pt x="4750" y="5323"/>
                    </a:lnTo>
                    <a:lnTo>
                      <a:pt x="4300" y="5855"/>
                    </a:lnTo>
                    <a:lnTo>
                      <a:pt x="3849" y="6428"/>
                    </a:lnTo>
                    <a:lnTo>
                      <a:pt x="3440" y="7001"/>
                    </a:lnTo>
                    <a:lnTo>
                      <a:pt x="3030" y="7615"/>
                    </a:lnTo>
                    <a:lnTo>
                      <a:pt x="2662" y="8230"/>
                    </a:lnTo>
                    <a:lnTo>
                      <a:pt x="2294" y="8844"/>
                    </a:lnTo>
                    <a:lnTo>
                      <a:pt x="1966" y="9499"/>
                    </a:lnTo>
                    <a:lnTo>
                      <a:pt x="1679" y="10154"/>
                    </a:lnTo>
                    <a:lnTo>
                      <a:pt x="1393" y="10809"/>
                    </a:lnTo>
                    <a:lnTo>
                      <a:pt x="1147" y="11505"/>
                    </a:lnTo>
                    <a:lnTo>
                      <a:pt x="902" y="12160"/>
                    </a:lnTo>
                    <a:lnTo>
                      <a:pt x="697" y="12896"/>
                    </a:lnTo>
                    <a:lnTo>
                      <a:pt x="492" y="13592"/>
                    </a:lnTo>
                    <a:lnTo>
                      <a:pt x="369" y="14329"/>
                    </a:lnTo>
                    <a:lnTo>
                      <a:pt x="247" y="15025"/>
                    </a:lnTo>
                    <a:lnTo>
                      <a:pt x="124" y="15803"/>
                    </a:lnTo>
                    <a:lnTo>
                      <a:pt x="42" y="16540"/>
                    </a:lnTo>
                    <a:lnTo>
                      <a:pt x="1" y="17277"/>
                    </a:lnTo>
                    <a:lnTo>
                      <a:pt x="1" y="18055"/>
                    </a:lnTo>
                    <a:lnTo>
                      <a:pt x="1" y="19078"/>
                    </a:lnTo>
                    <a:lnTo>
                      <a:pt x="83" y="20061"/>
                    </a:lnTo>
                    <a:lnTo>
                      <a:pt x="206" y="21002"/>
                    </a:lnTo>
                    <a:lnTo>
                      <a:pt x="410" y="21985"/>
                    </a:lnTo>
                    <a:lnTo>
                      <a:pt x="615" y="22926"/>
                    </a:lnTo>
                    <a:lnTo>
                      <a:pt x="861" y="23827"/>
                    </a:lnTo>
                    <a:lnTo>
                      <a:pt x="1188" y="24769"/>
                    </a:lnTo>
                    <a:lnTo>
                      <a:pt x="1516" y="25628"/>
                    </a:lnTo>
                    <a:lnTo>
                      <a:pt x="1925" y="26488"/>
                    </a:lnTo>
                    <a:lnTo>
                      <a:pt x="2334" y="27348"/>
                    </a:lnTo>
                    <a:lnTo>
                      <a:pt x="2826" y="28166"/>
                    </a:lnTo>
                    <a:lnTo>
                      <a:pt x="3317" y="28944"/>
                    </a:lnTo>
                    <a:lnTo>
                      <a:pt x="3849" y="29681"/>
                    </a:lnTo>
                    <a:lnTo>
                      <a:pt x="4422" y="30418"/>
                    </a:lnTo>
                    <a:lnTo>
                      <a:pt x="5036" y="31155"/>
                    </a:lnTo>
                    <a:lnTo>
                      <a:pt x="5691" y="31810"/>
                    </a:lnTo>
                    <a:lnTo>
                      <a:pt x="6387" y="32465"/>
                    </a:lnTo>
                    <a:lnTo>
                      <a:pt x="7083" y="33079"/>
                    </a:lnTo>
                    <a:lnTo>
                      <a:pt x="7820" y="33652"/>
                    </a:lnTo>
                    <a:lnTo>
                      <a:pt x="8557" y="34184"/>
                    </a:lnTo>
                    <a:lnTo>
                      <a:pt x="9376" y="34717"/>
                    </a:lnTo>
                    <a:lnTo>
                      <a:pt x="10195" y="35167"/>
                    </a:lnTo>
                    <a:lnTo>
                      <a:pt x="11013" y="35617"/>
                    </a:lnTo>
                    <a:lnTo>
                      <a:pt x="11873" y="35986"/>
                    </a:lnTo>
                    <a:lnTo>
                      <a:pt x="12774" y="36354"/>
                    </a:lnTo>
                    <a:lnTo>
                      <a:pt x="13674" y="36641"/>
                    </a:lnTo>
                    <a:lnTo>
                      <a:pt x="14575" y="36886"/>
                    </a:lnTo>
                    <a:lnTo>
                      <a:pt x="15517" y="37132"/>
                    </a:lnTo>
                    <a:lnTo>
                      <a:pt x="16499" y="37296"/>
                    </a:lnTo>
                    <a:lnTo>
                      <a:pt x="17482" y="37418"/>
                    </a:lnTo>
                    <a:lnTo>
                      <a:pt x="18464" y="37500"/>
                    </a:lnTo>
                    <a:lnTo>
                      <a:pt x="20470" y="37500"/>
                    </a:lnTo>
                    <a:lnTo>
                      <a:pt x="21453" y="37418"/>
                    </a:lnTo>
                    <a:lnTo>
                      <a:pt x="22435" y="37296"/>
                    </a:lnTo>
                    <a:lnTo>
                      <a:pt x="23377" y="37132"/>
                    </a:lnTo>
                    <a:lnTo>
                      <a:pt x="24318" y="36886"/>
                    </a:lnTo>
                    <a:lnTo>
                      <a:pt x="25219" y="36641"/>
                    </a:lnTo>
                    <a:lnTo>
                      <a:pt x="26161" y="36354"/>
                    </a:lnTo>
                    <a:lnTo>
                      <a:pt x="27020" y="35986"/>
                    </a:lnTo>
                    <a:lnTo>
                      <a:pt x="27880" y="35617"/>
                    </a:lnTo>
                    <a:lnTo>
                      <a:pt x="28740" y="35167"/>
                    </a:lnTo>
                    <a:lnTo>
                      <a:pt x="29559" y="34717"/>
                    </a:lnTo>
                    <a:lnTo>
                      <a:pt x="30336" y="34184"/>
                    </a:lnTo>
                    <a:lnTo>
                      <a:pt x="31114" y="33652"/>
                    </a:lnTo>
                    <a:lnTo>
                      <a:pt x="31810" y="33079"/>
                    </a:lnTo>
                    <a:lnTo>
                      <a:pt x="32547" y="32465"/>
                    </a:lnTo>
                    <a:lnTo>
                      <a:pt x="33202" y="31810"/>
                    </a:lnTo>
                    <a:lnTo>
                      <a:pt x="33857" y="31155"/>
                    </a:lnTo>
                    <a:lnTo>
                      <a:pt x="34471" y="30418"/>
                    </a:lnTo>
                    <a:lnTo>
                      <a:pt x="35044" y="29681"/>
                    </a:lnTo>
                    <a:lnTo>
                      <a:pt x="35576" y="28944"/>
                    </a:lnTo>
                    <a:lnTo>
                      <a:pt x="36109" y="28166"/>
                    </a:lnTo>
                    <a:lnTo>
                      <a:pt x="36559" y="27348"/>
                    </a:lnTo>
                    <a:lnTo>
                      <a:pt x="37009" y="26488"/>
                    </a:lnTo>
                    <a:lnTo>
                      <a:pt x="37378" y="25628"/>
                    </a:lnTo>
                    <a:lnTo>
                      <a:pt x="37746" y="24769"/>
                    </a:lnTo>
                    <a:lnTo>
                      <a:pt x="38033" y="23827"/>
                    </a:lnTo>
                    <a:lnTo>
                      <a:pt x="38278" y="22926"/>
                    </a:lnTo>
                    <a:lnTo>
                      <a:pt x="38524" y="21985"/>
                    </a:lnTo>
                    <a:lnTo>
                      <a:pt x="38688" y="21002"/>
                    </a:lnTo>
                    <a:lnTo>
                      <a:pt x="38811" y="20061"/>
                    </a:lnTo>
                    <a:lnTo>
                      <a:pt x="38892" y="19078"/>
                    </a:lnTo>
                    <a:lnTo>
                      <a:pt x="38892" y="18055"/>
                    </a:lnTo>
                    <a:lnTo>
                      <a:pt x="38892" y="17318"/>
                    </a:lnTo>
                    <a:lnTo>
                      <a:pt x="38852" y="16540"/>
                    </a:lnTo>
                    <a:lnTo>
                      <a:pt x="38770" y="15803"/>
                    </a:lnTo>
                    <a:lnTo>
                      <a:pt x="38688" y="15066"/>
                    </a:lnTo>
                    <a:lnTo>
                      <a:pt x="38565" y="14370"/>
                    </a:lnTo>
                    <a:lnTo>
                      <a:pt x="38401" y="13633"/>
                    </a:lnTo>
                    <a:lnTo>
                      <a:pt x="38237" y="12937"/>
                    </a:lnTo>
                    <a:lnTo>
                      <a:pt x="38033" y="12241"/>
                    </a:lnTo>
                    <a:lnTo>
                      <a:pt x="37787" y="11586"/>
                    </a:lnTo>
                    <a:lnTo>
                      <a:pt x="37541" y="10891"/>
                    </a:lnTo>
                    <a:lnTo>
                      <a:pt x="37296" y="10236"/>
                    </a:lnTo>
                    <a:lnTo>
                      <a:pt x="36968" y="9581"/>
                    </a:lnTo>
                    <a:lnTo>
                      <a:pt x="36641" y="8966"/>
                    </a:lnTo>
                    <a:lnTo>
                      <a:pt x="36313" y="8352"/>
                    </a:lnTo>
                    <a:lnTo>
                      <a:pt x="35945" y="7738"/>
                    </a:lnTo>
                    <a:lnTo>
                      <a:pt x="35576" y="7165"/>
                    </a:lnTo>
                    <a:lnTo>
                      <a:pt x="35167" y="6592"/>
                    </a:lnTo>
                    <a:lnTo>
                      <a:pt x="34717" y="6019"/>
                    </a:lnTo>
                    <a:lnTo>
                      <a:pt x="34307" y="5487"/>
                    </a:lnTo>
                    <a:lnTo>
                      <a:pt x="33816" y="4954"/>
                    </a:lnTo>
                    <a:lnTo>
                      <a:pt x="33325" y="4422"/>
                    </a:lnTo>
                    <a:lnTo>
                      <a:pt x="32834" y="3931"/>
                    </a:lnTo>
                    <a:lnTo>
                      <a:pt x="32301" y="3481"/>
                    </a:lnTo>
                    <a:lnTo>
                      <a:pt x="31769" y="2989"/>
                    </a:lnTo>
                    <a:lnTo>
                      <a:pt x="31237" y="2580"/>
                    </a:lnTo>
                    <a:lnTo>
                      <a:pt x="30664" y="2171"/>
                    </a:lnTo>
                    <a:lnTo>
                      <a:pt x="30091" y="1761"/>
                    </a:lnTo>
                    <a:lnTo>
                      <a:pt x="29477" y="1393"/>
                    </a:lnTo>
                    <a:lnTo>
                      <a:pt x="28863" y="1024"/>
                    </a:lnTo>
                    <a:lnTo>
                      <a:pt x="28248" y="697"/>
                    </a:lnTo>
                    <a:lnTo>
                      <a:pt x="27593" y="369"/>
                    </a:lnTo>
                    <a:lnTo>
                      <a:pt x="26938" y="83"/>
                    </a:lnTo>
                    <a:lnTo>
                      <a:pt x="26120" y="2089"/>
                    </a:lnTo>
                    <a:lnTo>
                      <a:pt x="27307" y="2212"/>
                    </a:lnTo>
                    <a:lnTo>
                      <a:pt x="27880" y="2334"/>
                    </a:lnTo>
                    <a:lnTo>
                      <a:pt x="28167" y="2416"/>
                    </a:lnTo>
                    <a:lnTo>
                      <a:pt x="28412" y="2539"/>
                    </a:lnTo>
                    <a:lnTo>
                      <a:pt x="28740" y="2744"/>
                    </a:lnTo>
                    <a:lnTo>
                      <a:pt x="29026" y="3030"/>
                    </a:lnTo>
                    <a:lnTo>
                      <a:pt x="29272" y="3317"/>
                    </a:lnTo>
                    <a:lnTo>
                      <a:pt x="29477" y="3644"/>
                    </a:lnTo>
                    <a:lnTo>
                      <a:pt x="29968" y="4340"/>
                    </a:lnTo>
                    <a:lnTo>
                      <a:pt x="30214" y="4627"/>
                    </a:lnTo>
                    <a:lnTo>
                      <a:pt x="30500" y="4914"/>
                    </a:lnTo>
                    <a:lnTo>
                      <a:pt x="30787" y="5118"/>
                    </a:lnTo>
                    <a:lnTo>
                      <a:pt x="31155" y="5323"/>
                    </a:lnTo>
                    <a:lnTo>
                      <a:pt x="31892" y="5691"/>
                    </a:lnTo>
                    <a:lnTo>
                      <a:pt x="32260" y="5855"/>
                    </a:lnTo>
                    <a:lnTo>
                      <a:pt x="32588" y="6060"/>
                    </a:lnTo>
                    <a:lnTo>
                      <a:pt x="32915" y="6265"/>
                    </a:lnTo>
                    <a:lnTo>
                      <a:pt x="33202" y="6551"/>
                    </a:lnTo>
                    <a:lnTo>
                      <a:pt x="33407" y="6838"/>
                    </a:lnTo>
                    <a:lnTo>
                      <a:pt x="33570" y="7206"/>
                    </a:lnTo>
                    <a:lnTo>
                      <a:pt x="33693" y="7575"/>
                    </a:lnTo>
                    <a:lnTo>
                      <a:pt x="33816" y="7943"/>
                    </a:lnTo>
                    <a:lnTo>
                      <a:pt x="34021" y="8762"/>
                    </a:lnTo>
                    <a:lnTo>
                      <a:pt x="34144" y="9130"/>
                    </a:lnTo>
                    <a:lnTo>
                      <a:pt x="34307" y="9458"/>
                    </a:lnTo>
                    <a:lnTo>
                      <a:pt x="34553" y="9785"/>
                    </a:lnTo>
                    <a:lnTo>
                      <a:pt x="34799" y="10072"/>
                    </a:lnTo>
                    <a:lnTo>
                      <a:pt x="35372" y="10686"/>
                    </a:lnTo>
                    <a:lnTo>
                      <a:pt x="35658" y="10972"/>
                    </a:lnTo>
                    <a:lnTo>
                      <a:pt x="35904" y="11259"/>
                    </a:lnTo>
                    <a:lnTo>
                      <a:pt x="36150" y="11586"/>
                    </a:lnTo>
                    <a:lnTo>
                      <a:pt x="36313" y="11914"/>
                    </a:lnTo>
                    <a:lnTo>
                      <a:pt x="36395" y="12282"/>
                    </a:lnTo>
                    <a:lnTo>
                      <a:pt x="36436" y="12692"/>
                    </a:lnTo>
                    <a:lnTo>
                      <a:pt x="36436" y="13060"/>
                    </a:lnTo>
                    <a:lnTo>
                      <a:pt x="36395" y="13470"/>
                    </a:lnTo>
                    <a:lnTo>
                      <a:pt x="36313" y="14288"/>
                    </a:lnTo>
                    <a:lnTo>
                      <a:pt x="36313" y="14698"/>
                    </a:lnTo>
                    <a:lnTo>
                      <a:pt x="36354" y="15066"/>
                    </a:lnTo>
                    <a:lnTo>
                      <a:pt x="36436" y="15435"/>
                    </a:lnTo>
                    <a:lnTo>
                      <a:pt x="36600" y="15803"/>
                    </a:lnTo>
                    <a:lnTo>
                      <a:pt x="36927" y="16540"/>
                    </a:lnTo>
                    <a:lnTo>
                      <a:pt x="37091" y="16908"/>
                    </a:lnTo>
                    <a:lnTo>
                      <a:pt x="37255" y="17277"/>
                    </a:lnTo>
                    <a:lnTo>
                      <a:pt x="37337" y="17686"/>
                    </a:lnTo>
                    <a:lnTo>
                      <a:pt x="37378" y="18055"/>
                    </a:lnTo>
                    <a:lnTo>
                      <a:pt x="37337" y="18464"/>
                    </a:lnTo>
                    <a:lnTo>
                      <a:pt x="37255" y="18833"/>
                    </a:lnTo>
                    <a:lnTo>
                      <a:pt x="37091" y="19201"/>
                    </a:lnTo>
                    <a:lnTo>
                      <a:pt x="36927" y="19569"/>
                    </a:lnTo>
                    <a:lnTo>
                      <a:pt x="36600" y="20306"/>
                    </a:lnTo>
                    <a:lnTo>
                      <a:pt x="36436" y="20675"/>
                    </a:lnTo>
                    <a:lnTo>
                      <a:pt x="36354" y="21043"/>
                    </a:lnTo>
                    <a:lnTo>
                      <a:pt x="36313" y="21412"/>
                    </a:lnTo>
                    <a:lnTo>
                      <a:pt x="36313" y="21821"/>
                    </a:lnTo>
                    <a:lnTo>
                      <a:pt x="36395" y="22640"/>
                    </a:lnTo>
                    <a:lnTo>
                      <a:pt x="36436" y="23049"/>
                    </a:lnTo>
                    <a:lnTo>
                      <a:pt x="36436" y="23459"/>
                    </a:lnTo>
                    <a:lnTo>
                      <a:pt x="36395" y="23827"/>
                    </a:lnTo>
                    <a:lnTo>
                      <a:pt x="36313" y="24195"/>
                    </a:lnTo>
                    <a:lnTo>
                      <a:pt x="36150" y="24523"/>
                    </a:lnTo>
                    <a:lnTo>
                      <a:pt x="35904" y="24850"/>
                    </a:lnTo>
                    <a:lnTo>
                      <a:pt x="35658" y="25178"/>
                    </a:lnTo>
                    <a:lnTo>
                      <a:pt x="35372" y="25465"/>
                    </a:lnTo>
                    <a:lnTo>
                      <a:pt x="34799" y="26038"/>
                    </a:lnTo>
                    <a:lnTo>
                      <a:pt x="34553" y="26324"/>
                    </a:lnTo>
                    <a:lnTo>
                      <a:pt x="34307" y="26652"/>
                    </a:lnTo>
                    <a:lnTo>
                      <a:pt x="34144" y="26979"/>
                    </a:lnTo>
                    <a:lnTo>
                      <a:pt x="34021" y="27348"/>
                    </a:lnTo>
                    <a:lnTo>
                      <a:pt x="33816" y="28166"/>
                    </a:lnTo>
                    <a:lnTo>
                      <a:pt x="33693" y="28535"/>
                    </a:lnTo>
                    <a:lnTo>
                      <a:pt x="33570" y="28903"/>
                    </a:lnTo>
                    <a:lnTo>
                      <a:pt x="33407" y="29272"/>
                    </a:lnTo>
                    <a:lnTo>
                      <a:pt x="33202" y="29599"/>
                    </a:lnTo>
                    <a:lnTo>
                      <a:pt x="32915" y="29845"/>
                    </a:lnTo>
                    <a:lnTo>
                      <a:pt x="32588" y="30091"/>
                    </a:lnTo>
                    <a:lnTo>
                      <a:pt x="32260" y="30254"/>
                    </a:lnTo>
                    <a:lnTo>
                      <a:pt x="31892" y="30459"/>
                    </a:lnTo>
                    <a:lnTo>
                      <a:pt x="31155" y="30786"/>
                    </a:lnTo>
                    <a:lnTo>
                      <a:pt x="30787" y="30991"/>
                    </a:lnTo>
                    <a:lnTo>
                      <a:pt x="30500" y="31196"/>
                    </a:lnTo>
                    <a:lnTo>
                      <a:pt x="30214" y="31482"/>
                    </a:lnTo>
                    <a:lnTo>
                      <a:pt x="29968" y="31769"/>
                    </a:lnTo>
                    <a:lnTo>
                      <a:pt x="29477" y="32465"/>
                    </a:lnTo>
                    <a:lnTo>
                      <a:pt x="29272" y="32792"/>
                    </a:lnTo>
                    <a:lnTo>
                      <a:pt x="29026" y="33079"/>
                    </a:lnTo>
                    <a:lnTo>
                      <a:pt x="28740" y="33366"/>
                    </a:lnTo>
                    <a:lnTo>
                      <a:pt x="28412" y="33570"/>
                    </a:lnTo>
                    <a:lnTo>
                      <a:pt x="28085" y="33734"/>
                    </a:lnTo>
                    <a:lnTo>
                      <a:pt x="27716" y="33857"/>
                    </a:lnTo>
                    <a:lnTo>
                      <a:pt x="27307" y="33898"/>
                    </a:lnTo>
                    <a:lnTo>
                      <a:pt x="26898" y="33939"/>
                    </a:lnTo>
                    <a:lnTo>
                      <a:pt x="26079" y="34021"/>
                    </a:lnTo>
                    <a:lnTo>
                      <a:pt x="25710" y="34102"/>
                    </a:lnTo>
                    <a:lnTo>
                      <a:pt x="25342" y="34184"/>
                    </a:lnTo>
                    <a:lnTo>
                      <a:pt x="24973" y="34348"/>
                    </a:lnTo>
                    <a:lnTo>
                      <a:pt x="24646" y="34553"/>
                    </a:lnTo>
                    <a:lnTo>
                      <a:pt x="23991" y="35003"/>
                    </a:lnTo>
                    <a:lnTo>
                      <a:pt x="23622" y="35249"/>
                    </a:lnTo>
                    <a:lnTo>
                      <a:pt x="23295" y="35453"/>
                    </a:lnTo>
                    <a:lnTo>
                      <a:pt x="22926" y="35617"/>
                    </a:lnTo>
                    <a:lnTo>
                      <a:pt x="22558" y="35740"/>
                    </a:lnTo>
                    <a:lnTo>
                      <a:pt x="22190" y="35740"/>
                    </a:lnTo>
                    <a:lnTo>
                      <a:pt x="21821" y="35699"/>
                    </a:lnTo>
                    <a:lnTo>
                      <a:pt x="21412" y="35658"/>
                    </a:lnTo>
                    <a:lnTo>
                      <a:pt x="21043" y="35535"/>
                    </a:lnTo>
                    <a:lnTo>
                      <a:pt x="20225" y="35331"/>
                    </a:lnTo>
                    <a:lnTo>
                      <a:pt x="19856" y="35249"/>
                    </a:lnTo>
                    <a:lnTo>
                      <a:pt x="19447" y="35208"/>
                    </a:lnTo>
                    <a:lnTo>
                      <a:pt x="19078" y="35249"/>
                    </a:lnTo>
                    <a:lnTo>
                      <a:pt x="18669" y="35331"/>
                    </a:lnTo>
                    <a:lnTo>
                      <a:pt x="17891" y="35535"/>
                    </a:lnTo>
                    <a:lnTo>
                      <a:pt x="17482" y="35658"/>
                    </a:lnTo>
                    <a:lnTo>
                      <a:pt x="17113" y="35699"/>
                    </a:lnTo>
                    <a:lnTo>
                      <a:pt x="16704" y="35740"/>
                    </a:lnTo>
                    <a:lnTo>
                      <a:pt x="16335" y="35740"/>
                    </a:lnTo>
                    <a:lnTo>
                      <a:pt x="15967" y="35617"/>
                    </a:lnTo>
                    <a:lnTo>
                      <a:pt x="15599" y="35453"/>
                    </a:lnTo>
                    <a:lnTo>
                      <a:pt x="15271" y="35249"/>
                    </a:lnTo>
                    <a:lnTo>
                      <a:pt x="14943" y="35003"/>
                    </a:lnTo>
                    <a:lnTo>
                      <a:pt x="14288" y="34553"/>
                    </a:lnTo>
                    <a:lnTo>
                      <a:pt x="13920" y="34348"/>
                    </a:lnTo>
                    <a:lnTo>
                      <a:pt x="13593" y="34184"/>
                    </a:lnTo>
                    <a:lnTo>
                      <a:pt x="13224" y="34102"/>
                    </a:lnTo>
                    <a:lnTo>
                      <a:pt x="12815" y="34021"/>
                    </a:lnTo>
                    <a:lnTo>
                      <a:pt x="11996" y="33939"/>
                    </a:lnTo>
                    <a:lnTo>
                      <a:pt x="11587" y="33898"/>
                    </a:lnTo>
                    <a:lnTo>
                      <a:pt x="11218" y="33857"/>
                    </a:lnTo>
                    <a:lnTo>
                      <a:pt x="10850" y="33734"/>
                    </a:lnTo>
                    <a:lnTo>
                      <a:pt x="10481" y="33570"/>
                    </a:lnTo>
                    <a:lnTo>
                      <a:pt x="10195" y="33366"/>
                    </a:lnTo>
                    <a:lnTo>
                      <a:pt x="9908" y="33079"/>
                    </a:lnTo>
                    <a:lnTo>
                      <a:pt x="9662" y="32792"/>
                    </a:lnTo>
                    <a:lnTo>
                      <a:pt x="9417" y="32465"/>
                    </a:lnTo>
                    <a:lnTo>
                      <a:pt x="8926" y="31769"/>
                    </a:lnTo>
                    <a:lnTo>
                      <a:pt x="8680" y="31482"/>
                    </a:lnTo>
                    <a:lnTo>
                      <a:pt x="8434" y="31196"/>
                    </a:lnTo>
                    <a:lnTo>
                      <a:pt x="8107" y="30991"/>
                    </a:lnTo>
                    <a:lnTo>
                      <a:pt x="7738" y="30786"/>
                    </a:lnTo>
                    <a:lnTo>
                      <a:pt x="7001" y="30459"/>
                    </a:lnTo>
                    <a:lnTo>
                      <a:pt x="6674" y="30254"/>
                    </a:lnTo>
                    <a:lnTo>
                      <a:pt x="6305" y="30091"/>
                    </a:lnTo>
                    <a:lnTo>
                      <a:pt x="5978" y="29845"/>
                    </a:lnTo>
                    <a:lnTo>
                      <a:pt x="5732" y="29599"/>
                    </a:lnTo>
                    <a:lnTo>
                      <a:pt x="5487" y="29272"/>
                    </a:lnTo>
                    <a:lnTo>
                      <a:pt x="5323" y="28903"/>
                    </a:lnTo>
                    <a:lnTo>
                      <a:pt x="5200" y="28535"/>
                    </a:lnTo>
                    <a:lnTo>
                      <a:pt x="5077" y="28166"/>
                    </a:lnTo>
                    <a:lnTo>
                      <a:pt x="4873" y="27348"/>
                    </a:lnTo>
                    <a:lnTo>
                      <a:pt x="4750" y="26979"/>
                    </a:lnTo>
                    <a:lnTo>
                      <a:pt x="4586" y="26652"/>
                    </a:lnTo>
                    <a:lnTo>
                      <a:pt x="4381" y="26324"/>
                    </a:lnTo>
                    <a:lnTo>
                      <a:pt x="4095" y="26038"/>
                    </a:lnTo>
                    <a:lnTo>
                      <a:pt x="3522" y="25465"/>
                    </a:lnTo>
                    <a:lnTo>
                      <a:pt x="3235" y="25178"/>
                    </a:lnTo>
                    <a:lnTo>
                      <a:pt x="2989" y="24850"/>
                    </a:lnTo>
                    <a:lnTo>
                      <a:pt x="2744" y="24523"/>
                    </a:lnTo>
                    <a:lnTo>
                      <a:pt x="2580" y="24195"/>
                    </a:lnTo>
                    <a:lnTo>
                      <a:pt x="2498" y="23827"/>
                    </a:lnTo>
                    <a:lnTo>
                      <a:pt x="2457" y="23459"/>
                    </a:lnTo>
                    <a:lnTo>
                      <a:pt x="2457" y="23049"/>
                    </a:lnTo>
                    <a:lnTo>
                      <a:pt x="2498" y="22640"/>
                    </a:lnTo>
                    <a:lnTo>
                      <a:pt x="2580" y="21821"/>
                    </a:lnTo>
                    <a:lnTo>
                      <a:pt x="2580" y="21412"/>
                    </a:lnTo>
                    <a:lnTo>
                      <a:pt x="2539" y="21043"/>
                    </a:lnTo>
                    <a:lnTo>
                      <a:pt x="2457" y="20675"/>
                    </a:lnTo>
                    <a:lnTo>
                      <a:pt x="2294" y="20306"/>
                    </a:lnTo>
                    <a:lnTo>
                      <a:pt x="1966" y="19569"/>
                    </a:lnTo>
                    <a:lnTo>
                      <a:pt x="1802" y="19201"/>
                    </a:lnTo>
                    <a:lnTo>
                      <a:pt x="1639" y="18833"/>
                    </a:lnTo>
                    <a:lnTo>
                      <a:pt x="1557" y="18464"/>
                    </a:lnTo>
                    <a:lnTo>
                      <a:pt x="1516" y="18055"/>
                    </a:lnTo>
                    <a:lnTo>
                      <a:pt x="1557" y="17686"/>
                    </a:lnTo>
                    <a:lnTo>
                      <a:pt x="1639" y="17277"/>
                    </a:lnTo>
                    <a:lnTo>
                      <a:pt x="1802" y="16908"/>
                    </a:lnTo>
                    <a:lnTo>
                      <a:pt x="1966" y="16540"/>
                    </a:lnTo>
                    <a:lnTo>
                      <a:pt x="2294" y="15803"/>
                    </a:lnTo>
                    <a:lnTo>
                      <a:pt x="2457" y="15435"/>
                    </a:lnTo>
                    <a:lnTo>
                      <a:pt x="2539" y="15066"/>
                    </a:lnTo>
                    <a:lnTo>
                      <a:pt x="2580" y="14698"/>
                    </a:lnTo>
                    <a:lnTo>
                      <a:pt x="2580" y="14288"/>
                    </a:lnTo>
                    <a:lnTo>
                      <a:pt x="2498" y="13470"/>
                    </a:lnTo>
                    <a:lnTo>
                      <a:pt x="2457" y="13060"/>
                    </a:lnTo>
                    <a:lnTo>
                      <a:pt x="2457" y="12692"/>
                    </a:lnTo>
                    <a:lnTo>
                      <a:pt x="2498" y="12282"/>
                    </a:lnTo>
                    <a:lnTo>
                      <a:pt x="2580" y="11914"/>
                    </a:lnTo>
                    <a:lnTo>
                      <a:pt x="2744" y="11586"/>
                    </a:lnTo>
                    <a:lnTo>
                      <a:pt x="2989" y="11259"/>
                    </a:lnTo>
                    <a:lnTo>
                      <a:pt x="3235" y="10972"/>
                    </a:lnTo>
                    <a:lnTo>
                      <a:pt x="3522" y="10686"/>
                    </a:lnTo>
                    <a:lnTo>
                      <a:pt x="4095" y="10072"/>
                    </a:lnTo>
                    <a:lnTo>
                      <a:pt x="4381" y="9785"/>
                    </a:lnTo>
                    <a:lnTo>
                      <a:pt x="4586" y="9458"/>
                    </a:lnTo>
                    <a:lnTo>
                      <a:pt x="4750" y="9130"/>
                    </a:lnTo>
                    <a:lnTo>
                      <a:pt x="4873" y="8762"/>
                    </a:lnTo>
                    <a:lnTo>
                      <a:pt x="5077" y="7943"/>
                    </a:lnTo>
                    <a:lnTo>
                      <a:pt x="5200" y="7575"/>
                    </a:lnTo>
                    <a:lnTo>
                      <a:pt x="5323" y="7206"/>
                    </a:lnTo>
                    <a:lnTo>
                      <a:pt x="5487" y="6838"/>
                    </a:lnTo>
                    <a:lnTo>
                      <a:pt x="5732" y="6551"/>
                    </a:lnTo>
                    <a:lnTo>
                      <a:pt x="5978" y="6265"/>
                    </a:lnTo>
                    <a:lnTo>
                      <a:pt x="6305" y="6060"/>
                    </a:lnTo>
                    <a:lnTo>
                      <a:pt x="6674" y="5855"/>
                    </a:lnTo>
                    <a:lnTo>
                      <a:pt x="7001" y="5691"/>
                    </a:lnTo>
                    <a:lnTo>
                      <a:pt x="7738" y="5323"/>
                    </a:lnTo>
                    <a:lnTo>
                      <a:pt x="8107" y="5118"/>
                    </a:lnTo>
                    <a:lnTo>
                      <a:pt x="8434" y="4914"/>
                    </a:lnTo>
                    <a:lnTo>
                      <a:pt x="8680" y="4627"/>
                    </a:lnTo>
                    <a:lnTo>
                      <a:pt x="8926" y="4340"/>
                    </a:lnTo>
                    <a:lnTo>
                      <a:pt x="9417" y="3644"/>
                    </a:lnTo>
                    <a:lnTo>
                      <a:pt x="9662" y="3317"/>
                    </a:lnTo>
                    <a:lnTo>
                      <a:pt x="9908" y="3030"/>
                    </a:lnTo>
                    <a:lnTo>
                      <a:pt x="10195" y="2744"/>
                    </a:lnTo>
                    <a:lnTo>
                      <a:pt x="10481" y="2539"/>
                    </a:lnTo>
                    <a:lnTo>
                      <a:pt x="10768" y="2375"/>
                    </a:lnTo>
                    <a:lnTo>
                      <a:pt x="11095" y="2294"/>
                    </a:lnTo>
                    <a:lnTo>
                      <a:pt x="11423" y="2212"/>
                    </a:lnTo>
                    <a:lnTo>
                      <a:pt x="11750" y="2171"/>
                    </a:lnTo>
                    <a:lnTo>
                      <a:pt x="12405" y="2130"/>
                    </a:lnTo>
                    <a:lnTo>
                      <a:pt x="13101" y="2048"/>
                    </a:lnTo>
                    <a:lnTo>
                      <a:pt x="1224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480;p53"/>
              <p:cNvSpPr/>
              <p:nvPr/>
            </p:nvSpPr>
            <p:spPr>
              <a:xfrm>
                <a:off x="1192225" y="1945025"/>
                <a:ext cx="1072600" cy="1034750"/>
              </a:xfrm>
              <a:custGeom>
                <a:avLst/>
                <a:gdLst/>
                <a:ahLst/>
                <a:cxnLst/>
                <a:rect l="l" t="t" r="r" b="b"/>
                <a:pathLst>
                  <a:path w="42904" h="41390" extrusionOk="0">
                    <a:moveTo>
                      <a:pt x="13469" y="1"/>
                    </a:moveTo>
                    <a:lnTo>
                      <a:pt x="12773" y="328"/>
                    </a:lnTo>
                    <a:lnTo>
                      <a:pt x="12036" y="656"/>
                    </a:lnTo>
                    <a:lnTo>
                      <a:pt x="11340" y="1024"/>
                    </a:lnTo>
                    <a:lnTo>
                      <a:pt x="10644" y="1393"/>
                    </a:lnTo>
                    <a:lnTo>
                      <a:pt x="9948" y="1802"/>
                    </a:lnTo>
                    <a:lnTo>
                      <a:pt x="9293" y="2252"/>
                    </a:lnTo>
                    <a:lnTo>
                      <a:pt x="8679" y="2703"/>
                    </a:lnTo>
                    <a:lnTo>
                      <a:pt x="8065" y="3194"/>
                    </a:lnTo>
                    <a:lnTo>
                      <a:pt x="7451" y="3685"/>
                    </a:lnTo>
                    <a:lnTo>
                      <a:pt x="6837" y="4217"/>
                    </a:lnTo>
                    <a:lnTo>
                      <a:pt x="6305" y="4750"/>
                    </a:lnTo>
                    <a:lnTo>
                      <a:pt x="5731" y="5323"/>
                    </a:lnTo>
                    <a:lnTo>
                      <a:pt x="5240" y="5896"/>
                    </a:lnTo>
                    <a:lnTo>
                      <a:pt x="4708" y="6510"/>
                    </a:lnTo>
                    <a:lnTo>
                      <a:pt x="4258" y="7124"/>
                    </a:lnTo>
                    <a:lnTo>
                      <a:pt x="3766" y="7779"/>
                    </a:lnTo>
                    <a:lnTo>
                      <a:pt x="3357" y="8434"/>
                    </a:lnTo>
                    <a:lnTo>
                      <a:pt x="2948" y="9089"/>
                    </a:lnTo>
                    <a:lnTo>
                      <a:pt x="2538" y="9785"/>
                    </a:lnTo>
                    <a:lnTo>
                      <a:pt x="2170" y="10481"/>
                    </a:lnTo>
                    <a:lnTo>
                      <a:pt x="1842" y="11218"/>
                    </a:lnTo>
                    <a:lnTo>
                      <a:pt x="1556" y="11955"/>
                    </a:lnTo>
                    <a:lnTo>
                      <a:pt x="1269" y="12692"/>
                    </a:lnTo>
                    <a:lnTo>
                      <a:pt x="983" y="13469"/>
                    </a:lnTo>
                    <a:lnTo>
                      <a:pt x="778" y="14247"/>
                    </a:lnTo>
                    <a:lnTo>
                      <a:pt x="573" y="15025"/>
                    </a:lnTo>
                    <a:lnTo>
                      <a:pt x="409" y="15803"/>
                    </a:lnTo>
                    <a:lnTo>
                      <a:pt x="246" y="16622"/>
                    </a:lnTo>
                    <a:lnTo>
                      <a:pt x="164" y="17440"/>
                    </a:lnTo>
                    <a:lnTo>
                      <a:pt x="82" y="18259"/>
                    </a:lnTo>
                    <a:lnTo>
                      <a:pt x="0" y="19078"/>
                    </a:lnTo>
                    <a:lnTo>
                      <a:pt x="0" y="19938"/>
                    </a:lnTo>
                    <a:lnTo>
                      <a:pt x="41" y="21043"/>
                    </a:lnTo>
                    <a:lnTo>
                      <a:pt x="123" y="22148"/>
                    </a:lnTo>
                    <a:lnTo>
                      <a:pt x="246" y="23213"/>
                    </a:lnTo>
                    <a:lnTo>
                      <a:pt x="450" y="24277"/>
                    </a:lnTo>
                    <a:lnTo>
                      <a:pt x="696" y="25301"/>
                    </a:lnTo>
                    <a:lnTo>
                      <a:pt x="983" y="26324"/>
                    </a:lnTo>
                    <a:lnTo>
                      <a:pt x="1310" y="27307"/>
                    </a:lnTo>
                    <a:lnTo>
                      <a:pt x="1678" y="28289"/>
                    </a:lnTo>
                    <a:lnTo>
                      <a:pt x="2129" y="29231"/>
                    </a:lnTo>
                    <a:lnTo>
                      <a:pt x="2579" y="30172"/>
                    </a:lnTo>
                    <a:lnTo>
                      <a:pt x="3111" y="31073"/>
                    </a:lnTo>
                    <a:lnTo>
                      <a:pt x="3684" y="31933"/>
                    </a:lnTo>
                    <a:lnTo>
                      <a:pt x="4258" y="32792"/>
                    </a:lnTo>
                    <a:lnTo>
                      <a:pt x="4913" y="33611"/>
                    </a:lnTo>
                    <a:lnTo>
                      <a:pt x="5568" y="34389"/>
                    </a:lnTo>
                    <a:lnTo>
                      <a:pt x="6305" y="35126"/>
                    </a:lnTo>
                    <a:lnTo>
                      <a:pt x="7041" y="35822"/>
                    </a:lnTo>
                    <a:lnTo>
                      <a:pt x="7819" y="36518"/>
                    </a:lnTo>
                    <a:lnTo>
                      <a:pt x="8638" y="37132"/>
                    </a:lnTo>
                    <a:lnTo>
                      <a:pt x="9457" y="37746"/>
                    </a:lnTo>
                    <a:lnTo>
                      <a:pt x="10316" y="38278"/>
                    </a:lnTo>
                    <a:lnTo>
                      <a:pt x="11217" y="38810"/>
                    </a:lnTo>
                    <a:lnTo>
                      <a:pt x="12159" y="39301"/>
                    </a:lnTo>
                    <a:lnTo>
                      <a:pt x="13100" y="39711"/>
                    </a:lnTo>
                    <a:lnTo>
                      <a:pt x="14083" y="40079"/>
                    </a:lnTo>
                    <a:lnTo>
                      <a:pt x="15065" y="40448"/>
                    </a:lnTo>
                    <a:lnTo>
                      <a:pt x="16089" y="40734"/>
                    </a:lnTo>
                    <a:lnTo>
                      <a:pt x="17153" y="40980"/>
                    </a:lnTo>
                    <a:lnTo>
                      <a:pt x="18177" y="41144"/>
                    </a:lnTo>
                    <a:lnTo>
                      <a:pt x="19282" y="41307"/>
                    </a:lnTo>
                    <a:lnTo>
                      <a:pt x="20346" y="41389"/>
                    </a:lnTo>
                    <a:lnTo>
                      <a:pt x="22557" y="41389"/>
                    </a:lnTo>
                    <a:lnTo>
                      <a:pt x="23662" y="41307"/>
                    </a:lnTo>
                    <a:lnTo>
                      <a:pt x="24727" y="41144"/>
                    </a:lnTo>
                    <a:lnTo>
                      <a:pt x="25791" y="40980"/>
                    </a:lnTo>
                    <a:lnTo>
                      <a:pt x="26815" y="40734"/>
                    </a:lnTo>
                    <a:lnTo>
                      <a:pt x="27838" y="40448"/>
                    </a:lnTo>
                    <a:lnTo>
                      <a:pt x="28821" y="40079"/>
                    </a:lnTo>
                    <a:lnTo>
                      <a:pt x="29803" y="39711"/>
                    </a:lnTo>
                    <a:lnTo>
                      <a:pt x="30745" y="39301"/>
                    </a:lnTo>
                    <a:lnTo>
                      <a:pt x="31686" y="38810"/>
                    </a:lnTo>
                    <a:lnTo>
                      <a:pt x="32587" y="38278"/>
                    </a:lnTo>
                    <a:lnTo>
                      <a:pt x="33447" y="37746"/>
                    </a:lnTo>
                    <a:lnTo>
                      <a:pt x="34306" y="37132"/>
                    </a:lnTo>
                    <a:lnTo>
                      <a:pt x="35125" y="36518"/>
                    </a:lnTo>
                    <a:lnTo>
                      <a:pt x="35903" y="35822"/>
                    </a:lnTo>
                    <a:lnTo>
                      <a:pt x="36640" y="35126"/>
                    </a:lnTo>
                    <a:lnTo>
                      <a:pt x="37336" y="34389"/>
                    </a:lnTo>
                    <a:lnTo>
                      <a:pt x="38032" y="33611"/>
                    </a:lnTo>
                    <a:lnTo>
                      <a:pt x="38646" y="32792"/>
                    </a:lnTo>
                    <a:lnTo>
                      <a:pt x="39260" y="31933"/>
                    </a:lnTo>
                    <a:lnTo>
                      <a:pt x="39792" y="31073"/>
                    </a:lnTo>
                    <a:lnTo>
                      <a:pt x="40324" y="30172"/>
                    </a:lnTo>
                    <a:lnTo>
                      <a:pt x="40816" y="29231"/>
                    </a:lnTo>
                    <a:lnTo>
                      <a:pt x="41225" y="28289"/>
                    </a:lnTo>
                    <a:lnTo>
                      <a:pt x="41634" y="27307"/>
                    </a:lnTo>
                    <a:lnTo>
                      <a:pt x="41962" y="26324"/>
                    </a:lnTo>
                    <a:lnTo>
                      <a:pt x="42248" y="25301"/>
                    </a:lnTo>
                    <a:lnTo>
                      <a:pt x="42494" y="24277"/>
                    </a:lnTo>
                    <a:lnTo>
                      <a:pt x="42658" y="23213"/>
                    </a:lnTo>
                    <a:lnTo>
                      <a:pt x="42822" y="22148"/>
                    </a:lnTo>
                    <a:lnTo>
                      <a:pt x="42903" y="21043"/>
                    </a:lnTo>
                    <a:lnTo>
                      <a:pt x="42903" y="19938"/>
                    </a:lnTo>
                    <a:lnTo>
                      <a:pt x="42903" y="19119"/>
                    </a:lnTo>
                    <a:lnTo>
                      <a:pt x="42863" y="18300"/>
                    </a:lnTo>
                    <a:lnTo>
                      <a:pt x="42781" y="17481"/>
                    </a:lnTo>
                    <a:lnTo>
                      <a:pt x="42658" y="16663"/>
                    </a:lnTo>
                    <a:lnTo>
                      <a:pt x="42535" y="15885"/>
                    </a:lnTo>
                    <a:lnTo>
                      <a:pt x="42371" y="15066"/>
                    </a:lnTo>
                    <a:lnTo>
                      <a:pt x="42167" y="14288"/>
                    </a:lnTo>
                    <a:lnTo>
                      <a:pt x="41962" y="13551"/>
                    </a:lnTo>
                    <a:lnTo>
                      <a:pt x="41675" y="12774"/>
                    </a:lnTo>
                    <a:lnTo>
                      <a:pt x="41430" y="12037"/>
                    </a:lnTo>
                    <a:lnTo>
                      <a:pt x="41102" y="11341"/>
                    </a:lnTo>
                    <a:lnTo>
                      <a:pt x="40775" y="10604"/>
                    </a:lnTo>
                    <a:lnTo>
                      <a:pt x="40447" y="9908"/>
                    </a:lnTo>
                    <a:lnTo>
                      <a:pt x="40038" y="9212"/>
                    </a:lnTo>
                    <a:lnTo>
                      <a:pt x="39669" y="8557"/>
                    </a:lnTo>
                    <a:lnTo>
                      <a:pt x="39219" y="7902"/>
                    </a:lnTo>
                    <a:lnTo>
                      <a:pt x="38769" y="7288"/>
                    </a:lnTo>
                    <a:lnTo>
                      <a:pt x="38318" y="6674"/>
                    </a:lnTo>
                    <a:lnTo>
                      <a:pt x="37827" y="6060"/>
                    </a:lnTo>
                    <a:lnTo>
                      <a:pt x="37295" y="5487"/>
                    </a:lnTo>
                    <a:lnTo>
                      <a:pt x="36763" y="4913"/>
                    </a:lnTo>
                    <a:lnTo>
                      <a:pt x="36230" y="4381"/>
                    </a:lnTo>
                    <a:lnTo>
                      <a:pt x="35657" y="3849"/>
                    </a:lnTo>
                    <a:lnTo>
                      <a:pt x="35043" y="3358"/>
                    </a:lnTo>
                    <a:lnTo>
                      <a:pt x="34429" y="2866"/>
                    </a:lnTo>
                    <a:lnTo>
                      <a:pt x="33815" y="2416"/>
                    </a:lnTo>
                    <a:lnTo>
                      <a:pt x="33160" y="1966"/>
                    </a:lnTo>
                    <a:lnTo>
                      <a:pt x="32505" y="1556"/>
                    </a:lnTo>
                    <a:lnTo>
                      <a:pt x="31850" y="1147"/>
                    </a:lnTo>
                    <a:lnTo>
                      <a:pt x="31154" y="779"/>
                    </a:lnTo>
                    <a:lnTo>
                      <a:pt x="30458" y="451"/>
                    </a:lnTo>
                    <a:lnTo>
                      <a:pt x="29721" y="124"/>
                    </a:lnTo>
                    <a:lnTo>
                      <a:pt x="28493" y="3071"/>
                    </a:lnTo>
                    <a:lnTo>
                      <a:pt x="29107" y="3358"/>
                    </a:lnTo>
                    <a:lnTo>
                      <a:pt x="29721" y="3644"/>
                    </a:lnTo>
                    <a:lnTo>
                      <a:pt x="30868" y="4299"/>
                    </a:lnTo>
                    <a:lnTo>
                      <a:pt x="31973" y="4995"/>
                    </a:lnTo>
                    <a:lnTo>
                      <a:pt x="33037" y="5814"/>
                    </a:lnTo>
                    <a:lnTo>
                      <a:pt x="34020" y="6674"/>
                    </a:lnTo>
                    <a:lnTo>
                      <a:pt x="34961" y="7615"/>
                    </a:lnTo>
                    <a:lnTo>
                      <a:pt x="35821" y="8639"/>
                    </a:lnTo>
                    <a:lnTo>
                      <a:pt x="36599" y="9703"/>
                    </a:lnTo>
                    <a:lnTo>
                      <a:pt x="37295" y="10808"/>
                    </a:lnTo>
                    <a:lnTo>
                      <a:pt x="37909" y="11996"/>
                    </a:lnTo>
                    <a:lnTo>
                      <a:pt x="38196" y="12610"/>
                    </a:lnTo>
                    <a:lnTo>
                      <a:pt x="38441" y="13224"/>
                    </a:lnTo>
                    <a:lnTo>
                      <a:pt x="38687" y="13838"/>
                    </a:lnTo>
                    <a:lnTo>
                      <a:pt x="38891" y="14493"/>
                    </a:lnTo>
                    <a:lnTo>
                      <a:pt x="39096" y="15148"/>
                    </a:lnTo>
                    <a:lnTo>
                      <a:pt x="39260" y="15803"/>
                    </a:lnTo>
                    <a:lnTo>
                      <a:pt x="39383" y="16458"/>
                    </a:lnTo>
                    <a:lnTo>
                      <a:pt x="39506" y="17154"/>
                    </a:lnTo>
                    <a:lnTo>
                      <a:pt x="39587" y="17850"/>
                    </a:lnTo>
                    <a:lnTo>
                      <a:pt x="39669" y="18546"/>
                    </a:lnTo>
                    <a:lnTo>
                      <a:pt x="39710" y="19242"/>
                    </a:lnTo>
                    <a:lnTo>
                      <a:pt x="39710" y="19938"/>
                    </a:lnTo>
                    <a:lnTo>
                      <a:pt x="39710" y="20879"/>
                    </a:lnTo>
                    <a:lnTo>
                      <a:pt x="39628" y="21821"/>
                    </a:lnTo>
                    <a:lnTo>
                      <a:pt x="39506" y="22722"/>
                    </a:lnTo>
                    <a:lnTo>
                      <a:pt x="39342" y="23622"/>
                    </a:lnTo>
                    <a:lnTo>
                      <a:pt x="39137" y="24523"/>
                    </a:lnTo>
                    <a:lnTo>
                      <a:pt x="38891" y="25382"/>
                    </a:lnTo>
                    <a:lnTo>
                      <a:pt x="38605" y="26242"/>
                    </a:lnTo>
                    <a:lnTo>
                      <a:pt x="38277" y="27061"/>
                    </a:lnTo>
                    <a:lnTo>
                      <a:pt x="37909" y="27880"/>
                    </a:lnTo>
                    <a:lnTo>
                      <a:pt x="37500" y="28658"/>
                    </a:lnTo>
                    <a:lnTo>
                      <a:pt x="37090" y="29394"/>
                    </a:lnTo>
                    <a:lnTo>
                      <a:pt x="36599" y="30172"/>
                    </a:lnTo>
                    <a:lnTo>
                      <a:pt x="36108" y="30868"/>
                    </a:lnTo>
                    <a:lnTo>
                      <a:pt x="35535" y="31564"/>
                    </a:lnTo>
                    <a:lnTo>
                      <a:pt x="34961" y="32219"/>
                    </a:lnTo>
                    <a:lnTo>
                      <a:pt x="34388" y="32874"/>
                    </a:lnTo>
                    <a:lnTo>
                      <a:pt x="33733" y="33447"/>
                    </a:lnTo>
                    <a:lnTo>
                      <a:pt x="33078" y="34020"/>
                    </a:lnTo>
                    <a:lnTo>
                      <a:pt x="32382" y="34594"/>
                    </a:lnTo>
                    <a:lnTo>
                      <a:pt x="31686" y="35085"/>
                    </a:lnTo>
                    <a:lnTo>
                      <a:pt x="30949" y="35576"/>
                    </a:lnTo>
                    <a:lnTo>
                      <a:pt x="30172" y="35985"/>
                    </a:lnTo>
                    <a:lnTo>
                      <a:pt x="29394" y="36395"/>
                    </a:lnTo>
                    <a:lnTo>
                      <a:pt x="28575" y="36763"/>
                    </a:lnTo>
                    <a:lnTo>
                      <a:pt x="27756" y="37091"/>
                    </a:lnTo>
                    <a:lnTo>
                      <a:pt x="26897" y="37377"/>
                    </a:lnTo>
                    <a:lnTo>
                      <a:pt x="26037" y="37623"/>
                    </a:lnTo>
                    <a:lnTo>
                      <a:pt x="25136" y="37828"/>
                    </a:lnTo>
                    <a:lnTo>
                      <a:pt x="24236" y="37991"/>
                    </a:lnTo>
                    <a:lnTo>
                      <a:pt x="23335" y="38114"/>
                    </a:lnTo>
                    <a:lnTo>
                      <a:pt x="22393" y="38196"/>
                    </a:lnTo>
                    <a:lnTo>
                      <a:pt x="20510" y="38196"/>
                    </a:lnTo>
                    <a:lnTo>
                      <a:pt x="19609" y="38114"/>
                    </a:lnTo>
                    <a:lnTo>
                      <a:pt x="18668" y="37991"/>
                    </a:lnTo>
                    <a:lnTo>
                      <a:pt x="17767" y="37828"/>
                    </a:lnTo>
                    <a:lnTo>
                      <a:pt x="16908" y="37623"/>
                    </a:lnTo>
                    <a:lnTo>
                      <a:pt x="16007" y="37377"/>
                    </a:lnTo>
                    <a:lnTo>
                      <a:pt x="15188" y="37091"/>
                    </a:lnTo>
                    <a:lnTo>
                      <a:pt x="14328" y="36763"/>
                    </a:lnTo>
                    <a:lnTo>
                      <a:pt x="13551" y="36395"/>
                    </a:lnTo>
                    <a:lnTo>
                      <a:pt x="12732" y="35985"/>
                    </a:lnTo>
                    <a:lnTo>
                      <a:pt x="11995" y="35576"/>
                    </a:lnTo>
                    <a:lnTo>
                      <a:pt x="11258" y="35085"/>
                    </a:lnTo>
                    <a:lnTo>
                      <a:pt x="10521" y="34594"/>
                    </a:lnTo>
                    <a:lnTo>
                      <a:pt x="9825" y="34020"/>
                    </a:lnTo>
                    <a:lnTo>
                      <a:pt x="9170" y="33447"/>
                    </a:lnTo>
                    <a:lnTo>
                      <a:pt x="8556" y="32874"/>
                    </a:lnTo>
                    <a:lnTo>
                      <a:pt x="7942" y="32219"/>
                    </a:lnTo>
                    <a:lnTo>
                      <a:pt x="7369" y="31564"/>
                    </a:lnTo>
                    <a:lnTo>
                      <a:pt x="6837" y="30868"/>
                    </a:lnTo>
                    <a:lnTo>
                      <a:pt x="6305" y="30172"/>
                    </a:lnTo>
                    <a:lnTo>
                      <a:pt x="5854" y="29394"/>
                    </a:lnTo>
                    <a:lnTo>
                      <a:pt x="5404" y="28658"/>
                    </a:lnTo>
                    <a:lnTo>
                      <a:pt x="4994" y="27880"/>
                    </a:lnTo>
                    <a:lnTo>
                      <a:pt x="4626" y="27061"/>
                    </a:lnTo>
                    <a:lnTo>
                      <a:pt x="4299" y="26242"/>
                    </a:lnTo>
                    <a:lnTo>
                      <a:pt x="4012" y="25382"/>
                    </a:lnTo>
                    <a:lnTo>
                      <a:pt x="3766" y="24523"/>
                    </a:lnTo>
                    <a:lnTo>
                      <a:pt x="3562" y="23622"/>
                    </a:lnTo>
                    <a:lnTo>
                      <a:pt x="3398" y="22722"/>
                    </a:lnTo>
                    <a:lnTo>
                      <a:pt x="3275" y="21821"/>
                    </a:lnTo>
                    <a:lnTo>
                      <a:pt x="3234" y="20879"/>
                    </a:lnTo>
                    <a:lnTo>
                      <a:pt x="3193" y="19938"/>
                    </a:lnTo>
                    <a:lnTo>
                      <a:pt x="3193" y="19242"/>
                    </a:lnTo>
                    <a:lnTo>
                      <a:pt x="3234" y="18505"/>
                    </a:lnTo>
                    <a:lnTo>
                      <a:pt x="3316" y="17809"/>
                    </a:lnTo>
                    <a:lnTo>
                      <a:pt x="3398" y="17113"/>
                    </a:lnTo>
                    <a:lnTo>
                      <a:pt x="3521" y="16417"/>
                    </a:lnTo>
                    <a:lnTo>
                      <a:pt x="3684" y="15762"/>
                    </a:lnTo>
                    <a:lnTo>
                      <a:pt x="3848" y="15066"/>
                    </a:lnTo>
                    <a:lnTo>
                      <a:pt x="4053" y="14411"/>
                    </a:lnTo>
                    <a:lnTo>
                      <a:pt x="4258" y="13756"/>
                    </a:lnTo>
                    <a:lnTo>
                      <a:pt x="4503" y="13142"/>
                    </a:lnTo>
                    <a:lnTo>
                      <a:pt x="4749" y="12528"/>
                    </a:lnTo>
                    <a:lnTo>
                      <a:pt x="5035" y="11914"/>
                    </a:lnTo>
                    <a:lnTo>
                      <a:pt x="5363" y="11300"/>
                    </a:lnTo>
                    <a:lnTo>
                      <a:pt x="5690" y="10727"/>
                    </a:lnTo>
                    <a:lnTo>
                      <a:pt x="6059" y="10113"/>
                    </a:lnTo>
                    <a:lnTo>
                      <a:pt x="6427" y="9580"/>
                    </a:lnTo>
                    <a:lnTo>
                      <a:pt x="7205" y="8516"/>
                    </a:lnTo>
                    <a:lnTo>
                      <a:pt x="8106" y="7493"/>
                    </a:lnTo>
                    <a:lnTo>
                      <a:pt x="9047" y="6551"/>
                    </a:lnTo>
                    <a:lnTo>
                      <a:pt x="10071" y="5650"/>
                    </a:lnTo>
                    <a:lnTo>
                      <a:pt x="11135" y="4872"/>
                    </a:lnTo>
                    <a:lnTo>
                      <a:pt x="11708" y="4504"/>
                    </a:lnTo>
                    <a:lnTo>
                      <a:pt x="12282" y="4136"/>
                    </a:lnTo>
                    <a:lnTo>
                      <a:pt x="12855" y="3808"/>
                    </a:lnTo>
                    <a:lnTo>
                      <a:pt x="13469" y="3522"/>
                    </a:lnTo>
                    <a:lnTo>
                      <a:pt x="14083" y="3235"/>
                    </a:lnTo>
                    <a:lnTo>
                      <a:pt x="14697" y="2948"/>
                    </a:lnTo>
                    <a:lnTo>
                      <a:pt x="1346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481;p53"/>
              <p:cNvSpPr/>
              <p:nvPr/>
            </p:nvSpPr>
            <p:spPr>
              <a:xfrm>
                <a:off x="1192225" y="1945025"/>
                <a:ext cx="1072600" cy="1034750"/>
              </a:xfrm>
              <a:custGeom>
                <a:avLst/>
                <a:gdLst/>
                <a:ahLst/>
                <a:cxnLst/>
                <a:rect l="l" t="t" r="r" b="b"/>
                <a:pathLst>
                  <a:path w="42904" h="41390" extrusionOk="0">
                    <a:moveTo>
                      <a:pt x="13469" y="1"/>
                    </a:moveTo>
                    <a:lnTo>
                      <a:pt x="12773" y="328"/>
                    </a:lnTo>
                    <a:lnTo>
                      <a:pt x="12036" y="656"/>
                    </a:lnTo>
                    <a:lnTo>
                      <a:pt x="11340" y="1024"/>
                    </a:lnTo>
                    <a:lnTo>
                      <a:pt x="10644" y="1393"/>
                    </a:lnTo>
                    <a:lnTo>
                      <a:pt x="9948" y="1802"/>
                    </a:lnTo>
                    <a:lnTo>
                      <a:pt x="9293" y="2252"/>
                    </a:lnTo>
                    <a:lnTo>
                      <a:pt x="8679" y="2703"/>
                    </a:lnTo>
                    <a:lnTo>
                      <a:pt x="8065" y="3194"/>
                    </a:lnTo>
                    <a:lnTo>
                      <a:pt x="7451" y="3685"/>
                    </a:lnTo>
                    <a:lnTo>
                      <a:pt x="6837" y="4217"/>
                    </a:lnTo>
                    <a:lnTo>
                      <a:pt x="6305" y="4750"/>
                    </a:lnTo>
                    <a:lnTo>
                      <a:pt x="5731" y="5323"/>
                    </a:lnTo>
                    <a:lnTo>
                      <a:pt x="5240" y="5896"/>
                    </a:lnTo>
                    <a:lnTo>
                      <a:pt x="4708" y="6510"/>
                    </a:lnTo>
                    <a:lnTo>
                      <a:pt x="4258" y="7124"/>
                    </a:lnTo>
                    <a:lnTo>
                      <a:pt x="3766" y="7779"/>
                    </a:lnTo>
                    <a:lnTo>
                      <a:pt x="3357" y="8434"/>
                    </a:lnTo>
                    <a:lnTo>
                      <a:pt x="2948" y="9089"/>
                    </a:lnTo>
                    <a:lnTo>
                      <a:pt x="2538" y="9785"/>
                    </a:lnTo>
                    <a:lnTo>
                      <a:pt x="2170" y="10481"/>
                    </a:lnTo>
                    <a:lnTo>
                      <a:pt x="1842" y="11218"/>
                    </a:lnTo>
                    <a:lnTo>
                      <a:pt x="1556" y="11955"/>
                    </a:lnTo>
                    <a:lnTo>
                      <a:pt x="1269" y="12692"/>
                    </a:lnTo>
                    <a:lnTo>
                      <a:pt x="983" y="13469"/>
                    </a:lnTo>
                    <a:lnTo>
                      <a:pt x="778" y="14247"/>
                    </a:lnTo>
                    <a:lnTo>
                      <a:pt x="573" y="15025"/>
                    </a:lnTo>
                    <a:lnTo>
                      <a:pt x="409" y="15803"/>
                    </a:lnTo>
                    <a:lnTo>
                      <a:pt x="246" y="16622"/>
                    </a:lnTo>
                    <a:lnTo>
                      <a:pt x="164" y="17440"/>
                    </a:lnTo>
                    <a:lnTo>
                      <a:pt x="82" y="18259"/>
                    </a:lnTo>
                    <a:lnTo>
                      <a:pt x="0" y="19078"/>
                    </a:lnTo>
                    <a:lnTo>
                      <a:pt x="0" y="19938"/>
                    </a:lnTo>
                    <a:lnTo>
                      <a:pt x="41" y="21043"/>
                    </a:lnTo>
                    <a:lnTo>
                      <a:pt x="123" y="22148"/>
                    </a:lnTo>
                    <a:lnTo>
                      <a:pt x="246" y="23213"/>
                    </a:lnTo>
                    <a:lnTo>
                      <a:pt x="450" y="24277"/>
                    </a:lnTo>
                    <a:lnTo>
                      <a:pt x="696" y="25301"/>
                    </a:lnTo>
                    <a:lnTo>
                      <a:pt x="983" y="26324"/>
                    </a:lnTo>
                    <a:lnTo>
                      <a:pt x="1310" y="27307"/>
                    </a:lnTo>
                    <a:lnTo>
                      <a:pt x="1678" y="28289"/>
                    </a:lnTo>
                    <a:lnTo>
                      <a:pt x="2129" y="29231"/>
                    </a:lnTo>
                    <a:lnTo>
                      <a:pt x="2579" y="30172"/>
                    </a:lnTo>
                    <a:lnTo>
                      <a:pt x="3111" y="31073"/>
                    </a:lnTo>
                    <a:lnTo>
                      <a:pt x="3684" y="31933"/>
                    </a:lnTo>
                    <a:lnTo>
                      <a:pt x="4258" y="32792"/>
                    </a:lnTo>
                    <a:lnTo>
                      <a:pt x="4913" y="33611"/>
                    </a:lnTo>
                    <a:lnTo>
                      <a:pt x="5568" y="34389"/>
                    </a:lnTo>
                    <a:lnTo>
                      <a:pt x="6305" y="35126"/>
                    </a:lnTo>
                    <a:lnTo>
                      <a:pt x="7041" y="35822"/>
                    </a:lnTo>
                    <a:lnTo>
                      <a:pt x="7819" y="36518"/>
                    </a:lnTo>
                    <a:lnTo>
                      <a:pt x="8638" y="37132"/>
                    </a:lnTo>
                    <a:lnTo>
                      <a:pt x="9457" y="37746"/>
                    </a:lnTo>
                    <a:lnTo>
                      <a:pt x="10316" y="38278"/>
                    </a:lnTo>
                    <a:lnTo>
                      <a:pt x="11217" y="38810"/>
                    </a:lnTo>
                    <a:lnTo>
                      <a:pt x="12159" y="39301"/>
                    </a:lnTo>
                    <a:lnTo>
                      <a:pt x="13100" y="39711"/>
                    </a:lnTo>
                    <a:lnTo>
                      <a:pt x="14083" y="40079"/>
                    </a:lnTo>
                    <a:lnTo>
                      <a:pt x="15065" y="40448"/>
                    </a:lnTo>
                    <a:lnTo>
                      <a:pt x="16089" y="40734"/>
                    </a:lnTo>
                    <a:lnTo>
                      <a:pt x="17153" y="40980"/>
                    </a:lnTo>
                    <a:lnTo>
                      <a:pt x="18177" y="41144"/>
                    </a:lnTo>
                    <a:lnTo>
                      <a:pt x="19282" y="41307"/>
                    </a:lnTo>
                    <a:lnTo>
                      <a:pt x="20346" y="41389"/>
                    </a:lnTo>
                    <a:lnTo>
                      <a:pt x="22557" y="41389"/>
                    </a:lnTo>
                    <a:lnTo>
                      <a:pt x="23662" y="41307"/>
                    </a:lnTo>
                    <a:lnTo>
                      <a:pt x="24727" y="41144"/>
                    </a:lnTo>
                    <a:lnTo>
                      <a:pt x="25791" y="40980"/>
                    </a:lnTo>
                    <a:lnTo>
                      <a:pt x="26815" y="40734"/>
                    </a:lnTo>
                    <a:lnTo>
                      <a:pt x="27838" y="40448"/>
                    </a:lnTo>
                    <a:lnTo>
                      <a:pt x="28821" y="40079"/>
                    </a:lnTo>
                    <a:lnTo>
                      <a:pt x="29803" y="39711"/>
                    </a:lnTo>
                    <a:lnTo>
                      <a:pt x="30745" y="39301"/>
                    </a:lnTo>
                    <a:lnTo>
                      <a:pt x="31686" y="38810"/>
                    </a:lnTo>
                    <a:lnTo>
                      <a:pt x="32587" y="38278"/>
                    </a:lnTo>
                    <a:lnTo>
                      <a:pt x="33447" y="37746"/>
                    </a:lnTo>
                    <a:lnTo>
                      <a:pt x="34306" y="37132"/>
                    </a:lnTo>
                    <a:lnTo>
                      <a:pt x="35125" y="36518"/>
                    </a:lnTo>
                    <a:lnTo>
                      <a:pt x="35903" y="35822"/>
                    </a:lnTo>
                    <a:lnTo>
                      <a:pt x="36640" y="35126"/>
                    </a:lnTo>
                    <a:lnTo>
                      <a:pt x="37336" y="34389"/>
                    </a:lnTo>
                    <a:lnTo>
                      <a:pt x="38032" y="33611"/>
                    </a:lnTo>
                    <a:lnTo>
                      <a:pt x="38646" y="32792"/>
                    </a:lnTo>
                    <a:lnTo>
                      <a:pt x="39260" y="31933"/>
                    </a:lnTo>
                    <a:lnTo>
                      <a:pt x="39792" y="31073"/>
                    </a:lnTo>
                    <a:lnTo>
                      <a:pt x="40324" y="30172"/>
                    </a:lnTo>
                    <a:lnTo>
                      <a:pt x="40816" y="29231"/>
                    </a:lnTo>
                    <a:lnTo>
                      <a:pt x="41225" y="28289"/>
                    </a:lnTo>
                    <a:lnTo>
                      <a:pt x="41634" y="27307"/>
                    </a:lnTo>
                    <a:lnTo>
                      <a:pt x="41962" y="26324"/>
                    </a:lnTo>
                    <a:lnTo>
                      <a:pt x="42248" y="25301"/>
                    </a:lnTo>
                    <a:lnTo>
                      <a:pt x="42494" y="24277"/>
                    </a:lnTo>
                    <a:lnTo>
                      <a:pt x="42658" y="23213"/>
                    </a:lnTo>
                    <a:lnTo>
                      <a:pt x="42822" y="22148"/>
                    </a:lnTo>
                    <a:lnTo>
                      <a:pt x="42903" y="21043"/>
                    </a:lnTo>
                    <a:lnTo>
                      <a:pt x="42903" y="19938"/>
                    </a:lnTo>
                    <a:lnTo>
                      <a:pt x="42903" y="19119"/>
                    </a:lnTo>
                    <a:lnTo>
                      <a:pt x="42863" y="18300"/>
                    </a:lnTo>
                    <a:lnTo>
                      <a:pt x="42781" y="17481"/>
                    </a:lnTo>
                    <a:lnTo>
                      <a:pt x="42658" y="16663"/>
                    </a:lnTo>
                    <a:lnTo>
                      <a:pt x="42535" y="15885"/>
                    </a:lnTo>
                    <a:lnTo>
                      <a:pt x="42371" y="15066"/>
                    </a:lnTo>
                    <a:lnTo>
                      <a:pt x="42167" y="14288"/>
                    </a:lnTo>
                    <a:lnTo>
                      <a:pt x="41962" y="13551"/>
                    </a:lnTo>
                    <a:lnTo>
                      <a:pt x="41675" y="12774"/>
                    </a:lnTo>
                    <a:lnTo>
                      <a:pt x="41430" y="12037"/>
                    </a:lnTo>
                    <a:lnTo>
                      <a:pt x="41102" y="11341"/>
                    </a:lnTo>
                    <a:lnTo>
                      <a:pt x="40775" y="10604"/>
                    </a:lnTo>
                    <a:lnTo>
                      <a:pt x="40447" y="9908"/>
                    </a:lnTo>
                    <a:lnTo>
                      <a:pt x="40038" y="9212"/>
                    </a:lnTo>
                    <a:lnTo>
                      <a:pt x="39669" y="8557"/>
                    </a:lnTo>
                    <a:lnTo>
                      <a:pt x="39219" y="7902"/>
                    </a:lnTo>
                    <a:lnTo>
                      <a:pt x="38769" y="7288"/>
                    </a:lnTo>
                    <a:lnTo>
                      <a:pt x="38318" y="6674"/>
                    </a:lnTo>
                    <a:lnTo>
                      <a:pt x="37827" y="6060"/>
                    </a:lnTo>
                    <a:lnTo>
                      <a:pt x="37295" y="5487"/>
                    </a:lnTo>
                    <a:lnTo>
                      <a:pt x="36763" y="4913"/>
                    </a:lnTo>
                    <a:lnTo>
                      <a:pt x="36230" y="4381"/>
                    </a:lnTo>
                    <a:lnTo>
                      <a:pt x="35657" y="3849"/>
                    </a:lnTo>
                    <a:lnTo>
                      <a:pt x="35043" y="3358"/>
                    </a:lnTo>
                    <a:lnTo>
                      <a:pt x="34429" y="2866"/>
                    </a:lnTo>
                    <a:lnTo>
                      <a:pt x="33815" y="2416"/>
                    </a:lnTo>
                    <a:lnTo>
                      <a:pt x="33160" y="1966"/>
                    </a:lnTo>
                    <a:lnTo>
                      <a:pt x="32505" y="1556"/>
                    </a:lnTo>
                    <a:lnTo>
                      <a:pt x="31850" y="1147"/>
                    </a:lnTo>
                    <a:lnTo>
                      <a:pt x="31154" y="779"/>
                    </a:lnTo>
                    <a:lnTo>
                      <a:pt x="30458" y="451"/>
                    </a:lnTo>
                    <a:lnTo>
                      <a:pt x="29721" y="124"/>
                    </a:lnTo>
                    <a:lnTo>
                      <a:pt x="29025" y="1884"/>
                    </a:lnTo>
                    <a:lnTo>
                      <a:pt x="29680" y="2171"/>
                    </a:lnTo>
                    <a:lnTo>
                      <a:pt x="30294" y="2498"/>
                    </a:lnTo>
                    <a:lnTo>
                      <a:pt x="30949" y="2826"/>
                    </a:lnTo>
                    <a:lnTo>
                      <a:pt x="31564" y="3153"/>
                    </a:lnTo>
                    <a:lnTo>
                      <a:pt x="32137" y="3562"/>
                    </a:lnTo>
                    <a:lnTo>
                      <a:pt x="32751" y="3931"/>
                    </a:lnTo>
                    <a:lnTo>
                      <a:pt x="33324" y="4381"/>
                    </a:lnTo>
                    <a:lnTo>
                      <a:pt x="33856" y="4791"/>
                    </a:lnTo>
                    <a:lnTo>
                      <a:pt x="34388" y="5241"/>
                    </a:lnTo>
                    <a:lnTo>
                      <a:pt x="34920" y="5732"/>
                    </a:lnTo>
                    <a:lnTo>
                      <a:pt x="35412" y="6223"/>
                    </a:lnTo>
                    <a:lnTo>
                      <a:pt x="35903" y="6756"/>
                    </a:lnTo>
                    <a:lnTo>
                      <a:pt x="36394" y="7288"/>
                    </a:lnTo>
                    <a:lnTo>
                      <a:pt x="36845" y="7820"/>
                    </a:lnTo>
                    <a:lnTo>
                      <a:pt x="37254" y="8393"/>
                    </a:lnTo>
                    <a:lnTo>
                      <a:pt x="37663" y="8966"/>
                    </a:lnTo>
                    <a:lnTo>
                      <a:pt x="38073" y="9580"/>
                    </a:lnTo>
                    <a:lnTo>
                      <a:pt x="38441" y="10153"/>
                    </a:lnTo>
                    <a:lnTo>
                      <a:pt x="38769" y="10808"/>
                    </a:lnTo>
                    <a:lnTo>
                      <a:pt x="39096" y="11423"/>
                    </a:lnTo>
                    <a:lnTo>
                      <a:pt x="39383" y="12078"/>
                    </a:lnTo>
                    <a:lnTo>
                      <a:pt x="39669" y="12733"/>
                    </a:lnTo>
                    <a:lnTo>
                      <a:pt x="39915" y="13429"/>
                    </a:lnTo>
                    <a:lnTo>
                      <a:pt x="40161" y="14084"/>
                    </a:lnTo>
                    <a:lnTo>
                      <a:pt x="40365" y="14779"/>
                    </a:lnTo>
                    <a:lnTo>
                      <a:pt x="40529" y="15516"/>
                    </a:lnTo>
                    <a:lnTo>
                      <a:pt x="40693" y="16212"/>
                    </a:lnTo>
                    <a:lnTo>
                      <a:pt x="40816" y="16949"/>
                    </a:lnTo>
                    <a:lnTo>
                      <a:pt x="40897" y="17686"/>
                    </a:lnTo>
                    <a:lnTo>
                      <a:pt x="40979" y="18423"/>
                    </a:lnTo>
                    <a:lnTo>
                      <a:pt x="41020" y="19201"/>
                    </a:lnTo>
                    <a:lnTo>
                      <a:pt x="41020" y="19938"/>
                    </a:lnTo>
                    <a:lnTo>
                      <a:pt x="41020" y="20961"/>
                    </a:lnTo>
                    <a:lnTo>
                      <a:pt x="40938" y="21944"/>
                    </a:lnTo>
                    <a:lnTo>
                      <a:pt x="40816" y="22926"/>
                    </a:lnTo>
                    <a:lnTo>
                      <a:pt x="40652" y="23868"/>
                    </a:lnTo>
                    <a:lnTo>
                      <a:pt x="40406" y="24850"/>
                    </a:lnTo>
                    <a:lnTo>
                      <a:pt x="40161" y="25751"/>
                    </a:lnTo>
                    <a:lnTo>
                      <a:pt x="39833" y="26652"/>
                    </a:lnTo>
                    <a:lnTo>
                      <a:pt x="39506" y="27552"/>
                    </a:lnTo>
                    <a:lnTo>
                      <a:pt x="39096" y="28412"/>
                    </a:lnTo>
                    <a:lnTo>
                      <a:pt x="38687" y="29272"/>
                    </a:lnTo>
                    <a:lnTo>
                      <a:pt x="38196" y="30090"/>
                    </a:lnTo>
                    <a:lnTo>
                      <a:pt x="37704" y="30868"/>
                    </a:lnTo>
                    <a:lnTo>
                      <a:pt x="37131" y="31646"/>
                    </a:lnTo>
                    <a:lnTo>
                      <a:pt x="36558" y="32383"/>
                    </a:lnTo>
                    <a:lnTo>
                      <a:pt x="35944" y="33120"/>
                    </a:lnTo>
                    <a:lnTo>
                      <a:pt x="35289" y="33775"/>
                    </a:lnTo>
                    <a:lnTo>
                      <a:pt x="34634" y="34430"/>
                    </a:lnTo>
                    <a:lnTo>
                      <a:pt x="33897" y="35044"/>
                    </a:lnTo>
                    <a:lnTo>
                      <a:pt x="33160" y="35617"/>
                    </a:lnTo>
                    <a:lnTo>
                      <a:pt x="32382" y="36190"/>
                    </a:lnTo>
                    <a:lnTo>
                      <a:pt x="31604" y="36681"/>
                    </a:lnTo>
                    <a:lnTo>
                      <a:pt x="30786" y="37132"/>
                    </a:lnTo>
                    <a:lnTo>
                      <a:pt x="29926" y="37582"/>
                    </a:lnTo>
                    <a:lnTo>
                      <a:pt x="29066" y="37991"/>
                    </a:lnTo>
                    <a:lnTo>
                      <a:pt x="28207" y="38319"/>
                    </a:lnTo>
                    <a:lnTo>
                      <a:pt x="27265" y="38646"/>
                    </a:lnTo>
                    <a:lnTo>
                      <a:pt x="26364" y="38892"/>
                    </a:lnTo>
                    <a:lnTo>
                      <a:pt x="25423" y="39097"/>
                    </a:lnTo>
                    <a:lnTo>
                      <a:pt x="24440" y="39301"/>
                    </a:lnTo>
                    <a:lnTo>
                      <a:pt x="23458" y="39424"/>
                    </a:lnTo>
                    <a:lnTo>
                      <a:pt x="22475" y="39506"/>
                    </a:lnTo>
                    <a:lnTo>
                      <a:pt x="20469" y="39506"/>
                    </a:lnTo>
                    <a:lnTo>
                      <a:pt x="19446" y="39424"/>
                    </a:lnTo>
                    <a:lnTo>
                      <a:pt x="18463" y="39301"/>
                    </a:lnTo>
                    <a:lnTo>
                      <a:pt x="17522" y="39097"/>
                    </a:lnTo>
                    <a:lnTo>
                      <a:pt x="16580" y="38892"/>
                    </a:lnTo>
                    <a:lnTo>
                      <a:pt x="15638" y="38646"/>
                    </a:lnTo>
                    <a:lnTo>
                      <a:pt x="14738" y="38319"/>
                    </a:lnTo>
                    <a:lnTo>
                      <a:pt x="13837" y="37991"/>
                    </a:lnTo>
                    <a:lnTo>
                      <a:pt x="12977" y="37582"/>
                    </a:lnTo>
                    <a:lnTo>
                      <a:pt x="12118" y="37132"/>
                    </a:lnTo>
                    <a:lnTo>
                      <a:pt x="11299" y="36681"/>
                    </a:lnTo>
                    <a:lnTo>
                      <a:pt x="10521" y="36190"/>
                    </a:lnTo>
                    <a:lnTo>
                      <a:pt x="9743" y="35617"/>
                    </a:lnTo>
                    <a:lnTo>
                      <a:pt x="9006" y="35044"/>
                    </a:lnTo>
                    <a:lnTo>
                      <a:pt x="8310" y="34430"/>
                    </a:lnTo>
                    <a:lnTo>
                      <a:pt x="7615" y="33775"/>
                    </a:lnTo>
                    <a:lnTo>
                      <a:pt x="6960" y="33120"/>
                    </a:lnTo>
                    <a:lnTo>
                      <a:pt x="6345" y="32383"/>
                    </a:lnTo>
                    <a:lnTo>
                      <a:pt x="5772" y="31646"/>
                    </a:lnTo>
                    <a:lnTo>
                      <a:pt x="5240" y="30868"/>
                    </a:lnTo>
                    <a:lnTo>
                      <a:pt x="4708" y="30090"/>
                    </a:lnTo>
                    <a:lnTo>
                      <a:pt x="4258" y="29272"/>
                    </a:lnTo>
                    <a:lnTo>
                      <a:pt x="3807" y="28412"/>
                    </a:lnTo>
                    <a:lnTo>
                      <a:pt x="3439" y="27552"/>
                    </a:lnTo>
                    <a:lnTo>
                      <a:pt x="3070" y="26652"/>
                    </a:lnTo>
                    <a:lnTo>
                      <a:pt x="2784" y="25751"/>
                    </a:lnTo>
                    <a:lnTo>
                      <a:pt x="2497" y="24850"/>
                    </a:lnTo>
                    <a:lnTo>
                      <a:pt x="2293" y="23868"/>
                    </a:lnTo>
                    <a:lnTo>
                      <a:pt x="2129" y="22926"/>
                    </a:lnTo>
                    <a:lnTo>
                      <a:pt x="2006" y="21944"/>
                    </a:lnTo>
                    <a:lnTo>
                      <a:pt x="1924" y="20961"/>
                    </a:lnTo>
                    <a:lnTo>
                      <a:pt x="1883" y="19938"/>
                    </a:lnTo>
                    <a:lnTo>
                      <a:pt x="1883" y="19160"/>
                    </a:lnTo>
                    <a:lnTo>
                      <a:pt x="1924" y="18423"/>
                    </a:lnTo>
                    <a:lnTo>
                      <a:pt x="2006" y="17645"/>
                    </a:lnTo>
                    <a:lnTo>
                      <a:pt x="2129" y="16908"/>
                    </a:lnTo>
                    <a:lnTo>
                      <a:pt x="2252" y="16171"/>
                    </a:lnTo>
                    <a:lnTo>
                      <a:pt x="2415" y="15435"/>
                    </a:lnTo>
                    <a:lnTo>
                      <a:pt x="2579" y="14739"/>
                    </a:lnTo>
                    <a:lnTo>
                      <a:pt x="2784" y="14043"/>
                    </a:lnTo>
                    <a:lnTo>
                      <a:pt x="3029" y="13347"/>
                    </a:lnTo>
                    <a:lnTo>
                      <a:pt x="3275" y="12651"/>
                    </a:lnTo>
                    <a:lnTo>
                      <a:pt x="3562" y="11996"/>
                    </a:lnTo>
                    <a:lnTo>
                      <a:pt x="3889" y="11341"/>
                    </a:lnTo>
                    <a:lnTo>
                      <a:pt x="4217" y="10686"/>
                    </a:lnTo>
                    <a:lnTo>
                      <a:pt x="4544" y="10072"/>
                    </a:lnTo>
                    <a:lnTo>
                      <a:pt x="4954" y="9417"/>
                    </a:lnTo>
                    <a:lnTo>
                      <a:pt x="5322" y="8843"/>
                    </a:lnTo>
                    <a:lnTo>
                      <a:pt x="5772" y="8270"/>
                    </a:lnTo>
                    <a:lnTo>
                      <a:pt x="6182" y="7697"/>
                    </a:lnTo>
                    <a:lnTo>
                      <a:pt x="6673" y="7124"/>
                    </a:lnTo>
                    <a:lnTo>
                      <a:pt x="7123" y="6592"/>
                    </a:lnTo>
                    <a:lnTo>
                      <a:pt x="7615" y="6101"/>
                    </a:lnTo>
                    <a:lnTo>
                      <a:pt x="8147" y="5609"/>
                    </a:lnTo>
                    <a:lnTo>
                      <a:pt x="8679" y="5118"/>
                    </a:lnTo>
                    <a:lnTo>
                      <a:pt x="9252" y="4668"/>
                    </a:lnTo>
                    <a:lnTo>
                      <a:pt x="9784" y="4217"/>
                    </a:lnTo>
                    <a:lnTo>
                      <a:pt x="10398" y="3808"/>
                    </a:lnTo>
                    <a:lnTo>
                      <a:pt x="10971" y="3399"/>
                    </a:lnTo>
                    <a:lnTo>
                      <a:pt x="11586" y="3030"/>
                    </a:lnTo>
                    <a:lnTo>
                      <a:pt x="12241" y="2662"/>
                    </a:lnTo>
                    <a:lnTo>
                      <a:pt x="12896" y="2334"/>
                    </a:lnTo>
                    <a:lnTo>
                      <a:pt x="13551" y="2048"/>
                    </a:lnTo>
                    <a:lnTo>
                      <a:pt x="14206" y="1761"/>
                    </a:lnTo>
                    <a:lnTo>
                      <a:pt x="1346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482;p53"/>
              <p:cNvSpPr/>
              <p:nvPr/>
            </p:nvSpPr>
            <p:spPr>
              <a:xfrm>
                <a:off x="1914775" y="1991100"/>
                <a:ext cx="157650" cy="108500"/>
              </a:xfrm>
              <a:custGeom>
                <a:avLst/>
                <a:gdLst/>
                <a:ahLst/>
                <a:cxnLst/>
                <a:rect l="l" t="t" r="r" b="b"/>
                <a:pathLst>
                  <a:path w="6306" h="4340" extrusionOk="0">
                    <a:moveTo>
                      <a:pt x="123" y="0"/>
                    </a:moveTo>
                    <a:lnTo>
                      <a:pt x="1" y="287"/>
                    </a:lnTo>
                    <a:lnTo>
                      <a:pt x="1106" y="778"/>
                    </a:lnTo>
                    <a:lnTo>
                      <a:pt x="2129" y="1269"/>
                    </a:lnTo>
                    <a:lnTo>
                      <a:pt x="2825" y="1679"/>
                    </a:lnTo>
                    <a:lnTo>
                      <a:pt x="3439" y="2047"/>
                    </a:lnTo>
                    <a:lnTo>
                      <a:pt x="3972" y="2456"/>
                    </a:lnTo>
                    <a:lnTo>
                      <a:pt x="4463" y="2784"/>
                    </a:lnTo>
                    <a:lnTo>
                      <a:pt x="4913" y="3111"/>
                    </a:lnTo>
                    <a:lnTo>
                      <a:pt x="5282" y="3439"/>
                    </a:lnTo>
                    <a:lnTo>
                      <a:pt x="5609" y="3684"/>
                    </a:lnTo>
                    <a:lnTo>
                      <a:pt x="5855" y="3930"/>
                    </a:lnTo>
                    <a:lnTo>
                      <a:pt x="6305" y="4339"/>
                    </a:lnTo>
                    <a:lnTo>
                      <a:pt x="6305" y="4339"/>
                    </a:lnTo>
                    <a:lnTo>
                      <a:pt x="5855" y="3889"/>
                    </a:lnTo>
                    <a:lnTo>
                      <a:pt x="5650" y="3644"/>
                    </a:lnTo>
                    <a:lnTo>
                      <a:pt x="5323" y="3398"/>
                    </a:lnTo>
                    <a:lnTo>
                      <a:pt x="4954" y="3070"/>
                    </a:lnTo>
                    <a:lnTo>
                      <a:pt x="4545" y="2702"/>
                    </a:lnTo>
                    <a:lnTo>
                      <a:pt x="4053" y="2334"/>
                    </a:lnTo>
                    <a:lnTo>
                      <a:pt x="3521" y="1924"/>
                    </a:lnTo>
                    <a:lnTo>
                      <a:pt x="2907" y="1515"/>
                    </a:lnTo>
                    <a:lnTo>
                      <a:pt x="2252" y="1105"/>
                    </a:lnTo>
                    <a:lnTo>
                      <a:pt x="1229" y="532"/>
                    </a:lnTo>
                    <a:lnTo>
                      <a:pt x="123" y="0"/>
                    </a:lnTo>
                    <a:close/>
                  </a:path>
                </a:pathLst>
              </a:custGeom>
              <a:solidFill>
                <a:srgbClr val="000000">
                  <a:alpha val="95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483;p53"/>
              <p:cNvSpPr/>
              <p:nvPr/>
            </p:nvSpPr>
            <p:spPr>
              <a:xfrm>
                <a:off x="1236225" y="1983925"/>
                <a:ext cx="315250" cy="803425"/>
              </a:xfrm>
              <a:custGeom>
                <a:avLst/>
                <a:gdLst/>
                <a:ahLst/>
                <a:cxnLst/>
                <a:rect l="l" t="t" r="r" b="b"/>
                <a:pathLst>
                  <a:path w="12610" h="32137" extrusionOk="0">
                    <a:moveTo>
                      <a:pt x="12364" y="0"/>
                    </a:moveTo>
                    <a:lnTo>
                      <a:pt x="11545" y="328"/>
                    </a:lnTo>
                    <a:lnTo>
                      <a:pt x="10767" y="737"/>
                    </a:lnTo>
                    <a:lnTo>
                      <a:pt x="10071" y="1065"/>
                    </a:lnTo>
                    <a:lnTo>
                      <a:pt x="9416" y="1474"/>
                    </a:lnTo>
                    <a:lnTo>
                      <a:pt x="8761" y="1884"/>
                    </a:lnTo>
                    <a:lnTo>
                      <a:pt x="8106" y="2334"/>
                    </a:lnTo>
                    <a:lnTo>
                      <a:pt x="7492" y="2784"/>
                    </a:lnTo>
                    <a:lnTo>
                      <a:pt x="6878" y="3276"/>
                    </a:lnTo>
                    <a:lnTo>
                      <a:pt x="6264" y="3808"/>
                    </a:lnTo>
                    <a:lnTo>
                      <a:pt x="5691" y="4381"/>
                    </a:lnTo>
                    <a:lnTo>
                      <a:pt x="5118" y="4954"/>
                    </a:lnTo>
                    <a:lnTo>
                      <a:pt x="4585" y="5568"/>
                    </a:lnTo>
                    <a:lnTo>
                      <a:pt x="4094" y="6182"/>
                    </a:lnTo>
                    <a:lnTo>
                      <a:pt x="3644" y="6796"/>
                    </a:lnTo>
                    <a:lnTo>
                      <a:pt x="3194" y="7451"/>
                    </a:lnTo>
                    <a:lnTo>
                      <a:pt x="2784" y="8106"/>
                    </a:lnTo>
                    <a:lnTo>
                      <a:pt x="2375" y="8761"/>
                    </a:lnTo>
                    <a:lnTo>
                      <a:pt x="2047" y="9457"/>
                    </a:lnTo>
                    <a:lnTo>
                      <a:pt x="1720" y="10112"/>
                    </a:lnTo>
                    <a:lnTo>
                      <a:pt x="1392" y="10808"/>
                    </a:lnTo>
                    <a:lnTo>
                      <a:pt x="1147" y="11504"/>
                    </a:lnTo>
                    <a:lnTo>
                      <a:pt x="901" y="12200"/>
                    </a:lnTo>
                    <a:lnTo>
                      <a:pt x="819" y="12528"/>
                    </a:lnTo>
                    <a:lnTo>
                      <a:pt x="696" y="12896"/>
                    </a:lnTo>
                    <a:lnTo>
                      <a:pt x="533" y="13592"/>
                    </a:lnTo>
                    <a:lnTo>
                      <a:pt x="369" y="14288"/>
                    </a:lnTo>
                    <a:lnTo>
                      <a:pt x="287" y="14615"/>
                    </a:lnTo>
                    <a:lnTo>
                      <a:pt x="246" y="14984"/>
                    </a:lnTo>
                    <a:lnTo>
                      <a:pt x="123" y="15639"/>
                    </a:lnTo>
                    <a:lnTo>
                      <a:pt x="41" y="16335"/>
                    </a:lnTo>
                    <a:lnTo>
                      <a:pt x="0" y="17645"/>
                    </a:lnTo>
                    <a:lnTo>
                      <a:pt x="0" y="18955"/>
                    </a:lnTo>
                    <a:lnTo>
                      <a:pt x="82" y="20224"/>
                    </a:lnTo>
                    <a:lnTo>
                      <a:pt x="246" y="21411"/>
                    </a:lnTo>
                    <a:lnTo>
                      <a:pt x="492" y="22557"/>
                    </a:lnTo>
                    <a:lnTo>
                      <a:pt x="778" y="23622"/>
                    </a:lnTo>
                    <a:lnTo>
                      <a:pt x="1106" y="24645"/>
                    </a:lnTo>
                    <a:lnTo>
                      <a:pt x="1474" y="25628"/>
                    </a:lnTo>
                    <a:lnTo>
                      <a:pt x="1843" y="26487"/>
                    </a:lnTo>
                    <a:lnTo>
                      <a:pt x="2252" y="27306"/>
                    </a:lnTo>
                    <a:lnTo>
                      <a:pt x="2702" y="28043"/>
                    </a:lnTo>
                    <a:lnTo>
                      <a:pt x="3112" y="28739"/>
                    </a:lnTo>
                    <a:lnTo>
                      <a:pt x="3521" y="29353"/>
                    </a:lnTo>
                    <a:lnTo>
                      <a:pt x="3930" y="29885"/>
                    </a:lnTo>
                    <a:lnTo>
                      <a:pt x="4299" y="30377"/>
                    </a:lnTo>
                    <a:lnTo>
                      <a:pt x="4667" y="30786"/>
                    </a:lnTo>
                    <a:lnTo>
                      <a:pt x="4995" y="31154"/>
                    </a:lnTo>
                    <a:lnTo>
                      <a:pt x="5240" y="31482"/>
                    </a:lnTo>
                    <a:lnTo>
                      <a:pt x="5486" y="31687"/>
                    </a:lnTo>
                    <a:lnTo>
                      <a:pt x="5936" y="32137"/>
                    </a:lnTo>
                    <a:lnTo>
                      <a:pt x="5527" y="31687"/>
                    </a:lnTo>
                    <a:lnTo>
                      <a:pt x="5281" y="31441"/>
                    </a:lnTo>
                    <a:lnTo>
                      <a:pt x="5036" y="31113"/>
                    </a:lnTo>
                    <a:lnTo>
                      <a:pt x="4708" y="30745"/>
                    </a:lnTo>
                    <a:lnTo>
                      <a:pt x="4381" y="30295"/>
                    </a:lnTo>
                    <a:lnTo>
                      <a:pt x="4053" y="29803"/>
                    </a:lnTo>
                    <a:lnTo>
                      <a:pt x="3644" y="29271"/>
                    </a:lnTo>
                    <a:lnTo>
                      <a:pt x="3275" y="28616"/>
                    </a:lnTo>
                    <a:lnTo>
                      <a:pt x="2866" y="27961"/>
                    </a:lnTo>
                    <a:lnTo>
                      <a:pt x="2498" y="27183"/>
                    </a:lnTo>
                    <a:lnTo>
                      <a:pt x="2129" y="26365"/>
                    </a:lnTo>
                    <a:lnTo>
                      <a:pt x="1761" y="25505"/>
                    </a:lnTo>
                    <a:lnTo>
                      <a:pt x="1433" y="24563"/>
                    </a:lnTo>
                    <a:lnTo>
                      <a:pt x="1147" y="23540"/>
                    </a:lnTo>
                    <a:lnTo>
                      <a:pt x="901" y="22476"/>
                    </a:lnTo>
                    <a:lnTo>
                      <a:pt x="696" y="21329"/>
                    </a:lnTo>
                    <a:lnTo>
                      <a:pt x="573" y="20183"/>
                    </a:lnTo>
                    <a:lnTo>
                      <a:pt x="533" y="18955"/>
                    </a:lnTo>
                    <a:lnTo>
                      <a:pt x="533" y="17686"/>
                    </a:lnTo>
                    <a:lnTo>
                      <a:pt x="655" y="16376"/>
                    </a:lnTo>
                    <a:lnTo>
                      <a:pt x="737" y="15721"/>
                    </a:lnTo>
                    <a:lnTo>
                      <a:pt x="819" y="15066"/>
                    </a:lnTo>
                    <a:lnTo>
                      <a:pt x="901" y="14738"/>
                    </a:lnTo>
                    <a:lnTo>
                      <a:pt x="983" y="14411"/>
                    </a:lnTo>
                    <a:lnTo>
                      <a:pt x="1147" y="13756"/>
                    </a:lnTo>
                    <a:lnTo>
                      <a:pt x="1310" y="13060"/>
                    </a:lnTo>
                    <a:lnTo>
                      <a:pt x="1433" y="12732"/>
                    </a:lnTo>
                    <a:lnTo>
                      <a:pt x="1515" y="12405"/>
                    </a:lnTo>
                    <a:lnTo>
                      <a:pt x="1761" y="11750"/>
                    </a:lnTo>
                    <a:lnTo>
                      <a:pt x="2047" y="11054"/>
                    </a:lnTo>
                    <a:lnTo>
                      <a:pt x="2334" y="10399"/>
                    </a:lnTo>
                    <a:lnTo>
                      <a:pt x="2661" y="9744"/>
                    </a:lnTo>
                    <a:lnTo>
                      <a:pt x="2989" y="9089"/>
                    </a:lnTo>
                    <a:lnTo>
                      <a:pt x="3357" y="8475"/>
                    </a:lnTo>
                    <a:lnTo>
                      <a:pt x="3767" y="7820"/>
                    </a:lnTo>
                    <a:lnTo>
                      <a:pt x="4217" y="7206"/>
                    </a:lnTo>
                    <a:lnTo>
                      <a:pt x="4667" y="6592"/>
                    </a:lnTo>
                    <a:lnTo>
                      <a:pt x="5159" y="6018"/>
                    </a:lnTo>
                    <a:lnTo>
                      <a:pt x="5650" y="5445"/>
                    </a:lnTo>
                    <a:lnTo>
                      <a:pt x="6182" y="4872"/>
                    </a:lnTo>
                    <a:lnTo>
                      <a:pt x="6755" y="4340"/>
                    </a:lnTo>
                    <a:lnTo>
                      <a:pt x="7328" y="3849"/>
                    </a:lnTo>
                    <a:lnTo>
                      <a:pt x="7942" y="3357"/>
                    </a:lnTo>
                    <a:lnTo>
                      <a:pt x="8516" y="2907"/>
                    </a:lnTo>
                    <a:lnTo>
                      <a:pt x="9130" y="2457"/>
                    </a:lnTo>
                    <a:lnTo>
                      <a:pt x="9785" y="2047"/>
                    </a:lnTo>
                    <a:lnTo>
                      <a:pt x="10399" y="1679"/>
                    </a:lnTo>
                    <a:lnTo>
                      <a:pt x="11054" y="1351"/>
                    </a:lnTo>
                    <a:lnTo>
                      <a:pt x="11832" y="942"/>
                    </a:lnTo>
                    <a:lnTo>
                      <a:pt x="12609" y="615"/>
                    </a:lnTo>
                    <a:lnTo>
                      <a:pt x="12364" y="0"/>
                    </a:lnTo>
                    <a:close/>
                  </a:path>
                </a:pathLst>
              </a:custGeom>
              <a:solidFill>
                <a:srgbClr val="000000">
                  <a:alpha val="95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96" name="Google Shape;2484;p53"/>
          <p:cNvGrpSpPr/>
          <p:nvPr/>
        </p:nvGrpSpPr>
        <p:grpSpPr>
          <a:xfrm>
            <a:off x="669730" y="3379787"/>
            <a:ext cx="1081826" cy="2407123"/>
            <a:chOff x="2768350" y="2449600"/>
            <a:chExt cx="627400" cy="1396000"/>
          </a:xfrm>
        </p:grpSpPr>
        <p:sp>
          <p:nvSpPr>
            <p:cNvPr id="297" name="Google Shape;2485;p53"/>
            <p:cNvSpPr/>
            <p:nvPr/>
          </p:nvSpPr>
          <p:spPr>
            <a:xfrm>
              <a:off x="2768350" y="2449600"/>
              <a:ext cx="613075" cy="1380650"/>
            </a:xfrm>
            <a:custGeom>
              <a:avLst/>
              <a:gdLst/>
              <a:ahLst/>
              <a:cxnLst/>
              <a:rect l="l" t="t" r="r" b="b"/>
              <a:pathLst>
                <a:path w="24523" h="55226" extrusionOk="0">
                  <a:moveTo>
                    <a:pt x="14534" y="0"/>
                  </a:moveTo>
                  <a:lnTo>
                    <a:pt x="369" y="2293"/>
                  </a:lnTo>
                  <a:lnTo>
                    <a:pt x="205" y="2334"/>
                  </a:lnTo>
                  <a:lnTo>
                    <a:pt x="82" y="2416"/>
                  </a:lnTo>
                  <a:lnTo>
                    <a:pt x="1" y="2539"/>
                  </a:lnTo>
                  <a:lnTo>
                    <a:pt x="1" y="2661"/>
                  </a:lnTo>
                  <a:lnTo>
                    <a:pt x="41" y="2784"/>
                  </a:lnTo>
                  <a:lnTo>
                    <a:pt x="164" y="2866"/>
                  </a:lnTo>
                  <a:lnTo>
                    <a:pt x="287" y="2948"/>
                  </a:lnTo>
                  <a:lnTo>
                    <a:pt x="492" y="2948"/>
                  </a:lnTo>
                  <a:lnTo>
                    <a:pt x="737" y="2907"/>
                  </a:lnTo>
                  <a:lnTo>
                    <a:pt x="1802" y="9621"/>
                  </a:lnTo>
                  <a:lnTo>
                    <a:pt x="574" y="9825"/>
                  </a:lnTo>
                  <a:lnTo>
                    <a:pt x="369" y="9866"/>
                  </a:lnTo>
                  <a:lnTo>
                    <a:pt x="246" y="9948"/>
                  </a:lnTo>
                  <a:lnTo>
                    <a:pt x="123" y="10071"/>
                  </a:lnTo>
                  <a:lnTo>
                    <a:pt x="123" y="10194"/>
                  </a:lnTo>
                  <a:lnTo>
                    <a:pt x="164" y="10317"/>
                  </a:lnTo>
                  <a:lnTo>
                    <a:pt x="287" y="10399"/>
                  </a:lnTo>
                  <a:lnTo>
                    <a:pt x="451" y="10481"/>
                  </a:lnTo>
                  <a:lnTo>
                    <a:pt x="656" y="10440"/>
                  </a:lnTo>
                  <a:lnTo>
                    <a:pt x="2129" y="19528"/>
                  </a:lnTo>
                  <a:lnTo>
                    <a:pt x="1925" y="19569"/>
                  </a:lnTo>
                  <a:lnTo>
                    <a:pt x="1802" y="19692"/>
                  </a:lnTo>
                  <a:lnTo>
                    <a:pt x="1679" y="19773"/>
                  </a:lnTo>
                  <a:lnTo>
                    <a:pt x="1679" y="19937"/>
                  </a:lnTo>
                  <a:lnTo>
                    <a:pt x="1720" y="20060"/>
                  </a:lnTo>
                  <a:lnTo>
                    <a:pt x="1843" y="20142"/>
                  </a:lnTo>
                  <a:lnTo>
                    <a:pt x="2007" y="20183"/>
                  </a:lnTo>
                  <a:lnTo>
                    <a:pt x="2211" y="20183"/>
                  </a:lnTo>
                  <a:lnTo>
                    <a:pt x="3685" y="29230"/>
                  </a:lnTo>
                  <a:lnTo>
                    <a:pt x="3480" y="29312"/>
                  </a:lnTo>
                  <a:lnTo>
                    <a:pt x="3357" y="29394"/>
                  </a:lnTo>
                  <a:lnTo>
                    <a:pt x="3235" y="29517"/>
                  </a:lnTo>
                  <a:lnTo>
                    <a:pt x="3235" y="29640"/>
                  </a:lnTo>
                  <a:lnTo>
                    <a:pt x="3276" y="29762"/>
                  </a:lnTo>
                  <a:lnTo>
                    <a:pt x="3398" y="29844"/>
                  </a:lnTo>
                  <a:lnTo>
                    <a:pt x="3562" y="29885"/>
                  </a:lnTo>
                  <a:lnTo>
                    <a:pt x="3767" y="29885"/>
                  </a:lnTo>
                  <a:lnTo>
                    <a:pt x="5241" y="38933"/>
                  </a:lnTo>
                  <a:lnTo>
                    <a:pt x="5036" y="39014"/>
                  </a:lnTo>
                  <a:lnTo>
                    <a:pt x="4913" y="39096"/>
                  </a:lnTo>
                  <a:lnTo>
                    <a:pt x="4790" y="39219"/>
                  </a:lnTo>
                  <a:lnTo>
                    <a:pt x="4790" y="39342"/>
                  </a:lnTo>
                  <a:lnTo>
                    <a:pt x="4831" y="39465"/>
                  </a:lnTo>
                  <a:lnTo>
                    <a:pt x="4954" y="39547"/>
                  </a:lnTo>
                  <a:lnTo>
                    <a:pt x="5118" y="39588"/>
                  </a:lnTo>
                  <a:lnTo>
                    <a:pt x="5323" y="39588"/>
                  </a:lnTo>
                  <a:lnTo>
                    <a:pt x="7820" y="55226"/>
                  </a:lnTo>
                  <a:lnTo>
                    <a:pt x="24523" y="55185"/>
                  </a:lnTo>
                  <a:lnTo>
                    <a:pt x="21575" y="37008"/>
                  </a:lnTo>
                  <a:lnTo>
                    <a:pt x="21780" y="36927"/>
                  </a:lnTo>
                  <a:lnTo>
                    <a:pt x="21944" y="36845"/>
                  </a:lnTo>
                  <a:lnTo>
                    <a:pt x="22025" y="36722"/>
                  </a:lnTo>
                  <a:lnTo>
                    <a:pt x="22025" y="36599"/>
                  </a:lnTo>
                  <a:lnTo>
                    <a:pt x="21984" y="36476"/>
                  </a:lnTo>
                  <a:lnTo>
                    <a:pt x="21862" y="36394"/>
                  </a:lnTo>
                  <a:lnTo>
                    <a:pt x="21698" y="36353"/>
                  </a:lnTo>
                  <a:lnTo>
                    <a:pt x="21493" y="36353"/>
                  </a:lnTo>
                  <a:lnTo>
                    <a:pt x="20019" y="27265"/>
                  </a:lnTo>
                  <a:lnTo>
                    <a:pt x="20224" y="27224"/>
                  </a:lnTo>
                  <a:lnTo>
                    <a:pt x="20347" y="27142"/>
                  </a:lnTo>
                  <a:lnTo>
                    <a:pt x="20470" y="27020"/>
                  </a:lnTo>
                  <a:lnTo>
                    <a:pt x="20470" y="26856"/>
                  </a:lnTo>
                  <a:lnTo>
                    <a:pt x="20429" y="26774"/>
                  </a:lnTo>
                  <a:lnTo>
                    <a:pt x="20306" y="26651"/>
                  </a:lnTo>
                  <a:lnTo>
                    <a:pt x="20142" y="26610"/>
                  </a:lnTo>
                  <a:lnTo>
                    <a:pt x="19938" y="26610"/>
                  </a:lnTo>
                  <a:lnTo>
                    <a:pt x="18464" y="17563"/>
                  </a:lnTo>
                  <a:lnTo>
                    <a:pt x="18668" y="17522"/>
                  </a:lnTo>
                  <a:lnTo>
                    <a:pt x="18791" y="17399"/>
                  </a:lnTo>
                  <a:lnTo>
                    <a:pt x="18914" y="17276"/>
                  </a:lnTo>
                  <a:lnTo>
                    <a:pt x="18914" y="17153"/>
                  </a:lnTo>
                  <a:lnTo>
                    <a:pt x="18873" y="17031"/>
                  </a:lnTo>
                  <a:lnTo>
                    <a:pt x="18750" y="16949"/>
                  </a:lnTo>
                  <a:lnTo>
                    <a:pt x="18587" y="16908"/>
                  </a:lnTo>
                  <a:lnTo>
                    <a:pt x="18382" y="16908"/>
                  </a:lnTo>
                  <a:lnTo>
                    <a:pt x="16908" y="7860"/>
                  </a:lnTo>
                  <a:lnTo>
                    <a:pt x="17113" y="7779"/>
                  </a:lnTo>
                  <a:lnTo>
                    <a:pt x="17236" y="7697"/>
                  </a:lnTo>
                  <a:lnTo>
                    <a:pt x="17358" y="7574"/>
                  </a:lnTo>
                  <a:lnTo>
                    <a:pt x="17358" y="7451"/>
                  </a:lnTo>
                  <a:lnTo>
                    <a:pt x="17317" y="7328"/>
                  </a:lnTo>
                  <a:lnTo>
                    <a:pt x="17195" y="7246"/>
                  </a:lnTo>
                  <a:lnTo>
                    <a:pt x="17031" y="7205"/>
                  </a:lnTo>
                  <a:lnTo>
                    <a:pt x="16826" y="7205"/>
                  </a:lnTo>
                  <a:lnTo>
                    <a:pt x="15434" y="7410"/>
                  </a:lnTo>
                  <a:lnTo>
                    <a:pt x="14370" y="696"/>
                  </a:lnTo>
                  <a:lnTo>
                    <a:pt x="14656" y="655"/>
                  </a:lnTo>
                  <a:lnTo>
                    <a:pt x="14820" y="614"/>
                  </a:lnTo>
                  <a:lnTo>
                    <a:pt x="14943" y="533"/>
                  </a:lnTo>
                  <a:lnTo>
                    <a:pt x="15025" y="410"/>
                  </a:lnTo>
                  <a:lnTo>
                    <a:pt x="15025" y="287"/>
                  </a:lnTo>
                  <a:lnTo>
                    <a:pt x="14984" y="164"/>
                  </a:lnTo>
                  <a:lnTo>
                    <a:pt x="14861" y="41"/>
                  </a:lnTo>
                  <a:lnTo>
                    <a:pt x="14697" y="0"/>
                  </a:lnTo>
                  <a:close/>
                </a:path>
              </a:pathLst>
            </a:custGeom>
            <a:solidFill>
              <a:schemeClr val="accent4"/>
            </a:solidFill>
            <a:ln w="76200" cap="flat" cmpd="sng">
              <a:solidFill>
                <a:schemeClr val="accent4"/>
              </a:solidFill>
              <a:prstDash val="solid"/>
              <a:round/>
              <a:headEnd type="none" w="sm" len="sm"/>
              <a:tailEnd type="none" w="sm" len="sm"/>
            </a:ln>
            <a:effectLst>
              <a:outerShdw blurRad="57150" algn="bl" rotWithShape="0">
                <a:schemeClr val="accent3">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98" name="Google Shape;2486;p53"/>
            <p:cNvGrpSpPr/>
            <p:nvPr/>
          </p:nvGrpSpPr>
          <p:grpSpPr>
            <a:xfrm>
              <a:off x="2768350" y="2449600"/>
              <a:ext cx="627400" cy="1396000"/>
              <a:chOff x="2768350" y="2449600"/>
              <a:chExt cx="627400" cy="1396000"/>
            </a:xfrm>
          </p:grpSpPr>
          <p:sp>
            <p:nvSpPr>
              <p:cNvPr id="299" name="Google Shape;2487;p53"/>
              <p:cNvSpPr/>
              <p:nvPr/>
            </p:nvSpPr>
            <p:spPr>
              <a:xfrm>
                <a:off x="2785750" y="2458800"/>
                <a:ext cx="370500" cy="239525"/>
              </a:xfrm>
              <a:custGeom>
                <a:avLst/>
                <a:gdLst/>
                <a:ahLst/>
                <a:cxnLst/>
                <a:rect l="l" t="t" r="r" b="b"/>
                <a:pathLst>
                  <a:path w="14820" h="9581" extrusionOk="0">
                    <a:moveTo>
                      <a:pt x="13633" y="1"/>
                    </a:moveTo>
                    <a:lnTo>
                      <a:pt x="0" y="2211"/>
                    </a:lnTo>
                    <a:lnTo>
                      <a:pt x="1187" y="9580"/>
                    </a:lnTo>
                    <a:lnTo>
                      <a:pt x="14820" y="7370"/>
                    </a:lnTo>
                    <a:lnTo>
                      <a:pt x="1363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2488;p53"/>
              <p:cNvSpPr/>
              <p:nvPr/>
            </p:nvSpPr>
            <p:spPr>
              <a:xfrm>
                <a:off x="3069250" y="2516125"/>
                <a:ext cx="64500" cy="114650"/>
              </a:xfrm>
              <a:custGeom>
                <a:avLst/>
                <a:gdLst/>
                <a:ahLst/>
                <a:cxnLst/>
                <a:rect l="l" t="t" r="r" b="b"/>
                <a:pathLst>
                  <a:path w="2580" h="4586" extrusionOk="0">
                    <a:moveTo>
                      <a:pt x="860" y="0"/>
                    </a:moveTo>
                    <a:lnTo>
                      <a:pt x="655" y="41"/>
                    </a:lnTo>
                    <a:lnTo>
                      <a:pt x="491" y="123"/>
                    </a:lnTo>
                    <a:lnTo>
                      <a:pt x="368" y="246"/>
                    </a:lnTo>
                    <a:lnTo>
                      <a:pt x="205" y="369"/>
                    </a:lnTo>
                    <a:lnTo>
                      <a:pt x="123" y="533"/>
                    </a:lnTo>
                    <a:lnTo>
                      <a:pt x="41" y="737"/>
                    </a:lnTo>
                    <a:lnTo>
                      <a:pt x="0" y="901"/>
                    </a:lnTo>
                    <a:lnTo>
                      <a:pt x="0" y="1106"/>
                    </a:lnTo>
                    <a:lnTo>
                      <a:pt x="573" y="4585"/>
                    </a:lnTo>
                    <a:lnTo>
                      <a:pt x="2579" y="4258"/>
                    </a:lnTo>
                    <a:lnTo>
                      <a:pt x="2006" y="778"/>
                    </a:lnTo>
                    <a:lnTo>
                      <a:pt x="1965" y="614"/>
                    </a:lnTo>
                    <a:lnTo>
                      <a:pt x="1883" y="410"/>
                    </a:lnTo>
                    <a:lnTo>
                      <a:pt x="1760" y="287"/>
                    </a:lnTo>
                    <a:lnTo>
                      <a:pt x="1597" y="164"/>
                    </a:lnTo>
                    <a:lnTo>
                      <a:pt x="1433" y="82"/>
                    </a:lnTo>
                    <a:lnTo>
                      <a:pt x="126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2489;p53"/>
              <p:cNvSpPr/>
              <p:nvPr/>
            </p:nvSpPr>
            <p:spPr>
              <a:xfrm>
                <a:off x="3010900" y="2525325"/>
                <a:ext cx="63475" cy="114650"/>
              </a:xfrm>
              <a:custGeom>
                <a:avLst/>
                <a:gdLst/>
                <a:ahLst/>
                <a:cxnLst/>
                <a:rect l="l" t="t" r="r" b="b"/>
                <a:pathLst>
                  <a:path w="2539" h="4586" extrusionOk="0">
                    <a:moveTo>
                      <a:pt x="860" y="1"/>
                    </a:moveTo>
                    <a:lnTo>
                      <a:pt x="656" y="42"/>
                    </a:lnTo>
                    <a:lnTo>
                      <a:pt x="492" y="124"/>
                    </a:lnTo>
                    <a:lnTo>
                      <a:pt x="328" y="246"/>
                    </a:lnTo>
                    <a:lnTo>
                      <a:pt x="205" y="410"/>
                    </a:lnTo>
                    <a:lnTo>
                      <a:pt x="82" y="533"/>
                    </a:lnTo>
                    <a:lnTo>
                      <a:pt x="41" y="738"/>
                    </a:lnTo>
                    <a:lnTo>
                      <a:pt x="1" y="901"/>
                    </a:lnTo>
                    <a:lnTo>
                      <a:pt x="1" y="1106"/>
                    </a:lnTo>
                    <a:lnTo>
                      <a:pt x="533" y="4586"/>
                    </a:lnTo>
                    <a:lnTo>
                      <a:pt x="2539" y="4299"/>
                    </a:lnTo>
                    <a:lnTo>
                      <a:pt x="2007" y="779"/>
                    </a:lnTo>
                    <a:lnTo>
                      <a:pt x="1925" y="615"/>
                    </a:lnTo>
                    <a:lnTo>
                      <a:pt x="1843" y="451"/>
                    </a:lnTo>
                    <a:lnTo>
                      <a:pt x="1720" y="287"/>
                    </a:lnTo>
                    <a:lnTo>
                      <a:pt x="1556" y="165"/>
                    </a:lnTo>
                    <a:lnTo>
                      <a:pt x="1392" y="83"/>
                    </a:lnTo>
                    <a:lnTo>
                      <a:pt x="122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2490;p53"/>
              <p:cNvSpPr/>
              <p:nvPr/>
            </p:nvSpPr>
            <p:spPr>
              <a:xfrm>
                <a:off x="2930050" y="2508950"/>
                <a:ext cx="86000" cy="144350"/>
              </a:xfrm>
              <a:custGeom>
                <a:avLst/>
                <a:gdLst/>
                <a:ahLst/>
                <a:cxnLst/>
                <a:rect l="l" t="t" r="r" b="b"/>
                <a:pathLst>
                  <a:path w="3440" h="5774" extrusionOk="0">
                    <a:moveTo>
                      <a:pt x="1433" y="1"/>
                    </a:moveTo>
                    <a:lnTo>
                      <a:pt x="1188" y="42"/>
                    </a:lnTo>
                    <a:lnTo>
                      <a:pt x="901" y="83"/>
                    </a:lnTo>
                    <a:lnTo>
                      <a:pt x="655" y="205"/>
                    </a:lnTo>
                    <a:lnTo>
                      <a:pt x="451" y="328"/>
                    </a:lnTo>
                    <a:lnTo>
                      <a:pt x="287" y="533"/>
                    </a:lnTo>
                    <a:lnTo>
                      <a:pt x="164" y="738"/>
                    </a:lnTo>
                    <a:lnTo>
                      <a:pt x="41" y="942"/>
                    </a:lnTo>
                    <a:lnTo>
                      <a:pt x="0" y="1188"/>
                    </a:lnTo>
                    <a:lnTo>
                      <a:pt x="0" y="1434"/>
                    </a:lnTo>
                    <a:lnTo>
                      <a:pt x="696" y="5773"/>
                    </a:lnTo>
                    <a:lnTo>
                      <a:pt x="3439" y="5323"/>
                    </a:lnTo>
                    <a:lnTo>
                      <a:pt x="2743" y="983"/>
                    </a:lnTo>
                    <a:lnTo>
                      <a:pt x="2661" y="738"/>
                    </a:lnTo>
                    <a:lnTo>
                      <a:pt x="2539" y="533"/>
                    </a:lnTo>
                    <a:lnTo>
                      <a:pt x="2375" y="369"/>
                    </a:lnTo>
                    <a:lnTo>
                      <a:pt x="2170" y="205"/>
                    </a:lnTo>
                    <a:lnTo>
                      <a:pt x="1965" y="124"/>
                    </a:lnTo>
                    <a:lnTo>
                      <a:pt x="1720" y="42"/>
                    </a:lnTo>
                    <a:lnTo>
                      <a:pt x="143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2491;p53"/>
              <p:cNvSpPr/>
              <p:nvPr/>
            </p:nvSpPr>
            <p:spPr>
              <a:xfrm>
                <a:off x="2874775" y="2546825"/>
                <a:ext cx="64500" cy="115675"/>
              </a:xfrm>
              <a:custGeom>
                <a:avLst/>
                <a:gdLst/>
                <a:ahLst/>
                <a:cxnLst/>
                <a:rect l="l" t="t" r="r" b="b"/>
                <a:pathLst>
                  <a:path w="2580" h="4627" extrusionOk="0">
                    <a:moveTo>
                      <a:pt x="860" y="0"/>
                    </a:moveTo>
                    <a:lnTo>
                      <a:pt x="656" y="82"/>
                    </a:lnTo>
                    <a:lnTo>
                      <a:pt x="492" y="164"/>
                    </a:lnTo>
                    <a:lnTo>
                      <a:pt x="328" y="246"/>
                    </a:lnTo>
                    <a:lnTo>
                      <a:pt x="205" y="410"/>
                    </a:lnTo>
                    <a:lnTo>
                      <a:pt x="124" y="574"/>
                    </a:lnTo>
                    <a:lnTo>
                      <a:pt x="42" y="737"/>
                    </a:lnTo>
                    <a:lnTo>
                      <a:pt x="1" y="942"/>
                    </a:lnTo>
                    <a:lnTo>
                      <a:pt x="1" y="1106"/>
                    </a:lnTo>
                    <a:lnTo>
                      <a:pt x="574" y="4626"/>
                    </a:lnTo>
                    <a:lnTo>
                      <a:pt x="2580" y="4299"/>
                    </a:lnTo>
                    <a:lnTo>
                      <a:pt x="2007" y="819"/>
                    </a:lnTo>
                    <a:lnTo>
                      <a:pt x="1966" y="615"/>
                    </a:lnTo>
                    <a:lnTo>
                      <a:pt x="1843" y="451"/>
                    </a:lnTo>
                    <a:lnTo>
                      <a:pt x="1720" y="287"/>
                    </a:lnTo>
                    <a:lnTo>
                      <a:pt x="1597" y="164"/>
                    </a:lnTo>
                    <a:lnTo>
                      <a:pt x="1434" y="82"/>
                    </a:lnTo>
                    <a:lnTo>
                      <a:pt x="1229" y="41"/>
                    </a:lnTo>
                    <a:lnTo>
                      <a:pt x="106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2492;p53"/>
              <p:cNvSpPr/>
              <p:nvPr/>
            </p:nvSpPr>
            <p:spPr>
              <a:xfrm>
                <a:off x="2815425" y="2556025"/>
                <a:ext cx="64500" cy="115675"/>
              </a:xfrm>
              <a:custGeom>
                <a:avLst/>
                <a:gdLst/>
                <a:ahLst/>
                <a:cxnLst/>
                <a:rect l="l" t="t" r="r" b="b"/>
                <a:pathLst>
                  <a:path w="2580" h="4627" extrusionOk="0">
                    <a:moveTo>
                      <a:pt x="1065" y="1"/>
                    </a:moveTo>
                    <a:lnTo>
                      <a:pt x="860" y="42"/>
                    </a:lnTo>
                    <a:lnTo>
                      <a:pt x="696" y="83"/>
                    </a:lnTo>
                    <a:lnTo>
                      <a:pt x="492" y="165"/>
                    </a:lnTo>
                    <a:lnTo>
                      <a:pt x="369" y="287"/>
                    </a:lnTo>
                    <a:lnTo>
                      <a:pt x="246" y="410"/>
                    </a:lnTo>
                    <a:lnTo>
                      <a:pt x="123" y="574"/>
                    </a:lnTo>
                    <a:lnTo>
                      <a:pt x="41" y="738"/>
                    </a:lnTo>
                    <a:lnTo>
                      <a:pt x="41" y="942"/>
                    </a:lnTo>
                    <a:lnTo>
                      <a:pt x="41" y="1147"/>
                    </a:lnTo>
                    <a:lnTo>
                      <a:pt x="0" y="1147"/>
                    </a:lnTo>
                    <a:lnTo>
                      <a:pt x="573" y="4627"/>
                    </a:lnTo>
                    <a:lnTo>
                      <a:pt x="2579" y="4299"/>
                    </a:lnTo>
                    <a:lnTo>
                      <a:pt x="2047" y="820"/>
                    </a:lnTo>
                    <a:lnTo>
                      <a:pt x="2006" y="820"/>
                    </a:lnTo>
                    <a:lnTo>
                      <a:pt x="1965" y="615"/>
                    </a:lnTo>
                    <a:lnTo>
                      <a:pt x="1883" y="451"/>
                    </a:lnTo>
                    <a:lnTo>
                      <a:pt x="1761" y="328"/>
                    </a:lnTo>
                    <a:lnTo>
                      <a:pt x="1597" y="206"/>
                    </a:lnTo>
                    <a:lnTo>
                      <a:pt x="1433" y="83"/>
                    </a:lnTo>
                    <a:lnTo>
                      <a:pt x="1269" y="42"/>
                    </a:lnTo>
                    <a:lnTo>
                      <a:pt x="106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2493;p53"/>
              <p:cNvSpPr/>
              <p:nvPr/>
            </p:nvSpPr>
            <p:spPr>
              <a:xfrm>
                <a:off x="2768350" y="2449600"/>
                <a:ext cx="375625" cy="73700"/>
              </a:xfrm>
              <a:custGeom>
                <a:avLst/>
                <a:gdLst/>
                <a:ahLst/>
                <a:cxnLst/>
                <a:rect l="l" t="t" r="r" b="b"/>
                <a:pathLst>
                  <a:path w="15025" h="2948" extrusionOk="0">
                    <a:moveTo>
                      <a:pt x="14533" y="0"/>
                    </a:moveTo>
                    <a:lnTo>
                      <a:pt x="369" y="2293"/>
                    </a:lnTo>
                    <a:lnTo>
                      <a:pt x="205" y="2334"/>
                    </a:lnTo>
                    <a:lnTo>
                      <a:pt x="82" y="2416"/>
                    </a:lnTo>
                    <a:lnTo>
                      <a:pt x="0" y="2539"/>
                    </a:lnTo>
                    <a:lnTo>
                      <a:pt x="0" y="2661"/>
                    </a:lnTo>
                    <a:lnTo>
                      <a:pt x="41" y="2784"/>
                    </a:lnTo>
                    <a:lnTo>
                      <a:pt x="164" y="2866"/>
                    </a:lnTo>
                    <a:lnTo>
                      <a:pt x="287" y="2948"/>
                    </a:lnTo>
                    <a:lnTo>
                      <a:pt x="491" y="2948"/>
                    </a:lnTo>
                    <a:lnTo>
                      <a:pt x="14656" y="655"/>
                    </a:lnTo>
                    <a:lnTo>
                      <a:pt x="14820" y="614"/>
                    </a:lnTo>
                    <a:lnTo>
                      <a:pt x="14943" y="533"/>
                    </a:lnTo>
                    <a:lnTo>
                      <a:pt x="15025" y="410"/>
                    </a:lnTo>
                    <a:lnTo>
                      <a:pt x="15025" y="287"/>
                    </a:lnTo>
                    <a:lnTo>
                      <a:pt x="14984" y="164"/>
                    </a:lnTo>
                    <a:lnTo>
                      <a:pt x="14861" y="41"/>
                    </a:lnTo>
                    <a:lnTo>
                      <a:pt x="1469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2494;p53"/>
              <p:cNvSpPr/>
              <p:nvPr/>
            </p:nvSpPr>
            <p:spPr>
              <a:xfrm>
                <a:off x="2783700" y="2637900"/>
                <a:ext cx="597725" cy="1192350"/>
              </a:xfrm>
              <a:custGeom>
                <a:avLst/>
                <a:gdLst/>
                <a:ahLst/>
                <a:cxnLst/>
                <a:rect l="l" t="t" r="r" b="b"/>
                <a:pathLst>
                  <a:path w="23909" h="47694" extrusionOk="0">
                    <a:moveTo>
                      <a:pt x="16253" y="1"/>
                    </a:moveTo>
                    <a:lnTo>
                      <a:pt x="0" y="2621"/>
                    </a:lnTo>
                    <a:lnTo>
                      <a:pt x="7205" y="47694"/>
                    </a:lnTo>
                    <a:lnTo>
                      <a:pt x="23908" y="47653"/>
                    </a:lnTo>
                    <a:lnTo>
                      <a:pt x="1625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2495;p53"/>
              <p:cNvSpPr/>
              <p:nvPr/>
            </p:nvSpPr>
            <p:spPr>
              <a:xfrm>
                <a:off x="3283150" y="3682850"/>
                <a:ext cx="81900" cy="146375"/>
              </a:xfrm>
              <a:custGeom>
                <a:avLst/>
                <a:gdLst/>
                <a:ahLst/>
                <a:cxnLst/>
                <a:rect l="l" t="t" r="r" b="b"/>
                <a:pathLst>
                  <a:path w="3276" h="5855" extrusionOk="0">
                    <a:moveTo>
                      <a:pt x="1310" y="1"/>
                    </a:moveTo>
                    <a:lnTo>
                      <a:pt x="1065" y="42"/>
                    </a:lnTo>
                    <a:lnTo>
                      <a:pt x="819" y="83"/>
                    </a:lnTo>
                    <a:lnTo>
                      <a:pt x="614" y="206"/>
                    </a:lnTo>
                    <a:lnTo>
                      <a:pt x="410" y="328"/>
                    </a:lnTo>
                    <a:lnTo>
                      <a:pt x="287" y="492"/>
                    </a:lnTo>
                    <a:lnTo>
                      <a:pt x="164" y="697"/>
                    </a:lnTo>
                    <a:lnTo>
                      <a:pt x="82" y="901"/>
                    </a:lnTo>
                    <a:lnTo>
                      <a:pt x="0" y="1147"/>
                    </a:lnTo>
                    <a:lnTo>
                      <a:pt x="0" y="1393"/>
                    </a:lnTo>
                    <a:lnTo>
                      <a:pt x="737" y="5855"/>
                    </a:lnTo>
                    <a:lnTo>
                      <a:pt x="3275" y="5855"/>
                    </a:lnTo>
                    <a:lnTo>
                      <a:pt x="2497" y="983"/>
                    </a:lnTo>
                    <a:lnTo>
                      <a:pt x="2416" y="779"/>
                    </a:lnTo>
                    <a:lnTo>
                      <a:pt x="2293" y="574"/>
                    </a:lnTo>
                    <a:lnTo>
                      <a:pt x="2170" y="369"/>
                    </a:lnTo>
                    <a:lnTo>
                      <a:pt x="1965" y="246"/>
                    </a:lnTo>
                    <a:lnTo>
                      <a:pt x="1760" y="124"/>
                    </a:lnTo>
                    <a:lnTo>
                      <a:pt x="1556" y="42"/>
                    </a:lnTo>
                    <a:lnTo>
                      <a:pt x="131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2496;p53"/>
              <p:cNvSpPr/>
              <p:nvPr/>
            </p:nvSpPr>
            <p:spPr>
              <a:xfrm>
                <a:off x="3111200" y="3674675"/>
                <a:ext cx="104425" cy="155575"/>
              </a:xfrm>
              <a:custGeom>
                <a:avLst/>
                <a:gdLst/>
                <a:ahLst/>
                <a:cxnLst/>
                <a:rect l="l" t="t" r="r" b="b"/>
                <a:pathLst>
                  <a:path w="4177" h="6223" extrusionOk="0">
                    <a:moveTo>
                      <a:pt x="1802" y="0"/>
                    </a:moveTo>
                    <a:lnTo>
                      <a:pt x="1433" y="41"/>
                    </a:lnTo>
                    <a:lnTo>
                      <a:pt x="1147" y="123"/>
                    </a:lnTo>
                    <a:lnTo>
                      <a:pt x="819" y="246"/>
                    </a:lnTo>
                    <a:lnTo>
                      <a:pt x="574" y="451"/>
                    </a:lnTo>
                    <a:lnTo>
                      <a:pt x="369" y="655"/>
                    </a:lnTo>
                    <a:lnTo>
                      <a:pt x="205" y="901"/>
                    </a:lnTo>
                    <a:lnTo>
                      <a:pt x="82" y="1147"/>
                    </a:lnTo>
                    <a:lnTo>
                      <a:pt x="0" y="1474"/>
                    </a:lnTo>
                    <a:lnTo>
                      <a:pt x="0" y="1761"/>
                    </a:lnTo>
                    <a:lnTo>
                      <a:pt x="696" y="6223"/>
                    </a:lnTo>
                    <a:lnTo>
                      <a:pt x="4176" y="6223"/>
                    </a:lnTo>
                    <a:lnTo>
                      <a:pt x="3398" y="1228"/>
                    </a:lnTo>
                    <a:lnTo>
                      <a:pt x="3357" y="1228"/>
                    </a:lnTo>
                    <a:lnTo>
                      <a:pt x="3276" y="942"/>
                    </a:lnTo>
                    <a:lnTo>
                      <a:pt x="3112" y="655"/>
                    </a:lnTo>
                    <a:lnTo>
                      <a:pt x="2907" y="451"/>
                    </a:lnTo>
                    <a:lnTo>
                      <a:pt x="2702" y="287"/>
                    </a:lnTo>
                    <a:lnTo>
                      <a:pt x="2416" y="123"/>
                    </a:lnTo>
                    <a:lnTo>
                      <a:pt x="2088" y="41"/>
                    </a:lnTo>
                    <a:lnTo>
                      <a:pt x="180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2497;p53"/>
              <p:cNvSpPr/>
              <p:nvPr/>
            </p:nvSpPr>
            <p:spPr>
              <a:xfrm>
                <a:off x="3042625" y="3721750"/>
                <a:ext cx="75775" cy="108500"/>
              </a:xfrm>
              <a:custGeom>
                <a:avLst/>
                <a:gdLst/>
                <a:ahLst/>
                <a:cxnLst/>
                <a:rect l="l" t="t" r="r" b="b"/>
                <a:pathLst>
                  <a:path w="3031" h="4340" extrusionOk="0">
                    <a:moveTo>
                      <a:pt x="1065" y="0"/>
                    </a:moveTo>
                    <a:lnTo>
                      <a:pt x="819" y="82"/>
                    </a:lnTo>
                    <a:lnTo>
                      <a:pt x="615" y="164"/>
                    </a:lnTo>
                    <a:lnTo>
                      <a:pt x="410" y="328"/>
                    </a:lnTo>
                    <a:lnTo>
                      <a:pt x="287" y="492"/>
                    </a:lnTo>
                    <a:lnTo>
                      <a:pt x="164" y="696"/>
                    </a:lnTo>
                    <a:lnTo>
                      <a:pt x="82" y="901"/>
                    </a:lnTo>
                    <a:lnTo>
                      <a:pt x="1" y="1147"/>
                    </a:lnTo>
                    <a:lnTo>
                      <a:pt x="1" y="1392"/>
                    </a:lnTo>
                    <a:lnTo>
                      <a:pt x="492" y="4340"/>
                    </a:lnTo>
                    <a:lnTo>
                      <a:pt x="3030" y="4340"/>
                    </a:lnTo>
                    <a:lnTo>
                      <a:pt x="2498" y="983"/>
                    </a:lnTo>
                    <a:lnTo>
                      <a:pt x="2416" y="737"/>
                    </a:lnTo>
                    <a:lnTo>
                      <a:pt x="2293" y="533"/>
                    </a:lnTo>
                    <a:lnTo>
                      <a:pt x="2170" y="369"/>
                    </a:lnTo>
                    <a:lnTo>
                      <a:pt x="1966" y="205"/>
                    </a:lnTo>
                    <a:lnTo>
                      <a:pt x="1761" y="82"/>
                    </a:lnTo>
                    <a:lnTo>
                      <a:pt x="1556" y="41"/>
                    </a:lnTo>
                    <a:lnTo>
                      <a:pt x="131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2498;p53"/>
              <p:cNvSpPr/>
              <p:nvPr/>
            </p:nvSpPr>
            <p:spPr>
              <a:xfrm>
                <a:off x="2969950" y="3733000"/>
                <a:ext cx="73725" cy="97250"/>
              </a:xfrm>
              <a:custGeom>
                <a:avLst/>
                <a:gdLst/>
                <a:ahLst/>
                <a:cxnLst/>
                <a:rect l="l" t="t" r="r" b="b"/>
                <a:pathLst>
                  <a:path w="2949" h="3890" extrusionOk="0">
                    <a:moveTo>
                      <a:pt x="1311" y="1"/>
                    </a:moveTo>
                    <a:lnTo>
                      <a:pt x="1065" y="42"/>
                    </a:lnTo>
                    <a:lnTo>
                      <a:pt x="820" y="83"/>
                    </a:lnTo>
                    <a:lnTo>
                      <a:pt x="615" y="205"/>
                    </a:lnTo>
                    <a:lnTo>
                      <a:pt x="410" y="328"/>
                    </a:lnTo>
                    <a:lnTo>
                      <a:pt x="247" y="492"/>
                    </a:lnTo>
                    <a:lnTo>
                      <a:pt x="124" y="697"/>
                    </a:lnTo>
                    <a:lnTo>
                      <a:pt x="42" y="901"/>
                    </a:lnTo>
                    <a:lnTo>
                      <a:pt x="1" y="1147"/>
                    </a:lnTo>
                    <a:lnTo>
                      <a:pt x="1" y="1393"/>
                    </a:lnTo>
                    <a:lnTo>
                      <a:pt x="410" y="3890"/>
                    </a:lnTo>
                    <a:lnTo>
                      <a:pt x="2949" y="3890"/>
                    </a:lnTo>
                    <a:lnTo>
                      <a:pt x="2498" y="983"/>
                    </a:lnTo>
                    <a:lnTo>
                      <a:pt x="2416" y="779"/>
                    </a:lnTo>
                    <a:lnTo>
                      <a:pt x="2294" y="574"/>
                    </a:lnTo>
                    <a:lnTo>
                      <a:pt x="2130" y="369"/>
                    </a:lnTo>
                    <a:lnTo>
                      <a:pt x="1966" y="246"/>
                    </a:lnTo>
                    <a:lnTo>
                      <a:pt x="1761" y="124"/>
                    </a:lnTo>
                    <a:lnTo>
                      <a:pt x="1557" y="42"/>
                    </a:lnTo>
                    <a:lnTo>
                      <a:pt x="131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2499;p53"/>
              <p:cNvSpPr/>
              <p:nvPr/>
            </p:nvSpPr>
            <p:spPr>
              <a:xfrm>
                <a:off x="2926975" y="3600975"/>
                <a:ext cx="430900" cy="81900"/>
              </a:xfrm>
              <a:custGeom>
                <a:avLst/>
                <a:gdLst/>
                <a:ahLst/>
                <a:cxnLst/>
                <a:rect l="l" t="t" r="r" b="b"/>
                <a:pathLst>
                  <a:path w="17236" h="3276" extrusionOk="0">
                    <a:moveTo>
                      <a:pt x="16703" y="1"/>
                    </a:moveTo>
                    <a:lnTo>
                      <a:pt x="451" y="2621"/>
                    </a:lnTo>
                    <a:lnTo>
                      <a:pt x="246" y="2662"/>
                    </a:lnTo>
                    <a:lnTo>
                      <a:pt x="123" y="2744"/>
                    </a:lnTo>
                    <a:lnTo>
                      <a:pt x="1" y="2866"/>
                    </a:lnTo>
                    <a:lnTo>
                      <a:pt x="1" y="2989"/>
                    </a:lnTo>
                    <a:lnTo>
                      <a:pt x="42" y="3112"/>
                    </a:lnTo>
                    <a:lnTo>
                      <a:pt x="164" y="3235"/>
                    </a:lnTo>
                    <a:lnTo>
                      <a:pt x="328" y="3276"/>
                    </a:lnTo>
                    <a:lnTo>
                      <a:pt x="533" y="3235"/>
                    </a:lnTo>
                    <a:lnTo>
                      <a:pt x="16826" y="656"/>
                    </a:lnTo>
                    <a:lnTo>
                      <a:pt x="16990" y="574"/>
                    </a:lnTo>
                    <a:lnTo>
                      <a:pt x="17154" y="492"/>
                    </a:lnTo>
                    <a:lnTo>
                      <a:pt x="17236" y="369"/>
                    </a:lnTo>
                    <a:lnTo>
                      <a:pt x="17236" y="246"/>
                    </a:lnTo>
                    <a:lnTo>
                      <a:pt x="17195" y="124"/>
                    </a:lnTo>
                    <a:lnTo>
                      <a:pt x="17072" y="42"/>
                    </a:lnTo>
                    <a:lnTo>
                      <a:pt x="1690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2500;p53"/>
              <p:cNvSpPr/>
              <p:nvPr/>
            </p:nvSpPr>
            <p:spPr>
              <a:xfrm>
                <a:off x="3244250" y="3440300"/>
                <a:ext cx="79850" cy="142275"/>
              </a:xfrm>
              <a:custGeom>
                <a:avLst/>
                <a:gdLst/>
                <a:ahLst/>
                <a:cxnLst/>
                <a:rect l="l" t="t" r="r" b="b"/>
                <a:pathLst>
                  <a:path w="3194" h="5691" extrusionOk="0">
                    <a:moveTo>
                      <a:pt x="1065" y="0"/>
                    </a:moveTo>
                    <a:lnTo>
                      <a:pt x="819" y="82"/>
                    </a:lnTo>
                    <a:lnTo>
                      <a:pt x="615" y="164"/>
                    </a:lnTo>
                    <a:lnTo>
                      <a:pt x="410" y="328"/>
                    </a:lnTo>
                    <a:lnTo>
                      <a:pt x="287" y="492"/>
                    </a:lnTo>
                    <a:lnTo>
                      <a:pt x="164" y="696"/>
                    </a:lnTo>
                    <a:lnTo>
                      <a:pt x="82" y="901"/>
                    </a:lnTo>
                    <a:lnTo>
                      <a:pt x="0" y="1147"/>
                    </a:lnTo>
                    <a:lnTo>
                      <a:pt x="0" y="1392"/>
                    </a:lnTo>
                    <a:lnTo>
                      <a:pt x="696" y="5691"/>
                    </a:lnTo>
                    <a:lnTo>
                      <a:pt x="3194" y="5282"/>
                    </a:lnTo>
                    <a:lnTo>
                      <a:pt x="2498" y="983"/>
                    </a:lnTo>
                    <a:lnTo>
                      <a:pt x="2416" y="737"/>
                    </a:lnTo>
                    <a:lnTo>
                      <a:pt x="2293" y="533"/>
                    </a:lnTo>
                    <a:lnTo>
                      <a:pt x="2170" y="369"/>
                    </a:lnTo>
                    <a:lnTo>
                      <a:pt x="1966" y="205"/>
                    </a:lnTo>
                    <a:lnTo>
                      <a:pt x="1761" y="123"/>
                    </a:lnTo>
                    <a:lnTo>
                      <a:pt x="1556" y="41"/>
                    </a:lnTo>
                    <a:lnTo>
                      <a:pt x="131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2501;p53"/>
              <p:cNvSpPr/>
              <p:nvPr/>
            </p:nvSpPr>
            <p:spPr>
              <a:xfrm>
                <a:off x="3171575" y="3451550"/>
                <a:ext cx="79875" cy="142300"/>
              </a:xfrm>
              <a:custGeom>
                <a:avLst/>
                <a:gdLst/>
                <a:ahLst/>
                <a:cxnLst/>
                <a:rect l="l" t="t" r="r" b="b"/>
                <a:pathLst>
                  <a:path w="3195" h="5692" extrusionOk="0">
                    <a:moveTo>
                      <a:pt x="1311" y="1"/>
                    </a:moveTo>
                    <a:lnTo>
                      <a:pt x="1065" y="42"/>
                    </a:lnTo>
                    <a:lnTo>
                      <a:pt x="820" y="83"/>
                    </a:lnTo>
                    <a:lnTo>
                      <a:pt x="615" y="206"/>
                    </a:lnTo>
                    <a:lnTo>
                      <a:pt x="410" y="328"/>
                    </a:lnTo>
                    <a:lnTo>
                      <a:pt x="246" y="492"/>
                    </a:lnTo>
                    <a:lnTo>
                      <a:pt x="124" y="697"/>
                    </a:lnTo>
                    <a:lnTo>
                      <a:pt x="42" y="901"/>
                    </a:lnTo>
                    <a:lnTo>
                      <a:pt x="1" y="1147"/>
                    </a:lnTo>
                    <a:lnTo>
                      <a:pt x="1" y="1393"/>
                    </a:lnTo>
                    <a:lnTo>
                      <a:pt x="697" y="5691"/>
                    </a:lnTo>
                    <a:lnTo>
                      <a:pt x="3194" y="5323"/>
                    </a:lnTo>
                    <a:lnTo>
                      <a:pt x="2498" y="983"/>
                    </a:lnTo>
                    <a:lnTo>
                      <a:pt x="2416" y="779"/>
                    </a:lnTo>
                    <a:lnTo>
                      <a:pt x="2293" y="574"/>
                    </a:lnTo>
                    <a:lnTo>
                      <a:pt x="2130" y="369"/>
                    </a:lnTo>
                    <a:lnTo>
                      <a:pt x="1966" y="246"/>
                    </a:lnTo>
                    <a:lnTo>
                      <a:pt x="1761" y="124"/>
                    </a:lnTo>
                    <a:lnTo>
                      <a:pt x="1557" y="42"/>
                    </a:lnTo>
                    <a:lnTo>
                      <a:pt x="131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2502;p53"/>
              <p:cNvSpPr/>
              <p:nvPr/>
            </p:nvSpPr>
            <p:spPr>
              <a:xfrm>
                <a:off x="3072300" y="3432100"/>
                <a:ext cx="106475" cy="177100"/>
              </a:xfrm>
              <a:custGeom>
                <a:avLst/>
                <a:gdLst/>
                <a:ahLst/>
                <a:cxnLst/>
                <a:rect l="l" t="t" r="r" b="b"/>
                <a:pathLst>
                  <a:path w="4259" h="7084" extrusionOk="0">
                    <a:moveTo>
                      <a:pt x="1802" y="1"/>
                    </a:moveTo>
                    <a:lnTo>
                      <a:pt x="1434" y="42"/>
                    </a:lnTo>
                    <a:lnTo>
                      <a:pt x="1147" y="124"/>
                    </a:lnTo>
                    <a:lnTo>
                      <a:pt x="820" y="247"/>
                    </a:lnTo>
                    <a:lnTo>
                      <a:pt x="574" y="410"/>
                    </a:lnTo>
                    <a:lnTo>
                      <a:pt x="369" y="656"/>
                    </a:lnTo>
                    <a:lnTo>
                      <a:pt x="206" y="902"/>
                    </a:lnTo>
                    <a:lnTo>
                      <a:pt x="83" y="1147"/>
                    </a:lnTo>
                    <a:lnTo>
                      <a:pt x="1" y="1434"/>
                    </a:lnTo>
                    <a:lnTo>
                      <a:pt x="1" y="1761"/>
                    </a:lnTo>
                    <a:lnTo>
                      <a:pt x="861" y="7083"/>
                    </a:lnTo>
                    <a:lnTo>
                      <a:pt x="4258" y="6551"/>
                    </a:lnTo>
                    <a:lnTo>
                      <a:pt x="3399" y="1188"/>
                    </a:lnTo>
                    <a:lnTo>
                      <a:pt x="3358" y="1188"/>
                    </a:lnTo>
                    <a:lnTo>
                      <a:pt x="3276" y="902"/>
                    </a:lnTo>
                    <a:lnTo>
                      <a:pt x="3112" y="656"/>
                    </a:lnTo>
                    <a:lnTo>
                      <a:pt x="2907" y="451"/>
                    </a:lnTo>
                    <a:lnTo>
                      <a:pt x="2703" y="247"/>
                    </a:lnTo>
                    <a:lnTo>
                      <a:pt x="2416" y="124"/>
                    </a:lnTo>
                    <a:lnTo>
                      <a:pt x="2089" y="42"/>
                    </a:lnTo>
                    <a:lnTo>
                      <a:pt x="180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2503;p53"/>
              <p:cNvSpPr/>
              <p:nvPr/>
            </p:nvSpPr>
            <p:spPr>
              <a:xfrm>
                <a:off x="3003725" y="3479200"/>
                <a:ext cx="79875" cy="142275"/>
              </a:xfrm>
              <a:custGeom>
                <a:avLst/>
                <a:gdLst/>
                <a:ahLst/>
                <a:cxnLst/>
                <a:rect l="l" t="t" r="r" b="b"/>
                <a:pathLst>
                  <a:path w="3195" h="5691" extrusionOk="0">
                    <a:moveTo>
                      <a:pt x="1065" y="0"/>
                    </a:moveTo>
                    <a:lnTo>
                      <a:pt x="820" y="82"/>
                    </a:lnTo>
                    <a:lnTo>
                      <a:pt x="615" y="164"/>
                    </a:lnTo>
                    <a:lnTo>
                      <a:pt x="410" y="287"/>
                    </a:lnTo>
                    <a:lnTo>
                      <a:pt x="288" y="491"/>
                    </a:lnTo>
                    <a:lnTo>
                      <a:pt x="165" y="655"/>
                    </a:lnTo>
                    <a:lnTo>
                      <a:pt x="42" y="901"/>
                    </a:lnTo>
                    <a:lnTo>
                      <a:pt x="1" y="1105"/>
                    </a:lnTo>
                    <a:lnTo>
                      <a:pt x="1" y="1351"/>
                    </a:lnTo>
                    <a:lnTo>
                      <a:pt x="697" y="5691"/>
                    </a:lnTo>
                    <a:lnTo>
                      <a:pt x="3194" y="5281"/>
                    </a:lnTo>
                    <a:lnTo>
                      <a:pt x="2498" y="983"/>
                    </a:lnTo>
                    <a:lnTo>
                      <a:pt x="2416" y="737"/>
                    </a:lnTo>
                    <a:lnTo>
                      <a:pt x="2294" y="532"/>
                    </a:lnTo>
                    <a:lnTo>
                      <a:pt x="2171" y="369"/>
                    </a:lnTo>
                    <a:lnTo>
                      <a:pt x="1966" y="205"/>
                    </a:lnTo>
                    <a:lnTo>
                      <a:pt x="1761" y="82"/>
                    </a:lnTo>
                    <a:lnTo>
                      <a:pt x="155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2504;p53"/>
              <p:cNvSpPr/>
              <p:nvPr/>
            </p:nvSpPr>
            <p:spPr>
              <a:xfrm>
                <a:off x="2931075" y="3490450"/>
                <a:ext cx="79850" cy="142275"/>
              </a:xfrm>
              <a:custGeom>
                <a:avLst/>
                <a:gdLst/>
                <a:ahLst/>
                <a:cxnLst/>
                <a:rect l="l" t="t" r="r" b="b"/>
                <a:pathLst>
                  <a:path w="3194" h="5691" extrusionOk="0">
                    <a:moveTo>
                      <a:pt x="1065" y="0"/>
                    </a:moveTo>
                    <a:lnTo>
                      <a:pt x="819" y="82"/>
                    </a:lnTo>
                    <a:lnTo>
                      <a:pt x="614" y="164"/>
                    </a:lnTo>
                    <a:lnTo>
                      <a:pt x="410" y="328"/>
                    </a:lnTo>
                    <a:lnTo>
                      <a:pt x="246" y="492"/>
                    </a:lnTo>
                    <a:lnTo>
                      <a:pt x="123" y="696"/>
                    </a:lnTo>
                    <a:lnTo>
                      <a:pt x="41" y="901"/>
                    </a:lnTo>
                    <a:lnTo>
                      <a:pt x="0" y="1147"/>
                    </a:lnTo>
                    <a:lnTo>
                      <a:pt x="0" y="1392"/>
                    </a:lnTo>
                    <a:lnTo>
                      <a:pt x="696" y="5691"/>
                    </a:lnTo>
                    <a:lnTo>
                      <a:pt x="3194" y="5281"/>
                    </a:lnTo>
                    <a:lnTo>
                      <a:pt x="2498" y="983"/>
                    </a:lnTo>
                    <a:lnTo>
                      <a:pt x="2416" y="737"/>
                    </a:lnTo>
                    <a:lnTo>
                      <a:pt x="2293" y="533"/>
                    </a:lnTo>
                    <a:lnTo>
                      <a:pt x="2129" y="369"/>
                    </a:lnTo>
                    <a:lnTo>
                      <a:pt x="1965" y="205"/>
                    </a:lnTo>
                    <a:lnTo>
                      <a:pt x="1761" y="123"/>
                    </a:lnTo>
                    <a:lnTo>
                      <a:pt x="1556" y="41"/>
                    </a:lnTo>
                    <a:lnTo>
                      <a:pt x="131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2505;p53"/>
              <p:cNvSpPr/>
              <p:nvPr/>
            </p:nvSpPr>
            <p:spPr>
              <a:xfrm>
                <a:off x="2888075" y="3358425"/>
                <a:ext cx="430900" cy="80875"/>
              </a:xfrm>
              <a:custGeom>
                <a:avLst/>
                <a:gdLst/>
                <a:ahLst/>
                <a:cxnLst/>
                <a:rect l="l" t="t" r="r" b="b"/>
                <a:pathLst>
                  <a:path w="17236" h="3235" extrusionOk="0">
                    <a:moveTo>
                      <a:pt x="16704" y="0"/>
                    </a:moveTo>
                    <a:lnTo>
                      <a:pt x="451" y="2580"/>
                    </a:lnTo>
                    <a:lnTo>
                      <a:pt x="247" y="2661"/>
                    </a:lnTo>
                    <a:lnTo>
                      <a:pt x="124" y="2743"/>
                    </a:lnTo>
                    <a:lnTo>
                      <a:pt x="1" y="2866"/>
                    </a:lnTo>
                    <a:lnTo>
                      <a:pt x="1" y="2989"/>
                    </a:lnTo>
                    <a:lnTo>
                      <a:pt x="42" y="3112"/>
                    </a:lnTo>
                    <a:lnTo>
                      <a:pt x="165" y="3194"/>
                    </a:lnTo>
                    <a:lnTo>
                      <a:pt x="328" y="3235"/>
                    </a:lnTo>
                    <a:lnTo>
                      <a:pt x="533" y="3235"/>
                    </a:lnTo>
                    <a:lnTo>
                      <a:pt x="16786" y="655"/>
                    </a:lnTo>
                    <a:lnTo>
                      <a:pt x="16990" y="574"/>
                    </a:lnTo>
                    <a:lnTo>
                      <a:pt x="17154" y="492"/>
                    </a:lnTo>
                    <a:lnTo>
                      <a:pt x="17236" y="369"/>
                    </a:lnTo>
                    <a:lnTo>
                      <a:pt x="17236" y="246"/>
                    </a:lnTo>
                    <a:lnTo>
                      <a:pt x="17195" y="123"/>
                    </a:lnTo>
                    <a:lnTo>
                      <a:pt x="17072" y="41"/>
                    </a:lnTo>
                    <a:lnTo>
                      <a:pt x="1690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2506;p53"/>
              <p:cNvSpPr/>
              <p:nvPr/>
            </p:nvSpPr>
            <p:spPr>
              <a:xfrm>
                <a:off x="3205350" y="3197750"/>
                <a:ext cx="79875" cy="142275"/>
              </a:xfrm>
              <a:custGeom>
                <a:avLst/>
                <a:gdLst/>
                <a:ahLst/>
                <a:cxnLst/>
                <a:rect l="l" t="t" r="r" b="b"/>
                <a:pathLst>
                  <a:path w="3195" h="5691" extrusionOk="0">
                    <a:moveTo>
                      <a:pt x="1065" y="0"/>
                    </a:moveTo>
                    <a:lnTo>
                      <a:pt x="820" y="82"/>
                    </a:lnTo>
                    <a:lnTo>
                      <a:pt x="615" y="164"/>
                    </a:lnTo>
                    <a:lnTo>
                      <a:pt x="410" y="328"/>
                    </a:lnTo>
                    <a:lnTo>
                      <a:pt x="287" y="491"/>
                    </a:lnTo>
                    <a:lnTo>
                      <a:pt x="165" y="696"/>
                    </a:lnTo>
                    <a:lnTo>
                      <a:pt x="83" y="901"/>
                    </a:lnTo>
                    <a:lnTo>
                      <a:pt x="1" y="1146"/>
                    </a:lnTo>
                    <a:lnTo>
                      <a:pt x="1" y="1351"/>
                    </a:lnTo>
                    <a:lnTo>
                      <a:pt x="697" y="5691"/>
                    </a:lnTo>
                    <a:lnTo>
                      <a:pt x="3194" y="5281"/>
                    </a:lnTo>
                    <a:lnTo>
                      <a:pt x="2498" y="983"/>
                    </a:lnTo>
                    <a:lnTo>
                      <a:pt x="2416" y="737"/>
                    </a:lnTo>
                    <a:lnTo>
                      <a:pt x="2293" y="532"/>
                    </a:lnTo>
                    <a:lnTo>
                      <a:pt x="2171" y="369"/>
                    </a:lnTo>
                    <a:lnTo>
                      <a:pt x="1966" y="205"/>
                    </a:lnTo>
                    <a:lnTo>
                      <a:pt x="1761" y="82"/>
                    </a:lnTo>
                    <a:lnTo>
                      <a:pt x="15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2507;p53"/>
              <p:cNvSpPr/>
              <p:nvPr/>
            </p:nvSpPr>
            <p:spPr>
              <a:xfrm>
                <a:off x="3132700" y="3209000"/>
                <a:ext cx="79850" cy="142275"/>
              </a:xfrm>
              <a:custGeom>
                <a:avLst/>
                <a:gdLst/>
                <a:ahLst/>
                <a:cxnLst/>
                <a:rect l="l" t="t" r="r" b="b"/>
                <a:pathLst>
                  <a:path w="3194" h="5691" extrusionOk="0">
                    <a:moveTo>
                      <a:pt x="1065" y="0"/>
                    </a:moveTo>
                    <a:lnTo>
                      <a:pt x="819" y="82"/>
                    </a:lnTo>
                    <a:lnTo>
                      <a:pt x="614" y="205"/>
                    </a:lnTo>
                    <a:lnTo>
                      <a:pt x="410" y="328"/>
                    </a:lnTo>
                    <a:lnTo>
                      <a:pt x="246" y="492"/>
                    </a:lnTo>
                    <a:lnTo>
                      <a:pt x="123" y="696"/>
                    </a:lnTo>
                    <a:lnTo>
                      <a:pt x="41" y="901"/>
                    </a:lnTo>
                    <a:lnTo>
                      <a:pt x="0" y="1147"/>
                    </a:lnTo>
                    <a:lnTo>
                      <a:pt x="0" y="1392"/>
                    </a:lnTo>
                    <a:lnTo>
                      <a:pt x="696" y="5691"/>
                    </a:lnTo>
                    <a:lnTo>
                      <a:pt x="3193" y="5281"/>
                    </a:lnTo>
                    <a:lnTo>
                      <a:pt x="2497" y="983"/>
                    </a:lnTo>
                    <a:lnTo>
                      <a:pt x="2416" y="778"/>
                    </a:lnTo>
                    <a:lnTo>
                      <a:pt x="2293" y="533"/>
                    </a:lnTo>
                    <a:lnTo>
                      <a:pt x="2129" y="369"/>
                    </a:lnTo>
                    <a:lnTo>
                      <a:pt x="1965" y="205"/>
                    </a:lnTo>
                    <a:lnTo>
                      <a:pt x="1761" y="123"/>
                    </a:lnTo>
                    <a:lnTo>
                      <a:pt x="1556" y="41"/>
                    </a:lnTo>
                    <a:lnTo>
                      <a:pt x="131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2508;p53"/>
              <p:cNvSpPr/>
              <p:nvPr/>
            </p:nvSpPr>
            <p:spPr>
              <a:xfrm>
                <a:off x="3033425" y="3189550"/>
                <a:ext cx="106450" cy="177075"/>
              </a:xfrm>
              <a:custGeom>
                <a:avLst/>
                <a:gdLst/>
                <a:ahLst/>
                <a:cxnLst/>
                <a:rect l="l" t="t" r="r" b="b"/>
                <a:pathLst>
                  <a:path w="4258" h="7083" extrusionOk="0">
                    <a:moveTo>
                      <a:pt x="1433" y="1"/>
                    </a:moveTo>
                    <a:lnTo>
                      <a:pt x="1146" y="83"/>
                    </a:lnTo>
                    <a:lnTo>
                      <a:pt x="819" y="246"/>
                    </a:lnTo>
                    <a:lnTo>
                      <a:pt x="573" y="410"/>
                    </a:lnTo>
                    <a:lnTo>
                      <a:pt x="369" y="615"/>
                    </a:lnTo>
                    <a:lnTo>
                      <a:pt x="164" y="860"/>
                    </a:lnTo>
                    <a:lnTo>
                      <a:pt x="82" y="1147"/>
                    </a:lnTo>
                    <a:lnTo>
                      <a:pt x="0" y="1433"/>
                    </a:lnTo>
                    <a:lnTo>
                      <a:pt x="0" y="1720"/>
                    </a:lnTo>
                    <a:lnTo>
                      <a:pt x="860" y="7083"/>
                    </a:lnTo>
                    <a:lnTo>
                      <a:pt x="4258" y="6551"/>
                    </a:lnTo>
                    <a:lnTo>
                      <a:pt x="3398" y="1188"/>
                    </a:lnTo>
                    <a:lnTo>
                      <a:pt x="3357" y="1188"/>
                    </a:lnTo>
                    <a:lnTo>
                      <a:pt x="3275" y="901"/>
                    </a:lnTo>
                    <a:lnTo>
                      <a:pt x="3111" y="656"/>
                    </a:lnTo>
                    <a:lnTo>
                      <a:pt x="2907" y="451"/>
                    </a:lnTo>
                    <a:lnTo>
                      <a:pt x="2702" y="246"/>
                    </a:lnTo>
                    <a:lnTo>
                      <a:pt x="2416" y="123"/>
                    </a:lnTo>
                    <a:lnTo>
                      <a:pt x="2088" y="42"/>
                    </a:lnTo>
                    <a:lnTo>
                      <a:pt x="180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2509;p53"/>
              <p:cNvSpPr/>
              <p:nvPr/>
            </p:nvSpPr>
            <p:spPr>
              <a:xfrm>
                <a:off x="2964850" y="3235600"/>
                <a:ext cx="79850" cy="142300"/>
              </a:xfrm>
              <a:custGeom>
                <a:avLst/>
                <a:gdLst/>
                <a:ahLst/>
                <a:cxnLst/>
                <a:rect l="l" t="t" r="r" b="b"/>
                <a:pathLst>
                  <a:path w="3194" h="5692" extrusionOk="0">
                    <a:moveTo>
                      <a:pt x="1310" y="1"/>
                    </a:moveTo>
                    <a:lnTo>
                      <a:pt x="1065" y="42"/>
                    </a:lnTo>
                    <a:lnTo>
                      <a:pt x="819" y="83"/>
                    </a:lnTo>
                    <a:lnTo>
                      <a:pt x="614" y="206"/>
                    </a:lnTo>
                    <a:lnTo>
                      <a:pt x="410" y="328"/>
                    </a:lnTo>
                    <a:lnTo>
                      <a:pt x="287" y="492"/>
                    </a:lnTo>
                    <a:lnTo>
                      <a:pt x="164" y="697"/>
                    </a:lnTo>
                    <a:lnTo>
                      <a:pt x="41" y="901"/>
                    </a:lnTo>
                    <a:lnTo>
                      <a:pt x="0" y="1147"/>
                    </a:lnTo>
                    <a:lnTo>
                      <a:pt x="0" y="1393"/>
                    </a:lnTo>
                    <a:lnTo>
                      <a:pt x="696" y="5691"/>
                    </a:lnTo>
                    <a:lnTo>
                      <a:pt x="3193" y="5323"/>
                    </a:lnTo>
                    <a:lnTo>
                      <a:pt x="2498" y="983"/>
                    </a:lnTo>
                    <a:lnTo>
                      <a:pt x="2416" y="779"/>
                    </a:lnTo>
                    <a:lnTo>
                      <a:pt x="2293" y="574"/>
                    </a:lnTo>
                    <a:lnTo>
                      <a:pt x="2170" y="369"/>
                    </a:lnTo>
                    <a:lnTo>
                      <a:pt x="1965" y="246"/>
                    </a:lnTo>
                    <a:lnTo>
                      <a:pt x="1761" y="124"/>
                    </a:lnTo>
                    <a:lnTo>
                      <a:pt x="1556" y="42"/>
                    </a:lnTo>
                    <a:lnTo>
                      <a:pt x="131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2510;p53"/>
              <p:cNvSpPr/>
              <p:nvPr/>
            </p:nvSpPr>
            <p:spPr>
              <a:xfrm>
                <a:off x="2892175" y="3247900"/>
                <a:ext cx="79850" cy="142275"/>
              </a:xfrm>
              <a:custGeom>
                <a:avLst/>
                <a:gdLst/>
                <a:ahLst/>
                <a:cxnLst/>
                <a:rect l="l" t="t" r="r" b="b"/>
                <a:pathLst>
                  <a:path w="3194" h="5691" extrusionOk="0">
                    <a:moveTo>
                      <a:pt x="1065" y="0"/>
                    </a:moveTo>
                    <a:lnTo>
                      <a:pt x="819" y="82"/>
                    </a:lnTo>
                    <a:lnTo>
                      <a:pt x="615" y="164"/>
                    </a:lnTo>
                    <a:lnTo>
                      <a:pt x="410" y="328"/>
                    </a:lnTo>
                    <a:lnTo>
                      <a:pt x="246" y="491"/>
                    </a:lnTo>
                    <a:lnTo>
                      <a:pt x="123" y="696"/>
                    </a:lnTo>
                    <a:lnTo>
                      <a:pt x="42" y="901"/>
                    </a:lnTo>
                    <a:lnTo>
                      <a:pt x="1" y="1146"/>
                    </a:lnTo>
                    <a:lnTo>
                      <a:pt x="1" y="1392"/>
                    </a:lnTo>
                    <a:lnTo>
                      <a:pt x="697" y="5691"/>
                    </a:lnTo>
                    <a:lnTo>
                      <a:pt x="3194" y="5281"/>
                    </a:lnTo>
                    <a:lnTo>
                      <a:pt x="2498" y="983"/>
                    </a:lnTo>
                    <a:lnTo>
                      <a:pt x="2416" y="737"/>
                    </a:lnTo>
                    <a:lnTo>
                      <a:pt x="2293" y="532"/>
                    </a:lnTo>
                    <a:lnTo>
                      <a:pt x="2129" y="369"/>
                    </a:lnTo>
                    <a:lnTo>
                      <a:pt x="1966" y="205"/>
                    </a:lnTo>
                    <a:lnTo>
                      <a:pt x="1761" y="82"/>
                    </a:lnTo>
                    <a:lnTo>
                      <a:pt x="1556" y="41"/>
                    </a:lnTo>
                    <a:lnTo>
                      <a:pt x="131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2511;p53"/>
              <p:cNvSpPr/>
              <p:nvPr/>
            </p:nvSpPr>
            <p:spPr>
              <a:xfrm>
                <a:off x="2849200" y="3114850"/>
                <a:ext cx="430900" cy="81900"/>
              </a:xfrm>
              <a:custGeom>
                <a:avLst/>
                <a:gdLst/>
                <a:ahLst/>
                <a:cxnLst/>
                <a:rect l="l" t="t" r="r" b="b"/>
                <a:pathLst>
                  <a:path w="17236" h="3276" extrusionOk="0">
                    <a:moveTo>
                      <a:pt x="16703" y="0"/>
                    </a:moveTo>
                    <a:lnTo>
                      <a:pt x="451" y="2620"/>
                    </a:lnTo>
                    <a:lnTo>
                      <a:pt x="246" y="2702"/>
                    </a:lnTo>
                    <a:lnTo>
                      <a:pt x="123" y="2784"/>
                    </a:lnTo>
                    <a:lnTo>
                      <a:pt x="0" y="2907"/>
                    </a:lnTo>
                    <a:lnTo>
                      <a:pt x="0" y="3030"/>
                    </a:lnTo>
                    <a:lnTo>
                      <a:pt x="41" y="3152"/>
                    </a:lnTo>
                    <a:lnTo>
                      <a:pt x="164" y="3234"/>
                    </a:lnTo>
                    <a:lnTo>
                      <a:pt x="328" y="3275"/>
                    </a:lnTo>
                    <a:lnTo>
                      <a:pt x="532" y="3275"/>
                    </a:lnTo>
                    <a:lnTo>
                      <a:pt x="16785" y="655"/>
                    </a:lnTo>
                    <a:lnTo>
                      <a:pt x="16990" y="614"/>
                    </a:lnTo>
                    <a:lnTo>
                      <a:pt x="17113" y="532"/>
                    </a:lnTo>
                    <a:lnTo>
                      <a:pt x="17235" y="410"/>
                    </a:lnTo>
                    <a:lnTo>
                      <a:pt x="17235" y="246"/>
                    </a:lnTo>
                    <a:lnTo>
                      <a:pt x="17194" y="164"/>
                    </a:lnTo>
                    <a:lnTo>
                      <a:pt x="17072" y="41"/>
                    </a:lnTo>
                    <a:lnTo>
                      <a:pt x="1690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2512;p53"/>
              <p:cNvSpPr/>
              <p:nvPr/>
            </p:nvSpPr>
            <p:spPr>
              <a:xfrm>
                <a:off x="3166475" y="2954150"/>
                <a:ext cx="79850" cy="143325"/>
              </a:xfrm>
              <a:custGeom>
                <a:avLst/>
                <a:gdLst/>
                <a:ahLst/>
                <a:cxnLst/>
                <a:rect l="l" t="t" r="r" b="b"/>
                <a:pathLst>
                  <a:path w="3194" h="5733" extrusionOk="0">
                    <a:moveTo>
                      <a:pt x="1310" y="1"/>
                    </a:moveTo>
                    <a:lnTo>
                      <a:pt x="1065" y="42"/>
                    </a:lnTo>
                    <a:lnTo>
                      <a:pt x="819" y="83"/>
                    </a:lnTo>
                    <a:lnTo>
                      <a:pt x="614" y="206"/>
                    </a:lnTo>
                    <a:lnTo>
                      <a:pt x="410" y="328"/>
                    </a:lnTo>
                    <a:lnTo>
                      <a:pt x="287" y="492"/>
                    </a:lnTo>
                    <a:lnTo>
                      <a:pt x="164" y="697"/>
                    </a:lnTo>
                    <a:lnTo>
                      <a:pt x="82" y="942"/>
                    </a:lnTo>
                    <a:lnTo>
                      <a:pt x="0" y="1147"/>
                    </a:lnTo>
                    <a:lnTo>
                      <a:pt x="0" y="1393"/>
                    </a:lnTo>
                    <a:lnTo>
                      <a:pt x="696" y="5732"/>
                    </a:lnTo>
                    <a:lnTo>
                      <a:pt x="3193" y="5323"/>
                    </a:lnTo>
                    <a:lnTo>
                      <a:pt x="2497" y="983"/>
                    </a:lnTo>
                    <a:lnTo>
                      <a:pt x="2497" y="1024"/>
                    </a:lnTo>
                    <a:lnTo>
                      <a:pt x="2416" y="779"/>
                    </a:lnTo>
                    <a:lnTo>
                      <a:pt x="2293" y="574"/>
                    </a:lnTo>
                    <a:lnTo>
                      <a:pt x="2170" y="369"/>
                    </a:lnTo>
                    <a:lnTo>
                      <a:pt x="1965" y="246"/>
                    </a:lnTo>
                    <a:lnTo>
                      <a:pt x="1761" y="124"/>
                    </a:lnTo>
                    <a:lnTo>
                      <a:pt x="1556" y="42"/>
                    </a:lnTo>
                    <a:lnTo>
                      <a:pt x="131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2513;p53"/>
              <p:cNvSpPr/>
              <p:nvPr/>
            </p:nvSpPr>
            <p:spPr>
              <a:xfrm>
                <a:off x="3093800" y="2966450"/>
                <a:ext cx="79850" cy="142275"/>
              </a:xfrm>
              <a:custGeom>
                <a:avLst/>
                <a:gdLst/>
                <a:ahLst/>
                <a:cxnLst/>
                <a:rect l="l" t="t" r="r" b="b"/>
                <a:pathLst>
                  <a:path w="3194" h="5691" extrusionOk="0">
                    <a:moveTo>
                      <a:pt x="1065" y="0"/>
                    </a:moveTo>
                    <a:lnTo>
                      <a:pt x="819" y="82"/>
                    </a:lnTo>
                    <a:lnTo>
                      <a:pt x="615" y="164"/>
                    </a:lnTo>
                    <a:lnTo>
                      <a:pt x="410" y="328"/>
                    </a:lnTo>
                    <a:lnTo>
                      <a:pt x="246" y="491"/>
                    </a:lnTo>
                    <a:lnTo>
                      <a:pt x="123" y="696"/>
                    </a:lnTo>
                    <a:lnTo>
                      <a:pt x="41" y="901"/>
                    </a:lnTo>
                    <a:lnTo>
                      <a:pt x="1" y="1146"/>
                    </a:lnTo>
                    <a:lnTo>
                      <a:pt x="1" y="1392"/>
                    </a:lnTo>
                    <a:lnTo>
                      <a:pt x="696" y="5691"/>
                    </a:lnTo>
                    <a:lnTo>
                      <a:pt x="3194" y="5281"/>
                    </a:lnTo>
                    <a:lnTo>
                      <a:pt x="2498" y="983"/>
                    </a:lnTo>
                    <a:lnTo>
                      <a:pt x="2416" y="737"/>
                    </a:lnTo>
                    <a:lnTo>
                      <a:pt x="2293" y="532"/>
                    </a:lnTo>
                    <a:lnTo>
                      <a:pt x="2129" y="369"/>
                    </a:lnTo>
                    <a:lnTo>
                      <a:pt x="1966" y="205"/>
                    </a:lnTo>
                    <a:lnTo>
                      <a:pt x="1761" y="82"/>
                    </a:lnTo>
                    <a:lnTo>
                      <a:pt x="1556" y="41"/>
                    </a:lnTo>
                    <a:lnTo>
                      <a:pt x="131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2514;p53"/>
              <p:cNvSpPr/>
              <p:nvPr/>
            </p:nvSpPr>
            <p:spPr>
              <a:xfrm>
                <a:off x="2994525" y="2947000"/>
                <a:ext cx="106475" cy="177075"/>
              </a:xfrm>
              <a:custGeom>
                <a:avLst/>
                <a:gdLst/>
                <a:ahLst/>
                <a:cxnLst/>
                <a:rect l="l" t="t" r="r" b="b"/>
                <a:pathLst>
                  <a:path w="4259" h="7083" extrusionOk="0">
                    <a:moveTo>
                      <a:pt x="1433" y="0"/>
                    </a:moveTo>
                    <a:lnTo>
                      <a:pt x="1106" y="82"/>
                    </a:lnTo>
                    <a:lnTo>
                      <a:pt x="819" y="205"/>
                    </a:lnTo>
                    <a:lnTo>
                      <a:pt x="574" y="410"/>
                    </a:lnTo>
                    <a:lnTo>
                      <a:pt x="369" y="614"/>
                    </a:lnTo>
                    <a:lnTo>
                      <a:pt x="164" y="860"/>
                    </a:lnTo>
                    <a:lnTo>
                      <a:pt x="82" y="1147"/>
                    </a:lnTo>
                    <a:lnTo>
                      <a:pt x="1" y="1433"/>
                    </a:lnTo>
                    <a:lnTo>
                      <a:pt x="1" y="1720"/>
                    </a:lnTo>
                    <a:lnTo>
                      <a:pt x="860" y="7083"/>
                    </a:lnTo>
                    <a:lnTo>
                      <a:pt x="4258" y="6550"/>
                    </a:lnTo>
                    <a:lnTo>
                      <a:pt x="3398" y="1187"/>
                    </a:lnTo>
                    <a:lnTo>
                      <a:pt x="3357" y="1187"/>
                    </a:lnTo>
                    <a:lnTo>
                      <a:pt x="3276" y="901"/>
                    </a:lnTo>
                    <a:lnTo>
                      <a:pt x="3112" y="655"/>
                    </a:lnTo>
                    <a:lnTo>
                      <a:pt x="2907" y="410"/>
                    </a:lnTo>
                    <a:lnTo>
                      <a:pt x="2662" y="246"/>
                    </a:lnTo>
                    <a:lnTo>
                      <a:pt x="2416" y="123"/>
                    </a:lnTo>
                    <a:lnTo>
                      <a:pt x="208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2515;p53"/>
              <p:cNvSpPr/>
              <p:nvPr/>
            </p:nvSpPr>
            <p:spPr>
              <a:xfrm>
                <a:off x="2925950" y="2993050"/>
                <a:ext cx="79850" cy="142275"/>
              </a:xfrm>
              <a:custGeom>
                <a:avLst/>
                <a:gdLst/>
                <a:ahLst/>
                <a:cxnLst/>
                <a:rect l="l" t="t" r="r" b="b"/>
                <a:pathLst>
                  <a:path w="3194" h="5691" extrusionOk="0">
                    <a:moveTo>
                      <a:pt x="1065" y="1"/>
                    </a:moveTo>
                    <a:lnTo>
                      <a:pt x="819" y="82"/>
                    </a:lnTo>
                    <a:lnTo>
                      <a:pt x="615" y="205"/>
                    </a:lnTo>
                    <a:lnTo>
                      <a:pt x="410" y="328"/>
                    </a:lnTo>
                    <a:lnTo>
                      <a:pt x="287" y="492"/>
                    </a:lnTo>
                    <a:lnTo>
                      <a:pt x="164" y="696"/>
                    </a:lnTo>
                    <a:lnTo>
                      <a:pt x="42" y="901"/>
                    </a:lnTo>
                    <a:lnTo>
                      <a:pt x="1" y="1147"/>
                    </a:lnTo>
                    <a:lnTo>
                      <a:pt x="1" y="1392"/>
                    </a:lnTo>
                    <a:lnTo>
                      <a:pt x="697" y="5691"/>
                    </a:lnTo>
                    <a:lnTo>
                      <a:pt x="3194" y="5282"/>
                    </a:lnTo>
                    <a:lnTo>
                      <a:pt x="2498" y="983"/>
                    </a:lnTo>
                    <a:lnTo>
                      <a:pt x="2416" y="778"/>
                    </a:lnTo>
                    <a:lnTo>
                      <a:pt x="2293" y="533"/>
                    </a:lnTo>
                    <a:lnTo>
                      <a:pt x="2170" y="369"/>
                    </a:lnTo>
                    <a:lnTo>
                      <a:pt x="1966" y="205"/>
                    </a:lnTo>
                    <a:lnTo>
                      <a:pt x="1761" y="123"/>
                    </a:lnTo>
                    <a:lnTo>
                      <a:pt x="1556" y="41"/>
                    </a:lnTo>
                    <a:lnTo>
                      <a:pt x="131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2516;p53"/>
              <p:cNvSpPr/>
              <p:nvPr/>
            </p:nvSpPr>
            <p:spPr>
              <a:xfrm>
                <a:off x="2853300" y="3005325"/>
                <a:ext cx="79850" cy="142300"/>
              </a:xfrm>
              <a:custGeom>
                <a:avLst/>
                <a:gdLst/>
                <a:ahLst/>
                <a:cxnLst/>
                <a:rect l="l" t="t" r="r" b="b"/>
                <a:pathLst>
                  <a:path w="3194" h="5692" extrusionOk="0">
                    <a:moveTo>
                      <a:pt x="1064" y="1"/>
                    </a:moveTo>
                    <a:lnTo>
                      <a:pt x="819" y="42"/>
                    </a:lnTo>
                    <a:lnTo>
                      <a:pt x="614" y="165"/>
                    </a:lnTo>
                    <a:lnTo>
                      <a:pt x="409" y="287"/>
                    </a:lnTo>
                    <a:lnTo>
                      <a:pt x="246" y="492"/>
                    </a:lnTo>
                    <a:lnTo>
                      <a:pt x="123" y="656"/>
                    </a:lnTo>
                    <a:lnTo>
                      <a:pt x="41" y="901"/>
                    </a:lnTo>
                    <a:lnTo>
                      <a:pt x="0" y="1106"/>
                    </a:lnTo>
                    <a:lnTo>
                      <a:pt x="0" y="1352"/>
                    </a:lnTo>
                    <a:lnTo>
                      <a:pt x="696" y="5691"/>
                    </a:lnTo>
                    <a:lnTo>
                      <a:pt x="3193" y="5282"/>
                    </a:lnTo>
                    <a:lnTo>
                      <a:pt x="2497" y="983"/>
                    </a:lnTo>
                    <a:lnTo>
                      <a:pt x="2415" y="738"/>
                    </a:lnTo>
                    <a:lnTo>
                      <a:pt x="2293" y="533"/>
                    </a:lnTo>
                    <a:lnTo>
                      <a:pt x="2129" y="328"/>
                    </a:lnTo>
                    <a:lnTo>
                      <a:pt x="1965" y="205"/>
                    </a:lnTo>
                    <a:lnTo>
                      <a:pt x="1760" y="83"/>
                    </a:lnTo>
                    <a:lnTo>
                      <a:pt x="15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2517;p53"/>
              <p:cNvSpPr/>
              <p:nvPr/>
            </p:nvSpPr>
            <p:spPr>
              <a:xfrm>
                <a:off x="2810300" y="2872275"/>
                <a:ext cx="430900" cy="81900"/>
              </a:xfrm>
              <a:custGeom>
                <a:avLst/>
                <a:gdLst/>
                <a:ahLst/>
                <a:cxnLst/>
                <a:rect l="l" t="t" r="r" b="b"/>
                <a:pathLst>
                  <a:path w="17236" h="3276" extrusionOk="0">
                    <a:moveTo>
                      <a:pt x="16703" y="1"/>
                    </a:moveTo>
                    <a:lnTo>
                      <a:pt x="451" y="2621"/>
                    </a:lnTo>
                    <a:lnTo>
                      <a:pt x="246" y="2662"/>
                    </a:lnTo>
                    <a:lnTo>
                      <a:pt x="123" y="2785"/>
                    </a:lnTo>
                    <a:lnTo>
                      <a:pt x="1" y="2866"/>
                    </a:lnTo>
                    <a:lnTo>
                      <a:pt x="1" y="3030"/>
                    </a:lnTo>
                    <a:lnTo>
                      <a:pt x="42" y="3153"/>
                    </a:lnTo>
                    <a:lnTo>
                      <a:pt x="164" y="3235"/>
                    </a:lnTo>
                    <a:lnTo>
                      <a:pt x="328" y="3276"/>
                    </a:lnTo>
                    <a:lnTo>
                      <a:pt x="533" y="3276"/>
                    </a:lnTo>
                    <a:lnTo>
                      <a:pt x="16785" y="656"/>
                    </a:lnTo>
                    <a:lnTo>
                      <a:pt x="16990" y="615"/>
                    </a:lnTo>
                    <a:lnTo>
                      <a:pt x="17113" y="492"/>
                    </a:lnTo>
                    <a:lnTo>
                      <a:pt x="17236" y="369"/>
                    </a:lnTo>
                    <a:lnTo>
                      <a:pt x="17236" y="246"/>
                    </a:lnTo>
                    <a:lnTo>
                      <a:pt x="17195" y="124"/>
                    </a:lnTo>
                    <a:lnTo>
                      <a:pt x="17072" y="42"/>
                    </a:lnTo>
                    <a:lnTo>
                      <a:pt x="1690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2518;p53"/>
              <p:cNvSpPr/>
              <p:nvPr/>
            </p:nvSpPr>
            <p:spPr>
              <a:xfrm>
                <a:off x="3127575" y="2711600"/>
                <a:ext cx="79850" cy="142275"/>
              </a:xfrm>
              <a:custGeom>
                <a:avLst/>
                <a:gdLst/>
                <a:ahLst/>
                <a:cxnLst/>
                <a:rect l="l" t="t" r="r" b="b"/>
                <a:pathLst>
                  <a:path w="3194" h="5691" extrusionOk="0">
                    <a:moveTo>
                      <a:pt x="1311" y="1"/>
                    </a:moveTo>
                    <a:lnTo>
                      <a:pt x="1065" y="41"/>
                    </a:lnTo>
                    <a:lnTo>
                      <a:pt x="819" y="82"/>
                    </a:lnTo>
                    <a:lnTo>
                      <a:pt x="615" y="205"/>
                    </a:lnTo>
                    <a:lnTo>
                      <a:pt x="410" y="328"/>
                    </a:lnTo>
                    <a:lnTo>
                      <a:pt x="287" y="492"/>
                    </a:lnTo>
                    <a:lnTo>
                      <a:pt x="164" y="696"/>
                    </a:lnTo>
                    <a:lnTo>
                      <a:pt x="41" y="901"/>
                    </a:lnTo>
                    <a:lnTo>
                      <a:pt x="1" y="1147"/>
                    </a:lnTo>
                    <a:lnTo>
                      <a:pt x="1" y="1392"/>
                    </a:lnTo>
                    <a:lnTo>
                      <a:pt x="696" y="5691"/>
                    </a:lnTo>
                    <a:lnTo>
                      <a:pt x="3194" y="5322"/>
                    </a:lnTo>
                    <a:lnTo>
                      <a:pt x="2498" y="983"/>
                    </a:lnTo>
                    <a:lnTo>
                      <a:pt x="2416" y="778"/>
                    </a:lnTo>
                    <a:lnTo>
                      <a:pt x="2293" y="574"/>
                    </a:lnTo>
                    <a:lnTo>
                      <a:pt x="2170" y="369"/>
                    </a:lnTo>
                    <a:lnTo>
                      <a:pt x="1966" y="246"/>
                    </a:lnTo>
                    <a:lnTo>
                      <a:pt x="1761" y="123"/>
                    </a:lnTo>
                    <a:lnTo>
                      <a:pt x="1556" y="41"/>
                    </a:lnTo>
                    <a:lnTo>
                      <a:pt x="131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2519;p53"/>
              <p:cNvSpPr/>
              <p:nvPr/>
            </p:nvSpPr>
            <p:spPr>
              <a:xfrm>
                <a:off x="3054900" y="2723875"/>
                <a:ext cx="79875" cy="142300"/>
              </a:xfrm>
              <a:custGeom>
                <a:avLst/>
                <a:gdLst/>
                <a:ahLst/>
                <a:cxnLst/>
                <a:rect l="l" t="t" r="r" b="b"/>
                <a:pathLst>
                  <a:path w="3195" h="5692" extrusionOk="0">
                    <a:moveTo>
                      <a:pt x="1065" y="1"/>
                    </a:moveTo>
                    <a:lnTo>
                      <a:pt x="820" y="42"/>
                    </a:lnTo>
                    <a:lnTo>
                      <a:pt x="615" y="165"/>
                    </a:lnTo>
                    <a:lnTo>
                      <a:pt x="410" y="287"/>
                    </a:lnTo>
                    <a:lnTo>
                      <a:pt x="247" y="492"/>
                    </a:lnTo>
                    <a:lnTo>
                      <a:pt x="124" y="656"/>
                    </a:lnTo>
                    <a:lnTo>
                      <a:pt x="42" y="901"/>
                    </a:lnTo>
                    <a:lnTo>
                      <a:pt x="1" y="1106"/>
                    </a:lnTo>
                    <a:lnTo>
                      <a:pt x="1" y="1352"/>
                    </a:lnTo>
                    <a:lnTo>
                      <a:pt x="697" y="5691"/>
                    </a:lnTo>
                    <a:lnTo>
                      <a:pt x="3194" y="5282"/>
                    </a:lnTo>
                    <a:lnTo>
                      <a:pt x="2498" y="983"/>
                    </a:lnTo>
                    <a:lnTo>
                      <a:pt x="2416" y="738"/>
                    </a:lnTo>
                    <a:lnTo>
                      <a:pt x="2293" y="533"/>
                    </a:lnTo>
                    <a:lnTo>
                      <a:pt x="2130" y="369"/>
                    </a:lnTo>
                    <a:lnTo>
                      <a:pt x="1966" y="205"/>
                    </a:lnTo>
                    <a:lnTo>
                      <a:pt x="1761" y="83"/>
                    </a:lnTo>
                    <a:lnTo>
                      <a:pt x="155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2520;p53"/>
              <p:cNvSpPr/>
              <p:nvPr/>
            </p:nvSpPr>
            <p:spPr>
              <a:xfrm>
                <a:off x="2955625" y="2703425"/>
                <a:ext cx="106475" cy="178100"/>
              </a:xfrm>
              <a:custGeom>
                <a:avLst/>
                <a:gdLst/>
                <a:ahLst/>
                <a:cxnLst/>
                <a:rect l="l" t="t" r="r" b="b"/>
                <a:pathLst>
                  <a:path w="4259" h="7124" extrusionOk="0">
                    <a:moveTo>
                      <a:pt x="1802" y="0"/>
                    </a:moveTo>
                    <a:lnTo>
                      <a:pt x="1434" y="41"/>
                    </a:lnTo>
                    <a:lnTo>
                      <a:pt x="1106" y="123"/>
                    </a:lnTo>
                    <a:lnTo>
                      <a:pt x="820" y="246"/>
                    </a:lnTo>
                    <a:lnTo>
                      <a:pt x="574" y="409"/>
                    </a:lnTo>
                    <a:lnTo>
                      <a:pt x="369" y="655"/>
                    </a:lnTo>
                    <a:lnTo>
                      <a:pt x="165" y="901"/>
                    </a:lnTo>
                    <a:lnTo>
                      <a:pt x="83" y="1146"/>
                    </a:lnTo>
                    <a:lnTo>
                      <a:pt x="1" y="1474"/>
                    </a:lnTo>
                    <a:lnTo>
                      <a:pt x="1" y="1760"/>
                    </a:lnTo>
                    <a:lnTo>
                      <a:pt x="861" y="7123"/>
                    </a:lnTo>
                    <a:lnTo>
                      <a:pt x="4258" y="6550"/>
                    </a:lnTo>
                    <a:lnTo>
                      <a:pt x="3399" y="1228"/>
                    </a:lnTo>
                    <a:lnTo>
                      <a:pt x="3358" y="1228"/>
                    </a:lnTo>
                    <a:lnTo>
                      <a:pt x="3276" y="942"/>
                    </a:lnTo>
                    <a:lnTo>
                      <a:pt x="3112" y="655"/>
                    </a:lnTo>
                    <a:lnTo>
                      <a:pt x="2907" y="450"/>
                    </a:lnTo>
                    <a:lnTo>
                      <a:pt x="2662" y="287"/>
                    </a:lnTo>
                    <a:lnTo>
                      <a:pt x="2416" y="123"/>
                    </a:lnTo>
                    <a:lnTo>
                      <a:pt x="2089" y="41"/>
                    </a:lnTo>
                    <a:lnTo>
                      <a:pt x="180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2521;p53"/>
              <p:cNvSpPr/>
              <p:nvPr/>
            </p:nvSpPr>
            <p:spPr>
              <a:xfrm>
                <a:off x="2887050" y="2750500"/>
                <a:ext cx="79875" cy="142275"/>
              </a:xfrm>
              <a:custGeom>
                <a:avLst/>
                <a:gdLst/>
                <a:ahLst/>
                <a:cxnLst/>
                <a:rect l="l" t="t" r="r" b="b"/>
                <a:pathLst>
                  <a:path w="3195" h="5691" extrusionOk="0">
                    <a:moveTo>
                      <a:pt x="1065" y="0"/>
                    </a:moveTo>
                    <a:lnTo>
                      <a:pt x="820" y="82"/>
                    </a:lnTo>
                    <a:lnTo>
                      <a:pt x="615" y="164"/>
                    </a:lnTo>
                    <a:lnTo>
                      <a:pt x="410" y="328"/>
                    </a:lnTo>
                    <a:lnTo>
                      <a:pt x="288" y="491"/>
                    </a:lnTo>
                    <a:lnTo>
                      <a:pt x="165" y="696"/>
                    </a:lnTo>
                    <a:lnTo>
                      <a:pt x="42" y="901"/>
                    </a:lnTo>
                    <a:lnTo>
                      <a:pt x="1" y="1146"/>
                    </a:lnTo>
                    <a:lnTo>
                      <a:pt x="1" y="1392"/>
                    </a:lnTo>
                    <a:lnTo>
                      <a:pt x="697" y="5691"/>
                    </a:lnTo>
                    <a:lnTo>
                      <a:pt x="3194" y="5281"/>
                    </a:lnTo>
                    <a:lnTo>
                      <a:pt x="2498" y="983"/>
                    </a:lnTo>
                    <a:lnTo>
                      <a:pt x="2416" y="737"/>
                    </a:lnTo>
                    <a:lnTo>
                      <a:pt x="2294" y="532"/>
                    </a:lnTo>
                    <a:lnTo>
                      <a:pt x="2171" y="369"/>
                    </a:lnTo>
                    <a:lnTo>
                      <a:pt x="1966" y="205"/>
                    </a:lnTo>
                    <a:lnTo>
                      <a:pt x="1761" y="82"/>
                    </a:lnTo>
                    <a:lnTo>
                      <a:pt x="1557" y="41"/>
                    </a:lnTo>
                    <a:lnTo>
                      <a:pt x="131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2522;p53"/>
              <p:cNvSpPr/>
              <p:nvPr/>
            </p:nvSpPr>
            <p:spPr>
              <a:xfrm>
                <a:off x="2814400" y="2761750"/>
                <a:ext cx="79850" cy="142275"/>
              </a:xfrm>
              <a:custGeom>
                <a:avLst/>
                <a:gdLst/>
                <a:ahLst/>
                <a:cxnLst/>
                <a:rect l="l" t="t" r="r" b="b"/>
                <a:pathLst>
                  <a:path w="3194" h="5691" extrusionOk="0">
                    <a:moveTo>
                      <a:pt x="1310" y="0"/>
                    </a:moveTo>
                    <a:lnTo>
                      <a:pt x="1065" y="41"/>
                    </a:lnTo>
                    <a:lnTo>
                      <a:pt x="819" y="82"/>
                    </a:lnTo>
                    <a:lnTo>
                      <a:pt x="614" y="205"/>
                    </a:lnTo>
                    <a:lnTo>
                      <a:pt x="410" y="328"/>
                    </a:lnTo>
                    <a:lnTo>
                      <a:pt x="246" y="492"/>
                    </a:lnTo>
                    <a:lnTo>
                      <a:pt x="123" y="696"/>
                    </a:lnTo>
                    <a:lnTo>
                      <a:pt x="41" y="901"/>
                    </a:lnTo>
                    <a:lnTo>
                      <a:pt x="0" y="1147"/>
                    </a:lnTo>
                    <a:lnTo>
                      <a:pt x="0" y="1392"/>
                    </a:lnTo>
                    <a:lnTo>
                      <a:pt x="696" y="5691"/>
                    </a:lnTo>
                    <a:lnTo>
                      <a:pt x="3194" y="5322"/>
                    </a:lnTo>
                    <a:lnTo>
                      <a:pt x="2498" y="983"/>
                    </a:lnTo>
                    <a:lnTo>
                      <a:pt x="2416" y="778"/>
                    </a:lnTo>
                    <a:lnTo>
                      <a:pt x="2293" y="574"/>
                    </a:lnTo>
                    <a:lnTo>
                      <a:pt x="2129" y="369"/>
                    </a:lnTo>
                    <a:lnTo>
                      <a:pt x="1965" y="246"/>
                    </a:lnTo>
                    <a:lnTo>
                      <a:pt x="1761" y="123"/>
                    </a:lnTo>
                    <a:lnTo>
                      <a:pt x="1556" y="41"/>
                    </a:lnTo>
                    <a:lnTo>
                      <a:pt x="131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2523;p53"/>
              <p:cNvSpPr/>
              <p:nvPr/>
            </p:nvSpPr>
            <p:spPr>
              <a:xfrm>
                <a:off x="2771400" y="2629725"/>
                <a:ext cx="430925" cy="81900"/>
              </a:xfrm>
              <a:custGeom>
                <a:avLst/>
                <a:gdLst/>
                <a:ahLst/>
                <a:cxnLst/>
                <a:rect l="l" t="t" r="r" b="b"/>
                <a:pathLst>
                  <a:path w="17237" h="3276" extrusionOk="0">
                    <a:moveTo>
                      <a:pt x="16704" y="0"/>
                    </a:moveTo>
                    <a:lnTo>
                      <a:pt x="451" y="2620"/>
                    </a:lnTo>
                    <a:lnTo>
                      <a:pt x="247" y="2661"/>
                    </a:lnTo>
                    <a:lnTo>
                      <a:pt x="124" y="2743"/>
                    </a:lnTo>
                    <a:lnTo>
                      <a:pt x="1" y="2866"/>
                    </a:lnTo>
                    <a:lnTo>
                      <a:pt x="1" y="2989"/>
                    </a:lnTo>
                    <a:lnTo>
                      <a:pt x="42" y="3112"/>
                    </a:lnTo>
                    <a:lnTo>
                      <a:pt x="165" y="3194"/>
                    </a:lnTo>
                    <a:lnTo>
                      <a:pt x="328" y="3276"/>
                    </a:lnTo>
                    <a:lnTo>
                      <a:pt x="533" y="3235"/>
                    </a:lnTo>
                    <a:lnTo>
                      <a:pt x="16786" y="655"/>
                    </a:lnTo>
                    <a:lnTo>
                      <a:pt x="16990" y="574"/>
                    </a:lnTo>
                    <a:lnTo>
                      <a:pt x="17113" y="492"/>
                    </a:lnTo>
                    <a:lnTo>
                      <a:pt x="17236" y="369"/>
                    </a:lnTo>
                    <a:lnTo>
                      <a:pt x="17236" y="246"/>
                    </a:lnTo>
                    <a:lnTo>
                      <a:pt x="17195" y="123"/>
                    </a:lnTo>
                    <a:lnTo>
                      <a:pt x="17072" y="41"/>
                    </a:lnTo>
                    <a:lnTo>
                      <a:pt x="1690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2524;p53"/>
              <p:cNvSpPr/>
              <p:nvPr/>
            </p:nvSpPr>
            <p:spPr>
              <a:xfrm>
                <a:off x="3210475" y="3695150"/>
                <a:ext cx="79850" cy="135100"/>
              </a:xfrm>
              <a:custGeom>
                <a:avLst/>
                <a:gdLst/>
                <a:ahLst/>
                <a:cxnLst/>
                <a:rect l="l" t="t" r="r" b="b"/>
                <a:pathLst>
                  <a:path w="3194" h="5404" extrusionOk="0">
                    <a:moveTo>
                      <a:pt x="1065" y="0"/>
                    </a:moveTo>
                    <a:lnTo>
                      <a:pt x="819" y="82"/>
                    </a:lnTo>
                    <a:lnTo>
                      <a:pt x="615" y="164"/>
                    </a:lnTo>
                    <a:lnTo>
                      <a:pt x="410" y="287"/>
                    </a:lnTo>
                    <a:lnTo>
                      <a:pt x="246" y="491"/>
                    </a:lnTo>
                    <a:lnTo>
                      <a:pt x="123" y="655"/>
                    </a:lnTo>
                    <a:lnTo>
                      <a:pt x="41" y="901"/>
                    </a:lnTo>
                    <a:lnTo>
                      <a:pt x="1" y="1105"/>
                    </a:lnTo>
                    <a:lnTo>
                      <a:pt x="1" y="1351"/>
                    </a:lnTo>
                    <a:lnTo>
                      <a:pt x="656" y="5404"/>
                    </a:lnTo>
                    <a:lnTo>
                      <a:pt x="3194" y="5404"/>
                    </a:lnTo>
                    <a:lnTo>
                      <a:pt x="2498" y="983"/>
                    </a:lnTo>
                    <a:lnTo>
                      <a:pt x="2416" y="737"/>
                    </a:lnTo>
                    <a:lnTo>
                      <a:pt x="2293" y="532"/>
                    </a:lnTo>
                    <a:lnTo>
                      <a:pt x="2129" y="369"/>
                    </a:lnTo>
                    <a:lnTo>
                      <a:pt x="1966" y="205"/>
                    </a:lnTo>
                    <a:lnTo>
                      <a:pt x="1761" y="82"/>
                    </a:lnTo>
                    <a:lnTo>
                      <a:pt x="15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2525;p53"/>
              <p:cNvSpPr/>
              <p:nvPr/>
            </p:nvSpPr>
            <p:spPr>
              <a:xfrm>
                <a:off x="2955625" y="3827175"/>
                <a:ext cx="440125" cy="18425"/>
              </a:xfrm>
              <a:custGeom>
                <a:avLst/>
                <a:gdLst/>
                <a:ahLst/>
                <a:cxnLst/>
                <a:rect l="l" t="t" r="r" b="b"/>
                <a:pathLst>
                  <a:path w="17605" h="737" extrusionOk="0">
                    <a:moveTo>
                      <a:pt x="206" y="0"/>
                    </a:moveTo>
                    <a:lnTo>
                      <a:pt x="83" y="82"/>
                    </a:lnTo>
                    <a:lnTo>
                      <a:pt x="42" y="205"/>
                    </a:lnTo>
                    <a:lnTo>
                      <a:pt x="1" y="328"/>
                    </a:lnTo>
                    <a:lnTo>
                      <a:pt x="1" y="410"/>
                    </a:lnTo>
                    <a:lnTo>
                      <a:pt x="42" y="532"/>
                    </a:lnTo>
                    <a:lnTo>
                      <a:pt x="83" y="655"/>
                    </a:lnTo>
                    <a:lnTo>
                      <a:pt x="206" y="696"/>
                    </a:lnTo>
                    <a:lnTo>
                      <a:pt x="328" y="737"/>
                    </a:lnTo>
                    <a:lnTo>
                      <a:pt x="17277" y="737"/>
                    </a:lnTo>
                    <a:lnTo>
                      <a:pt x="17400" y="696"/>
                    </a:lnTo>
                    <a:lnTo>
                      <a:pt x="17522" y="655"/>
                    </a:lnTo>
                    <a:lnTo>
                      <a:pt x="17563" y="532"/>
                    </a:lnTo>
                    <a:lnTo>
                      <a:pt x="17604" y="410"/>
                    </a:lnTo>
                    <a:lnTo>
                      <a:pt x="17604" y="328"/>
                    </a:lnTo>
                    <a:lnTo>
                      <a:pt x="17563" y="205"/>
                    </a:lnTo>
                    <a:lnTo>
                      <a:pt x="17522" y="82"/>
                    </a:lnTo>
                    <a:lnTo>
                      <a:pt x="1740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38" name="Google Shape;2526;p53"/>
          <p:cNvGrpSpPr/>
          <p:nvPr/>
        </p:nvGrpSpPr>
        <p:grpSpPr>
          <a:xfrm>
            <a:off x="7002754" y="3845594"/>
            <a:ext cx="1639571" cy="1352843"/>
            <a:chOff x="3726300" y="2707500"/>
            <a:chExt cx="994825" cy="820850"/>
          </a:xfrm>
        </p:grpSpPr>
        <p:sp>
          <p:nvSpPr>
            <p:cNvPr id="339" name="Google Shape;2527;p53"/>
            <p:cNvSpPr/>
            <p:nvPr/>
          </p:nvSpPr>
          <p:spPr>
            <a:xfrm>
              <a:off x="3726300" y="2707500"/>
              <a:ext cx="994825" cy="820850"/>
            </a:xfrm>
            <a:custGeom>
              <a:avLst/>
              <a:gdLst/>
              <a:ahLst/>
              <a:cxnLst/>
              <a:rect l="l" t="t" r="r" b="b"/>
              <a:pathLst>
                <a:path w="39793" h="32834" extrusionOk="0">
                  <a:moveTo>
                    <a:pt x="13347" y="1"/>
                  </a:moveTo>
                  <a:lnTo>
                    <a:pt x="12774" y="42"/>
                  </a:lnTo>
                  <a:lnTo>
                    <a:pt x="12160" y="83"/>
                  </a:lnTo>
                  <a:lnTo>
                    <a:pt x="11505" y="124"/>
                  </a:lnTo>
                  <a:lnTo>
                    <a:pt x="10809" y="246"/>
                  </a:lnTo>
                  <a:lnTo>
                    <a:pt x="10031" y="410"/>
                  </a:lnTo>
                  <a:lnTo>
                    <a:pt x="9253" y="656"/>
                  </a:lnTo>
                  <a:lnTo>
                    <a:pt x="8393" y="942"/>
                  </a:lnTo>
                  <a:lnTo>
                    <a:pt x="7534" y="1311"/>
                  </a:lnTo>
                  <a:lnTo>
                    <a:pt x="6674" y="1761"/>
                  </a:lnTo>
                  <a:lnTo>
                    <a:pt x="5773" y="2293"/>
                  </a:lnTo>
                  <a:lnTo>
                    <a:pt x="5732" y="2621"/>
                  </a:lnTo>
                  <a:lnTo>
                    <a:pt x="5650" y="3276"/>
                  </a:lnTo>
                  <a:lnTo>
                    <a:pt x="5487" y="4013"/>
                  </a:lnTo>
                  <a:lnTo>
                    <a:pt x="5364" y="4299"/>
                  </a:lnTo>
                  <a:lnTo>
                    <a:pt x="5241" y="4504"/>
                  </a:lnTo>
                  <a:lnTo>
                    <a:pt x="4299" y="5486"/>
                  </a:lnTo>
                  <a:lnTo>
                    <a:pt x="4054" y="4791"/>
                  </a:lnTo>
                  <a:lnTo>
                    <a:pt x="3890" y="4381"/>
                  </a:lnTo>
                  <a:lnTo>
                    <a:pt x="3808" y="4299"/>
                  </a:lnTo>
                  <a:lnTo>
                    <a:pt x="3767" y="4299"/>
                  </a:lnTo>
                  <a:lnTo>
                    <a:pt x="3603" y="4463"/>
                  </a:lnTo>
                  <a:lnTo>
                    <a:pt x="3317" y="4709"/>
                  </a:lnTo>
                  <a:lnTo>
                    <a:pt x="2908" y="5159"/>
                  </a:lnTo>
                  <a:lnTo>
                    <a:pt x="2662" y="5446"/>
                  </a:lnTo>
                  <a:lnTo>
                    <a:pt x="2416" y="5773"/>
                  </a:lnTo>
                  <a:lnTo>
                    <a:pt x="2130" y="6182"/>
                  </a:lnTo>
                  <a:lnTo>
                    <a:pt x="1843" y="6633"/>
                  </a:lnTo>
                  <a:lnTo>
                    <a:pt x="1597" y="7165"/>
                  </a:lnTo>
                  <a:lnTo>
                    <a:pt x="1311" y="7779"/>
                  </a:lnTo>
                  <a:lnTo>
                    <a:pt x="1065" y="8475"/>
                  </a:lnTo>
                  <a:lnTo>
                    <a:pt x="820" y="9253"/>
                  </a:lnTo>
                  <a:lnTo>
                    <a:pt x="615" y="10112"/>
                  </a:lnTo>
                  <a:lnTo>
                    <a:pt x="410" y="11054"/>
                  </a:lnTo>
                  <a:lnTo>
                    <a:pt x="492" y="11914"/>
                  </a:lnTo>
                  <a:lnTo>
                    <a:pt x="533" y="12733"/>
                  </a:lnTo>
                  <a:lnTo>
                    <a:pt x="533" y="13592"/>
                  </a:lnTo>
                  <a:lnTo>
                    <a:pt x="492" y="14452"/>
                  </a:lnTo>
                  <a:lnTo>
                    <a:pt x="492" y="15271"/>
                  </a:lnTo>
                  <a:lnTo>
                    <a:pt x="533" y="15885"/>
                  </a:lnTo>
                  <a:lnTo>
                    <a:pt x="615" y="16049"/>
                  </a:lnTo>
                  <a:lnTo>
                    <a:pt x="697" y="16171"/>
                  </a:lnTo>
                  <a:lnTo>
                    <a:pt x="656" y="16171"/>
                  </a:lnTo>
                  <a:lnTo>
                    <a:pt x="533" y="16294"/>
                  </a:lnTo>
                  <a:lnTo>
                    <a:pt x="492" y="16417"/>
                  </a:lnTo>
                  <a:lnTo>
                    <a:pt x="451" y="16622"/>
                  </a:lnTo>
                  <a:lnTo>
                    <a:pt x="451" y="16867"/>
                  </a:lnTo>
                  <a:lnTo>
                    <a:pt x="410" y="17236"/>
                  </a:lnTo>
                  <a:lnTo>
                    <a:pt x="451" y="18873"/>
                  </a:lnTo>
                  <a:lnTo>
                    <a:pt x="492" y="19774"/>
                  </a:lnTo>
                  <a:lnTo>
                    <a:pt x="492" y="20552"/>
                  </a:lnTo>
                  <a:lnTo>
                    <a:pt x="369" y="20920"/>
                  </a:lnTo>
                  <a:lnTo>
                    <a:pt x="328" y="21411"/>
                  </a:lnTo>
                  <a:lnTo>
                    <a:pt x="328" y="21657"/>
                  </a:lnTo>
                  <a:lnTo>
                    <a:pt x="369" y="21944"/>
                  </a:lnTo>
                  <a:lnTo>
                    <a:pt x="410" y="22271"/>
                  </a:lnTo>
                  <a:lnTo>
                    <a:pt x="574" y="22558"/>
                  </a:lnTo>
                  <a:lnTo>
                    <a:pt x="328" y="25751"/>
                  </a:lnTo>
                  <a:lnTo>
                    <a:pt x="206" y="25956"/>
                  </a:lnTo>
                  <a:lnTo>
                    <a:pt x="124" y="26201"/>
                  </a:lnTo>
                  <a:lnTo>
                    <a:pt x="42" y="26488"/>
                  </a:lnTo>
                  <a:lnTo>
                    <a:pt x="1" y="26856"/>
                  </a:lnTo>
                  <a:lnTo>
                    <a:pt x="42" y="27225"/>
                  </a:lnTo>
                  <a:lnTo>
                    <a:pt x="124" y="27634"/>
                  </a:lnTo>
                  <a:lnTo>
                    <a:pt x="206" y="27798"/>
                  </a:lnTo>
                  <a:lnTo>
                    <a:pt x="328" y="28002"/>
                  </a:lnTo>
                  <a:lnTo>
                    <a:pt x="328" y="31769"/>
                  </a:lnTo>
                  <a:lnTo>
                    <a:pt x="1434" y="31933"/>
                  </a:lnTo>
                  <a:lnTo>
                    <a:pt x="2908" y="32096"/>
                  </a:lnTo>
                  <a:lnTo>
                    <a:pt x="4913" y="32301"/>
                  </a:lnTo>
                  <a:lnTo>
                    <a:pt x="7574" y="32465"/>
                  </a:lnTo>
                  <a:lnTo>
                    <a:pt x="10850" y="32669"/>
                  </a:lnTo>
                  <a:lnTo>
                    <a:pt x="14780" y="32792"/>
                  </a:lnTo>
                  <a:lnTo>
                    <a:pt x="19365" y="32833"/>
                  </a:lnTo>
                  <a:lnTo>
                    <a:pt x="21739" y="32792"/>
                  </a:lnTo>
                  <a:lnTo>
                    <a:pt x="23991" y="32751"/>
                  </a:lnTo>
                  <a:lnTo>
                    <a:pt x="26120" y="32669"/>
                  </a:lnTo>
                  <a:lnTo>
                    <a:pt x="28085" y="32547"/>
                  </a:lnTo>
                  <a:lnTo>
                    <a:pt x="29886" y="32424"/>
                  </a:lnTo>
                  <a:lnTo>
                    <a:pt x="31564" y="32301"/>
                  </a:lnTo>
                  <a:lnTo>
                    <a:pt x="34471" y="31973"/>
                  </a:lnTo>
                  <a:lnTo>
                    <a:pt x="36764" y="31646"/>
                  </a:lnTo>
                  <a:lnTo>
                    <a:pt x="38442" y="31400"/>
                  </a:lnTo>
                  <a:lnTo>
                    <a:pt x="39793" y="31114"/>
                  </a:lnTo>
                  <a:lnTo>
                    <a:pt x="39711" y="25833"/>
                  </a:lnTo>
                  <a:lnTo>
                    <a:pt x="39588" y="21944"/>
                  </a:lnTo>
                  <a:lnTo>
                    <a:pt x="39506" y="20511"/>
                  </a:lnTo>
                  <a:lnTo>
                    <a:pt x="39466" y="20020"/>
                  </a:lnTo>
                  <a:lnTo>
                    <a:pt x="39425" y="19733"/>
                  </a:lnTo>
                  <a:lnTo>
                    <a:pt x="39302" y="19283"/>
                  </a:lnTo>
                  <a:lnTo>
                    <a:pt x="39097" y="18750"/>
                  </a:lnTo>
                  <a:lnTo>
                    <a:pt x="38974" y="18505"/>
                  </a:lnTo>
                  <a:lnTo>
                    <a:pt x="38810" y="18218"/>
                  </a:lnTo>
                  <a:lnTo>
                    <a:pt x="38606" y="17932"/>
                  </a:lnTo>
                  <a:lnTo>
                    <a:pt x="38401" y="17604"/>
                  </a:lnTo>
                  <a:lnTo>
                    <a:pt x="38115" y="17318"/>
                  </a:lnTo>
                  <a:lnTo>
                    <a:pt x="37787" y="17031"/>
                  </a:lnTo>
                  <a:lnTo>
                    <a:pt x="37378" y="16744"/>
                  </a:lnTo>
                  <a:lnTo>
                    <a:pt x="36927" y="16499"/>
                  </a:lnTo>
                  <a:lnTo>
                    <a:pt x="36436" y="16212"/>
                  </a:lnTo>
                  <a:lnTo>
                    <a:pt x="35863" y="15967"/>
                  </a:lnTo>
                  <a:lnTo>
                    <a:pt x="35208" y="15762"/>
                  </a:lnTo>
                  <a:lnTo>
                    <a:pt x="34471" y="15516"/>
                  </a:lnTo>
                  <a:lnTo>
                    <a:pt x="33652" y="15353"/>
                  </a:lnTo>
                  <a:lnTo>
                    <a:pt x="32793" y="15148"/>
                  </a:lnTo>
                  <a:lnTo>
                    <a:pt x="30991" y="14861"/>
                  </a:lnTo>
                  <a:lnTo>
                    <a:pt x="29149" y="14616"/>
                  </a:lnTo>
                  <a:lnTo>
                    <a:pt x="27348" y="14411"/>
                  </a:lnTo>
                  <a:lnTo>
                    <a:pt x="24523" y="14206"/>
                  </a:lnTo>
                  <a:lnTo>
                    <a:pt x="23377" y="14124"/>
                  </a:lnTo>
                  <a:lnTo>
                    <a:pt x="23418" y="14738"/>
                  </a:lnTo>
                  <a:lnTo>
                    <a:pt x="23377" y="15230"/>
                  </a:lnTo>
                  <a:lnTo>
                    <a:pt x="23336" y="15475"/>
                  </a:lnTo>
                  <a:lnTo>
                    <a:pt x="23254" y="15680"/>
                  </a:lnTo>
                  <a:lnTo>
                    <a:pt x="23213" y="15803"/>
                  </a:lnTo>
                  <a:lnTo>
                    <a:pt x="23131" y="15844"/>
                  </a:lnTo>
                  <a:lnTo>
                    <a:pt x="23131" y="15885"/>
                  </a:lnTo>
                  <a:lnTo>
                    <a:pt x="22926" y="15885"/>
                  </a:lnTo>
                  <a:lnTo>
                    <a:pt x="22763" y="15803"/>
                  </a:lnTo>
                  <a:lnTo>
                    <a:pt x="22517" y="15516"/>
                  </a:lnTo>
                  <a:lnTo>
                    <a:pt x="22353" y="15394"/>
                  </a:lnTo>
                  <a:lnTo>
                    <a:pt x="22190" y="15230"/>
                  </a:lnTo>
                  <a:lnTo>
                    <a:pt x="22026" y="15148"/>
                  </a:lnTo>
                  <a:lnTo>
                    <a:pt x="21821" y="15107"/>
                  </a:lnTo>
                  <a:lnTo>
                    <a:pt x="21534" y="15148"/>
                  </a:lnTo>
                  <a:lnTo>
                    <a:pt x="21166" y="15230"/>
                  </a:lnTo>
                  <a:lnTo>
                    <a:pt x="20306" y="15516"/>
                  </a:lnTo>
                  <a:lnTo>
                    <a:pt x="19897" y="15598"/>
                  </a:lnTo>
                  <a:lnTo>
                    <a:pt x="19488" y="15680"/>
                  </a:lnTo>
                  <a:lnTo>
                    <a:pt x="19324" y="15680"/>
                  </a:lnTo>
                  <a:lnTo>
                    <a:pt x="19201" y="15639"/>
                  </a:lnTo>
                  <a:lnTo>
                    <a:pt x="19078" y="15598"/>
                  </a:lnTo>
                  <a:lnTo>
                    <a:pt x="18955" y="15516"/>
                  </a:lnTo>
                  <a:lnTo>
                    <a:pt x="17809" y="14165"/>
                  </a:lnTo>
                  <a:lnTo>
                    <a:pt x="17809" y="14002"/>
                  </a:lnTo>
                  <a:lnTo>
                    <a:pt x="16990" y="14002"/>
                  </a:lnTo>
                  <a:lnTo>
                    <a:pt x="16827" y="13101"/>
                  </a:lnTo>
                  <a:lnTo>
                    <a:pt x="16663" y="12200"/>
                  </a:lnTo>
                  <a:lnTo>
                    <a:pt x="16622" y="11750"/>
                  </a:lnTo>
                  <a:lnTo>
                    <a:pt x="16622" y="11300"/>
                  </a:lnTo>
                  <a:lnTo>
                    <a:pt x="16581" y="10276"/>
                  </a:lnTo>
                  <a:lnTo>
                    <a:pt x="16458" y="9089"/>
                  </a:lnTo>
                  <a:lnTo>
                    <a:pt x="16376" y="8475"/>
                  </a:lnTo>
                  <a:lnTo>
                    <a:pt x="16294" y="7943"/>
                  </a:lnTo>
                  <a:lnTo>
                    <a:pt x="16172" y="7492"/>
                  </a:lnTo>
                  <a:lnTo>
                    <a:pt x="16049" y="7165"/>
                  </a:lnTo>
                  <a:lnTo>
                    <a:pt x="15721" y="4668"/>
                  </a:lnTo>
                  <a:lnTo>
                    <a:pt x="15476" y="2825"/>
                  </a:lnTo>
                  <a:lnTo>
                    <a:pt x="15312" y="1720"/>
                  </a:lnTo>
                  <a:lnTo>
                    <a:pt x="15107" y="860"/>
                  </a:lnTo>
                  <a:lnTo>
                    <a:pt x="14984" y="492"/>
                  </a:lnTo>
                  <a:lnTo>
                    <a:pt x="14984" y="165"/>
                  </a:lnTo>
                  <a:lnTo>
                    <a:pt x="14780" y="124"/>
                  </a:lnTo>
                  <a:lnTo>
                    <a:pt x="14207" y="83"/>
                  </a:lnTo>
                  <a:lnTo>
                    <a:pt x="13347" y="1"/>
                  </a:lnTo>
                  <a:close/>
                </a:path>
              </a:pathLst>
            </a:custGeom>
            <a:solidFill>
              <a:schemeClr val="accent4"/>
            </a:solidFill>
            <a:ln w="76200" cap="flat" cmpd="sng">
              <a:solidFill>
                <a:schemeClr val="accent4"/>
              </a:solidFill>
              <a:prstDash val="solid"/>
              <a:round/>
              <a:headEnd type="none" w="sm" len="sm"/>
              <a:tailEnd type="none" w="sm" len="sm"/>
            </a:ln>
            <a:effectLst>
              <a:outerShdw blurRad="57150" algn="bl" rotWithShape="0">
                <a:schemeClr val="accent3">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40" name="Google Shape;2528;p53"/>
            <p:cNvGrpSpPr/>
            <p:nvPr/>
          </p:nvGrpSpPr>
          <p:grpSpPr>
            <a:xfrm>
              <a:off x="3726300" y="2707500"/>
              <a:ext cx="994825" cy="820850"/>
              <a:chOff x="3726300" y="2707500"/>
              <a:chExt cx="994825" cy="820850"/>
            </a:xfrm>
          </p:grpSpPr>
          <p:sp>
            <p:nvSpPr>
              <p:cNvPr id="341" name="Google Shape;2529;p53"/>
              <p:cNvSpPr/>
              <p:nvPr/>
            </p:nvSpPr>
            <p:spPr>
              <a:xfrm>
                <a:off x="3726300" y="2707500"/>
                <a:ext cx="994825" cy="820850"/>
              </a:xfrm>
              <a:custGeom>
                <a:avLst/>
                <a:gdLst/>
                <a:ahLst/>
                <a:cxnLst/>
                <a:rect l="l" t="t" r="r" b="b"/>
                <a:pathLst>
                  <a:path w="39793" h="32834" extrusionOk="0">
                    <a:moveTo>
                      <a:pt x="13346" y="1"/>
                    </a:moveTo>
                    <a:lnTo>
                      <a:pt x="12773" y="42"/>
                    </a:lnTo>
                    <a:lnTo>
                      <a:pt x="12159" y="83"/>
                    </a:lnTo>
                    <a:lnTo>
                      <a:pt x="11504" y="124"/>
                    </a:lnTo>
                    <a:lnTo>
                      <a:pt x="10808" y="246"/>
                    </a:lnTo>
                    <a:lnTo>
                      <a:pt x="10030" y="410"/>
                    </a:lnTo>
                    <a:lnTo>
                      <a:pt x="9253" y="656"/>
                    </a:lnTo>
                    <a:lnTo>
                      <a:pt x="8393" y="942"/>
                    </a:lnTo>
                    <a:lnTo>
                      <a:pt x="7533" y="1311"/>
                    </a:lnTo>
                    <a:lnTo>
                      <a:pt x="6673" y="1761"/>
                    </a:lnTo>
                    <a:lnTo>
                      <a:pt x="5773" y="2293"/>
                    </a:lnTo>
                    <a:lnTo>
                      <a:pt x="5732" y="2621"/>
                    </a:lnTo>
                    <a:lnTo>
                      <a:pt x="5650" y="3276"/>
                    </a:lnTo>
                    <a:lnTo>
                      <a:pt x="5486" y="4013"/>
                    </a:lnTo>
                    <a:lnTo>
                      <a:pt x="5363" y="4299"/>
                    </a:lnTo>
                    <a:lnTo>
                      <a:pt x="5241" y="4504"/>
                    </a:lnTo>
                    <a:lnTo>
                      <a:pt x="4299" y="5486"/>
                    </a:lnTo>
                    <a:lnTo>
                      <a:pt x="4053" y="4791"/>
                    </a:lnTo>
                    <a:lnTo>
                      <a:pt x="3890" y="4381"/>
                    </a:lnTo>
                    <a:lnTo>
                      <a:pt x="3808" y="4299"/>
                    </a:lnTo>
                    <a:lnTo>
                      <a:pt x="3767" y="4299"/>
                    </a:lnTo>
                    <a:lnTo>
                      <a:pt x="3603" y="4463"/>
                    </a:lnTo>
                    <a:lnTo>
                      <a:pt x="3316" y="4709"/>
                    </a:lnTo>
                    <a:lnTo>
                      <a:pt x="2907" y="5159"/>
                    </a:lnTo>
                    <a:lnTo>
                      <a:pt x="2661" y="5446"/>
                    </a:lnTo>
                    <a:lnTo>
                      <a:pt x="2416" y="5773"/>
                    </a:lnTo>
                    <a:lnTo>
                      <a:pt x="2129" y="6182"/>
                    </a:lnTo>
                    <a:lnTo>
                      <a:pt x="1843" y="6633"/>
                    </a:lnTo>
                    <a:lnTo>
                      <a:pt x="1597" y="7165"/>
                    </a:lnTo>
                    <a:lnTo>
                      <a:pt x="1310" y="7779"/>
                    </a:lnTo>
                    <a:lnTo>
                      <a:pt x="1065" y="8475"/>
                    </a:lnTo>
                    <a:lnTo>
                      <a:pt x="819" y="9253"/>
                    </a:lnTo>
                    <a:lnTo>
                      <a:pt x="615" y="10112"/>
                    </a:lnTo>
                    <a:lnTo>
                      <a:pt x="410" y="11054"/>
                    </a:lnTo>
                    <a:lnTo>
                      <a:pt x="492" y="11914"/>
                    </a:lnTo>
                    <a:lnTo>
                      <a:pt x="533" y="12733"/>
                    </a:lnTo>
                    <a:lnTo>
                      <a:pt x="533" y="13592"/>
                    </a:lnTo>
                    <a:lnTo>
                      <a:pt x="492" y="14452"/>
                    </a:lnTo>
                    <a:lnTo>
                      <a:pt x="492" y="15271"/>
                    </a:lnTo>
                    <a:lnTo>
                      <a:pt x="533" y="15885"/>
                    </a:lnTo>
                    <a:lnTo>
                      <a:pt x="615" y="16049"/>
                    </a:lnTo>
                    <a:lnTo>
                      <a:pt x="696" y="16171"/>
                    </a:lnTo>
                    <a:lnTo>
                      <a:pt x="655" y="16171"/>
                    </a:lnTo>
                    <a:lnTo>
                      <a:pt x="533" y="16294"/>
                    </a:lnTo>
                    <a:lnTo>
                      <a:pt x="492" y="16417"/>
                    </a:lnTo>
                    <a:lnTo>
                      <a:pt x="451" y="16622"/>
                    </a:lnTo>
                    <a:lnTo>
                      <a:pt x="451" y="16867"/>
                    </a:lnTo>
                    <a:lnTo>
                      <a:pt x="410" y="17236"/>
                    </a:lnTo>
                    <a:lnTo>
                      <a:pt x="451" y="18873"/>
                    </a:lnTo>
                    <a:lnTo>
                      <a:pt x="492" y="19774"/>
                    </a:lnTo>
                    <a:lnTo>
                      <a:pt x="492" y="20552"/>
                    </a:lnTo>
                    <a:lnTo>
                      <a:pt x="369" y="20920"/>
                    </a:lnTo>
                    <a:lnTo>
                      <a:pt x="328" y="21411"/>
                    </a:lnTo>
                    <a:lnTo>
                      <a:pt x="328" y="21657"/>
                    </a:lnTo>
                    <a:lnTo>
                      <a:pt x="369" y="21944"/>
                    </a:lnTo>
                    <a:lnTo>
                      <a:pt x="410" y="22271"/>
                    </a:lnTo>
                    <a:lnTo>
                      <a:pt x="574" y="22558"/>
                    </a:lnTo>
                    <a:lnTo>
                      <a:pt x="328" y="25751"/>
                    </a:lnTo>
                    <a:lnTo>
                      <a:pt x="205" y="25956"/>
                    </a:lnTo>
                    <a:lnTo>
                      <a:pt x="123" y="26201"/>
                    </a:lnTo>
                    <a:lnTo>
                      <a:pt x="41" y="26488"/>
                    </a:lnTo>
                    <a:lnTo>
                      <a:pt x="0" y="26856"/>
                    </a:lnTo>
                    <a:lnTo>
                      <a:pt x="41" y="27225"/>
                    </a:lnTo>
                    <a:lnTo>
                      <a:pt x="123" y="27634"/>
                    </a:lnTo>
                    <a:lnTo>
                      <a:pt x="205" y="27798"/>
                    </a:lnTo>
                    <a:lnTo>
                      <a:pt x="328" y="28002"/>
                    </a:lnTo>
                    <a:lnTo>
                      <a:pt x="328" y="31769"/>
                    </a:lnTo>
                    <a:lnTo>
                      <a:pt x="1433" y="31933"/>
                    </a:lnTo>
                    <a:lnTo>
                      <a:pt x="2907" y="32096"/>
                    </a:lnTo>
                    <a:lnTo>
                      <a:pt x="4913" y="32301"/>
                    </a:lnTo>
                    <a:lnTo>
                      <a:pt x="7574" y="32465"/>
                    </a:lnTo>
                    <a:lnTo>
                      <a:pt x="10849" y="32669"/>
                    </a:lnTo>
                    <a:lnTo>
                      <a:pt x="14779" y="32792"/>
                    </a:lnTo>
                    <a:lnTo>
                      <a:pt x="19364" y="32833"/>
                    </a:lnTo>
                    <a:lnTo>
                      <a:pt x="21739" y="32792"/>
                    </a:lnTo>
                    <a:lnTo>
                      <a:pt x="23990" y="32751"/>
                    </a:lnTo>
                    <a:lnTo>
                      <a:pt x="26119" y="32669"/>
                    </a:lnTo>
                    <a:lnTo>
                      <a:pt x="28084" y="32547"/>
                    </a:lnTo>
                    <a:lnTo>
                      <a:pt x="29886" y="32424"/>
                    </a:lnTo>
                    <a:lnTo>
                      <a:pt x="31564" y="32301"/>
                    </a:lnTo>
                    <a:lnTo>
                      <a:pt x="34471" y="31973"/>
                    </a:lnTo>
                    <a:lnTo>
                      <a:pt x="36763" y="31646"/>
                    </a:lnTo>
                    <a:lnTo>
                      <a:pt x="38442" y="31400"/>
                    </a:lnTo>
                    <a:lnTo>
                      <a:pt x="39793" y="31114"/>
                    </a:lnTo>
                    <a:lnTo>
                      <a:pt x="39711" y="25833"/>
                    </a:lnTo>
                    <a:lnTo>
                      <a:pt x="39588" y="21944"/>
                    </a:lnTo>
                    <a:lnTo>
                      <a:pt x="39506" y="20511"/>
                    </a:lnTo>
                    <a:lnTo>
                      <a:pt x="39465" y="20020"/>
                    </a:lnTo>
                    <a:lnTo>
                      <a:pt x="39424" y="19733"/>
                    </a:lnTo>
                    <a:lnTo>
                      <a:pt x="39301" y="19283"/>
                    </a:lnTo>
                    <a:lnTo>
                      <a:pt x="39097" y="18750"/>
                    </a:lnTo>
                    <a:lnTo>
                      <a:pt x="38974" y="18505"/>
                    </a:lnTo>
                    <a:lnTo>
                      <a:pt x="38810" y="18218"/>
                    </a:lnTo>
                    <a:lnTo>
                      <a:pt x="38605" y="17932"/>
                    </a:lnTo>
                    <a:lnTo>
                      <a:pt x="38401" y="17604"/>
                    </a:lnTo>
                    <a:lnTo>
                      <a:pt x="38114" y="17318"/>
                    </a:lnTo>
                    <a:lnTo>
                      <a:pt x="37787" y="17031"/>
                    </a:lnTo>
                    <a:lnTo>
                      <a:pt x="37377" y="16744"/>
                    </a:lnTo>
                    <a:lnTo>
                      <a:pt x="36927" y="16499"/>
                    </a:lnTo>
                    <a:lnTo>
                      <a:pt x="36436" y="16212"/>
                    </a:lnTo>
                    <a:lnTo>
                      <a:pt x="35863" y="15967"/>
                    </a:lnTo>
                    <a:lnTo>
                      <a:pt x="35207" y="15762"/>
                    </a:lnTo>
                    <a:lnTo>
                      <a:pt x="34471" y="15516"/>
                    </a:lnTo>
                    <a:lnTo>
                      <a:pt x="33652" y="15353"/>
                    </a:lnTo>
                    <a:lnTo>
                      <a:pt x="32792" y="15148"/>
                    </a:lnTo>
                    <a:lnTo>
                      <a:pt x="30991" y="14861"/>
                    </a:lnTo>
                    <a:lnTo>
                      <a:pt x="29149" y="14616"/>
                    </a:lnTo>
                    <a:lnTo>
                      <a:pt x="27347" y="14411"/>
                    </a:lnTo>
                    <a:lnTo>
                      <a:pt x="24523" y="14206"/>
                    </a:lnTo>
                    <a:lnTo>
                      <a:pt x="23376" y="14124"/>
                    </a:lnTo>
                    <a:lnTo>
                      <a:pt x="23376" y="14124"/>
                    </a:lnTo>
                    <a:lnTo>
                      <a:pt x="23417" y="14370"/>
                    </a:lnTo>
                    <a:lnTo>
                      <a:pt x="23376" y="14984"/>
                    </a:lnTo>
                    <a:lnTo>
                      <a:pt x="23376" y="15312"/>
                    </a:lnTo>
                    <a:lnTo>
                      <a:pt x="23294" y="15598"/>
                    </a:lnTo>
                    <a:lnTo>
                      <a:pt x="23213" y="15803"/>
                    </a:lnTo>
                    <a:lnTo>
                      <a:pt x="23131" y="15844"/>
                    </a:lnTo>
                    <a:lnTo>
                      <a:pt x="23049" y="15885"/>
                    </a:lnTo>
                    <a:lnTo>
                      <a:pt x="22926" y="15885"/>
                    </a:lnTo>
                    <a:lnTo>
                      <a:pt x="22762" y="15803"/>
                    </a:lnTo>
                    <a:lnTo>
                      <a:pt x="22517" y="15516"/>
                    </a:lnTo>
                    <a:lnTo>
                      <a:pt x="22353" y="15394"/>
                    </a:lnTo>
                    <a:lnTo>
                      <a:pt x="22189" y="15230"/>
                    </a:lnTo>
                    <a:lnTo>
                      <a:pt x="22025" y="15148"/>
                    </a:lnTo>
                    <a:lnTo>
                      <a:pt x="21821" y="15107"/>
                    </a:lnTo>
                    <a:lnTo>
                      <a:pt x="21534" y="15148"/>
                    </a:lnTo>
                    <a:lnTo>
                      <a:pt x="21166" y="15230"/>
                    </a:lnTo>
                    <a:lnTo>
                      <a:pt x="20306" y="15516"/>
                    </a:lnTo>
                    <a:lnTo>
                      <a:pt x="19897" y="15598"/>
                    </a:lnTo>
                    <a:lnTo>
                      <a:pt x="19487" y="15680"/>
                    </a:lnTo>
                    <a:lnTo>
                      <a:pt x="19323" y="15680"/>
                    </a:lnTo>
                    <a:lnTo>
                      <a:pt x="19201" y="15639"/>
                    </a:lnTo>
                    <a:lnTo>
                      <a:pt x="19078" y="15598"/>
                    </a:lnTo>
                    <a:lnTo>
                      <a:pt x="18955" y="15516"/>
                    </a:lnTo>
                    <a:lnTo>
                      <a:pt x="17809" y="14165"/>
                    </a:lnTo>
                    <a:lnTo>
                      <a:pt x="17809" y="14002"/>
                    </a:lnTo>
                    <a:lnTo>
                      <a:pt x="16990" y="14002"/>
                    </a:lnTo>
                    <a:lnTo>
                      <a:pt x="16826" y="13101"/>
                    </a:lnTo>
                    <a:lnTo>
                      <a:pt x="16662" y="12200"/>
                    </a:lnTo>
                    <a:lnTo>
                      <a:pt x="16621" y="11750"/>
                    </a:lnTo>
                    <a:lnTo>
                      <a:pt x="16621" y="11300"/>
                    </a:lnTo>
                    <a:lnTo>
                      <a:pt x="16581" y="10276"/>
                    </a:lnTo>
                    <a:lnTo>
                      <a:pt x="16458" y="9089"/>
                    </a:lnTo>
                    <a:lnTo>
                      <a:pt x="16376" y="8475"/>
                    </a:lnTo>
                    <a:lnTo>
                      <a:pt x="16294" y="7943"/>
                    </a:lnTo>
                    <a:lnTo>
                      <a:pt x="16171" y="7492"/>
                    </a:lnTo>
                    <a:lnTo>
                      <a:pt x="16048" y="7165"/>
                    </a:lnTo>
                    <a:lnTo>
                      <a:pt x="15721" y="4668"/>
                    </a:lnTo>
                    <a:lnTo>
                      <a:pt x="15475" y="2825"/>
                    </a:lnTo>
                    <a:lnTo>
                      <a:pt x="15311" y="1720"/>
                    </a:lnTo>
                    <a:lnTo>
                      <a:pt x="15107" y="860"/>
                    </a:lnTo>
                    <a:lnTo>
                      <a:pt x="14984" y="492"/>
                    </a:lnTo>
                    <a:lnTo>
                      <a:pt x="14984" y="165"/>
                    </a:lnTo>
                    <a:lnTo>
                      <a:pt x="14779" y="124"/>
                    </a:lnTo>
                    <a:lnTo>
                      <a:pt x="14206" y="83"/>
                    </a:lnTo>
                    <a:lnTo>
                      <a:pt x="1334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2530;p53"/>
              <p:cNvSpPr/>
              <p:nvPr/>
            </p:nvSpPr>
            <p:spPr>
              <a:xfrm>
                <a:off x="4010825" y="3139400"/>
                <a:ext cx="63475" cy="132050"/>
              </a:xfrm>
              <a:custGeom>
                <a:avLst/>
                <a:gdLst/>
                <a:ahLst/>
                <a:cxnLst/>
                <a:rect l="l" t="t" r="r" b="b"/>
                <a:pathLst>
                  <a:path w="2539" h="5282" extrusionOk="0">
                    <a:moveTo>
                      <a:pt x="983" y="1"/>
                    </a:moveTo>
                    <a:lnTo>
                      <a:pt x="819" y="83"/>
                    </a:lnTo>
                    <a:lnTo>
                      <a:pt x="737" y="123"/>
                    </a:lnTo>
                    <a:lnTo>
                      <a:pt x="614" y="246"/>
                    </a:lnTo>
                    <a:lnTo>
                      <a:pt x="451" y="492"/>
                    </a:lnTo>
                    <a:lnTo>
                      <a:pt x="287" y="860"/>
                    </a:lnTo>
                    <a:lnTo>
                      <a:pt x="205" y="1229"/>
                    </a:lnTo>
                    <a:lnTo>
                      <a:pt x="123" y="1679"/>
                    </a:lnTo>
                    <a:lnTo>
                      <a:pt x="0" y="2662"/>
                    </a:lnTo>
                    <a:lnTo>
                      <a:pt x="0" y="3603"/>
                    </a:lnTo>
                    <a:lnTo>
                      <a:pt x="0" y="4463"/>
                    </a:lnTo>
                    <a:lnTo>
                      <a:pt x="82" y="5282"/>
                    </a:lnTo>
                    <a:lnTo>
                      <a:pt x="2539" y="5282"/>
                    </a:lnTo>
                    <a:lnTo>
                      <a:pt x="2539" y="4422"/>
                    </a:lnTo>
                    <a:lnTo>
                      <a:pt x="2498" y="3603"/>
                    </a:lnTo>
                    <a:lnTo>
                      <a:pt x="2375" y="2621"/>
                    </a:lnTo>
                    <a:lnTo>
                      <a:pt x="2211" y="1638"/>
                    </a:lnTo>
                    <a:lnTo>
                      <a:pt x="2088" y="1188"/>
                    </a:lnTo>
                    <a:lnTo>
                      <a:pt x="1965" y="778"/>
                    </a:lnTo>
                    <a:lnTo>
                      <a:pt x="1802" y="451"/>
                    </a:lnTo>
                    <a:lnTo>
                      <a:pt x="1597" y="205"/>
                    </a:lnTo>
                    <a:lnTo>
                      <a:pt x="1474" y="123"/>
                    </a:lnTo>
                    <a:lnTo>
                      <a:pt x="1351" y="42"/>
                    </a:lnTo>
                    <a:lnTo>
                      <a:pt x="122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2531;p53"/>
              <p:cNvSpPr/>
              <p:nvPr/>
            </p:nvSpPr>
            <p:spPr>
              <a:xfrm>
                <a:off x="3909500" y="3135300"/>
                <a:ext cx="58350" cy="132050"/>
              </a:xfrm>
              <a:custGeom>
                <a:avLst/>
                <a:gdLst/>
                <a:ahLst/>
                <a:cxnLst/>
                <a:rect l="l" t="t" r="r" b="b"/>
                <a:pathLst>
                  <a:path w="2334" h="5282" extrusionOk="0">
                    <a:moveTo>
                      <a:pt x="1024" y="1"/>
                    </a:moveTo>
                    <a:lnTo>
                      <a:pt x="901" y="42"/>
                    </a:lnTo>
                    <a:lnTo>
                      <a:pt x="778" y="83"/>
                    </a:lnTo>
                    <a:lnTo>
                      <a:pt x="655" y="165"/>
                    </a:lnTo>
                    <a:lnTo>
                      <a:pt x="574" y="247"/>
                    </a:lnTo>
                    <a:lnTo>
                      <a:pt x="410" y="492"/>
                    </a:lnTo>
                    <a:lnTo>
                      <a:pt x="287" y="861"/>
                    </a:lnTo>
                    <a:lnTo>
                      <a:pt x="164" y="1229"/>
                    </a:lnTo>
                    <a:lnTo>
                      <a:pt x="82" y="1679"/>
                    </a:lnTo>
                    <a:lnTo>
                      <a:pt x="0" y="2662"/>
                    </a:lnTo>
                    <a:lnTo>
                      <a:pt x="0" y="3603"/>
                    </a:lnTo>
                    <a:lnTo>
                      <a:pt x="0" y="4463"/>
                    </a:lnTo>
                    <a:lnTo>
                      <a:pt x="82" y="5282"/>
                    </a:lnTo>
                    <a:lnTo>
                      <a:pt x="2334" y="5282"/>
                    </a:lnTo>
                    <a:lnTo>
                      <a:pt x="2334" y="4422"/>
                    </a:lnTo>
                    <a:lnTo>
                      <a:pt x="2293" y="3603"/>
                    </a:lnTo>
                    <a:lnTo>
                      <a:pt x="2211" y="2621"/>
                    </a:lnTo>
                    <a:lnTo>
                      <a:pt x="2047" y="1638"/>
                    </a:lnTo>
                    <a:lnTo>
                      <a:pt x="1965" y="1188"/>
                    </a:lnTo>
                    <a:lnTo>
                      <a:pt x="1843" y="820"/>
                    </a:lnTo>
                    <a:lnTo>
                      <a:pt x="1679" y="451"/>
                    </a:lnTo>
                    <a:lnTo>
                      <a:pt x="1474" y="206"/>
                    </a:lnTo>
                    <a:lnTo>
                      <a:pt x="1392" y="124"/>
                    </a:lnTo>
                    <a:lnTo>
                      <a:pt x="1270" y="42"/>
                    </a:lnTo>
                    <a:lnTo>
                      <a:pt x="114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2532;p53"/>
              <p:cNvSpPr/>
              <p:nvPr/>
            </p:nvSpPr>
            <p:spPr>
              <a:xfrm>
                <a:off x="3815350" y="3129175"/>
                <a:ext cx="52200" cy="132050"/>
              </a:xfrm>
              <a:custGeom>
                <a:avLst/>
                <a:gdLst/>
                <a:ahLst/>
                <a:cxnLst/>
                <a:rect l="l" t="t" r="r" b="b"/>
                <a:pathLst>
                  <a:path w="2088" h="5282" extrusionOk="0">
                    <a:moveTo>
                      <a:pt x="901" y="0"/>
                    </a:moveTo>
                    <a:lnTo>
                      <a:pt x="778" y="41"/>
                    </a:lnTo>
                    <a:lnTo>
                      <a:pt x="696" y="82"/>
                    </a:lnTo>
                    <a:lnTo>
                      <a:pt x="491" y="246"/>
                    </a:lnTo>
                    <a:lnTo>
                      <a:pt x="369" y="532"/>
                    </a:lnTo>
                    <a:lnTo>
                      <a:pt x="246" y="860"/>
                    </a:lnTo>
                    <a:lnTo>
                      <a:pt x="164" y="1269"/>
                    </a:lnTo>
                    <a:lnTo>
                      <a:pt x="82" y="1720"/>
                    </a:lnTo>
                    <a:lnTo>
                      <a:pt x="0" y="2661"/>
                    </a:lnTo>
                    <a:lnTo>
                      <a:pt x="0" y="3644"/>
                    </a:lnTo>
                    <a:lnTo>
                      <a:pt x="0" y="4463"/>
                    </a:lnTo>
                    <a:lnTo>
                      <a:pt x="41" y="5281"/>
                    </a:lnTo>
                    <a:lnTo>
                      <a:pt x="2088" y="5281"/>
                    </a:lnTo>
                    <a:lnTo>
                      <a:pt x="2088" y="4463"/>
                    </a:lnTo>
                    <a:lnTo>
                      <a:pt x="2047" y="3603"/>
                    </a:lnTo>
                    <a:lnTo>
                      <a:pt x="1965" y="2620"/>
                    </a:lnTo>
                    <a:lnTo>
                      <a:pt x="1842" y="1638"/>
                    </a:lnTo>
                    <a:lnTo>
                      <a:pt x="1720" y="1228"/>
                    </a:lnTo>
                    <a:lnTo>
                      <a:pt x="1597" y="819"/>
                    </a:lnTo>
                    <a:lnTo>
                      <a:pt x="1474" y="492"/>
                    </a:lnTo>
                    <a:lnTo>
                      <a:pt x="1310" y="205"/>
                    </a:lnTo>
                    <a:lnTo>
                      <a:pt x="1228" y="123"/>
                    </a:lnTo>
                    <a:lnTo>
                      <a:pt x="1105" y="41"/>
                    </a:lnTo>
                    <a:lnTo>
                      <a:pt x="1024" y="41"/>
                    </a:lnTo>
                    <a:lnTo>
                      <a:pt x="90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2533;p53"/>
              <p:cNvSpPr/>
              <p:nvPr/>
            </p:nvSpPr>
            <p:spPr>
              <a:xfrm>
                <a:off x="3742675" y="3125075"/>
                <a:ext cx="45050" cy="132050"/>
              </a:xfrm>
              <a:custGeom>
                <a:avLst/>
                <a:gdLst/>
                <a:ahLst/>
                <a:cxnLst/>
                <a:rect l="l" t="t" r="r" b="b"/>
                <a:pathLst>
                  <a:path w="1802" h="5282" extrusionOk="0">
                    <a:moveTo>
                      <a:pt x="819" y="1"/>
                    </a:moveTo>
                    <a:lnTo>
                      <a:pt x="696" y="41"/>
                    </a:lnTo>
                    <a:lnTo>
                      <a:pt x="615" y="82"/>
                    </a:lnTo>
                    <a:lnTo>
                      <a:pt x="451" y="246"/>
                    </a:lnTo>
                    <a:lnTo>
                      <a:pt x="328" y="533"/>
                    </a:lnTo>
                    <a:lnTo>
                      <a:pt x="205" y="860"/>
                    </a:lnTo>
                    <a:lnTo>
                      <a:pt x="123" y="1270"/>
                    </a:lnTo>
                    <a:lnTo>
                      <a:pt x="82" y="1720"/>
                    </a:lnTo>
                    <a:lnTo>
                      <a:pt x="0" y="2662"/>
                    </a:lnTo>
                    <a:lnTo>
                      <a:pt x="0" y="3644"/>
                    </a:lnTo>
                    <a:lnTo>
                      <a:pt x="0" y="4463"/>
                    </a:lnTo>
                    <a:lnTo>
                      <a:pt x="41" y="5282"/>
                    </a:lnTo>
                    <a:lnTo>
                      <a:pt x="1802" y="5282"/>
                    </a:lnTo>
                    <a:lnTo>
                      <a:pt x="1802" y="4463"/>
                    </a:lnTo>
                    <a:lnTo>
                      <a:pt x="1802" y="3603"/>
                    </a:lnTo>
                    <a:lnTo>
                      <a:pt x="1720" y="2621"/>
                    </a:lnTo>
                    <a:lnTo>
                      <a:pt x="1597" y="1679"/>
                    </a:lnTo>
                    <a:lnTo>
                      <a:pt x="1515" y="1229"/>
                    </a:lnTo>
                    <a:lnTo>
                      <a:pt x="1433" y="819"/>
                    </a:lnTo>
                    <a:lnTo>
                      <a:pt x="1311" y="492"/>
                    </a:lnTo>
                    <a:lnTo>
                      <a:pt x="1147" y="246"/>
                    </a:lnTo>
                    <a:lnTo>
                      <a:pt x="983" y="82"/>
                    </a:lnTo>
                    <a:lnTo>
                      <a:pt x="901" y="41"/>
                    </a:lnTo>
                    <a:lnTo>
                      <a:pt x="81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2534;p53"/>
              <p:cNvSpPr/>
              <p:nvPr/>
            </p:nvSpPr>
            <p:spPr>
              <a:xfrm>
                <a:off x="4109075" y="3139400"/>
                <a:ext cx="59375" cy="132050"/>
              </a:xfrm>
              <a:custGeom>
                <a:avLst/>
                <a:gdLst/>
                <a:ahLst/>
                <a:cxnLst/>
                <a:rect l="l" t="t" r="r" b="b"/>
                <a:pathLst>
                  <a:path w="2375" h="5282" extrusionOk="0">
                    <a:moveTo>
                      <a:pt x="1188" y="1"/>
                    </a:moveTo>
                    <a:lnTo>
                      <a:pt x="1065" y="42"/>
                    </a:lnTo>
                    <a:lnTo>
                      <a:pt x="983" y="123"/>
                    </a:lnTo>
                    <a:lnTo>
                      <a:pt x="860" y="205"/>
                    </a:lnTo>
                    <a:lnTo>
                      <a:pt x="696" y="451"/>
                    </a:lnTo>
                    <a:lnTo>
                      <a:pt x="533" y="778"/>
                    </a:lnTo>
                    <a:lnTo>
                      <a:pt x="410" y="1188"/>
                    </a:lnTo>
                    <a:lnTo>
                      <a:pt x="287" y="1638"/>
                    </a:lnTo>
                    <a:lnTo>
                      <a:pt x="123" y="2621"/>
                    </a:lnTo>
                    <a:lnTo>
                      <a:pt x="41" y="3603"/>
                    </a:lnTo>
                    <a:lnTo>
                      <a:pt x="0" y="4422"/>
                    </a:lnTo>
                    <a:lnTo>
                      <a:pt x="0" y="5282"/>
                    </a:lnTo>
                    <a:lnTo>
                      <a:pt x="2293" y="5282"/>
                    </a:lnTo>
                    <a:lnTo>
                      <a:pt x="2334" y="4463"/>
                    </a:lnTo>
                    <a:lnTo>
                      <a:pt x="2375" y="3603"/>
                    </a:lnTo>
                    <a:lnTo>
                      <a:pt x="2334" y="2662"/>
                    </a:lnTo>
                    <a:lnTo>
                      <a:pt x="2252" y="1679"/>
                    </a:lnTo>
                    <a:lnTo>
                      <a:pt x="2170" y="1229"/>
                    </a:lnTo>
                    <a:lnTo>
                      <a:pt x="2088" y="860"/>
                    </a:lnTo>
                    <a:lnTo>
                      <a:pt x="1925" y="492"/>
                    </a:lnTo>
                    <a:lnTo>
                      <a:pt x="1761" y="246"/>
                    </a:lnTo>
                    <a:lnTo>
                      <a:pt x="1679" y="123"/>
                    </a:lnTo>
                    <a:lnTo>
                      <a:pt x="1556" y="83"/>
                    </a:lnTo>
                    <a:lnTo>
                      <a:pt x="147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2535;p53"/>
              <p:cNvSpPr/>
              <p:nvPr/>
            </p:nvSpPr>
            <p:spPr>
              <a:xfrm>
                <a:off x="4204250" y="3139400"/>
                <a:ext cx="57350" cy="132050"/>
              </a:xfrm>
              <a:custGeom>
                <a:avLst/>
                <a:gdLst/>
                <a:ahLst/>
                <a:cxnLst/>
                <a:rect l="l" t="t" r="r" b="b"/>
                <a:pathLst>
                  <a:path w="2294" h="5282" extrusionOk="0">
                    <a:moveTo>
                      <a:pt x="1147" y="1"/>
                    </a:moveTo>
                    <a:lnTo>
                      <a:pt x="1024" y="42"/>
                    </a:lnTo>
                    <a:lnTo>
                      <a:pt x="942" y="123"/>
                    </a:lnTo>
                    <a:lnTo>
                      <a:pt x="819" y="205"/>
                    </a:lnTo>
                    <a:lnTo>
                      <a:pt x="656" y="451"/>
                    </a:lnTo>
                    <a:lnTo>
                      <a:pt x="492" y="778"/>
                    </a:lnTo>
                    <a:lnTo>
                      <a:pt x="369" y="1188"/>
                    </a:lnTo>
                    <a:lnTo>
                      <a:pt x="246" y="1638"/>
                    </a:lnTo>
                    <a:lnTo>
                      <a:pt x="124" y="2621"/>
                    </a:lnTo>
                    <a:lnTo>
                      <a:pt x="42" y="3603"/>
                    </a:lnTo>
                    <a:lnTo>
                      <a:pt x="1" y="4422"/>
                    </a:lnTo>
                    <a:lnTo>
                      <a:pt x="1" y="5282"/>
                    </a:lnTo>
                    <a:lnTo>
                      <a:pt x="2211" y="5282"/>
                    </a:lnTo>
                    <a:lnTo>
                      <a:pt x="2293" y="4463"/>
                    </a:lnTo>
                    <a:lnTo>
                      <a:pt x="2293" y="3603"/>
                    </a:lnTo>
                    <a:lnTo>
                      <a:pt x="2293" y="2662"/>
                    </a:lnTo>
                    <a:lnTo>
                      <a:pt x="2211" y="1679"/>
                    </a:lnTo>
                    <a:lnTo>
                      <a:pt x="2130" y="1229"/>
                    </a:lnTo>
                    <a:lnTo>
                      <a:pt x="2007" y="860"/>
                    </a:lnTo>
                    <a:lnTo>
                      <a:pt x="1884" y="492"/>
                    </a:lnTo>
                    <a:lnTo>
                      <a:pt x="1720" y="246"/>
                    </a:lnTo>
                    <a:lnTo>
                      <a:pt x="1638" y="123"/>
                    </a:lnTo>
                    <a:lnTo>
                      <a:pt x="1515" y="83"/>
                    </a:lnTo>
                    <a:lnTo>
                      <a:pt x="139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2536;p53"/>
              <p:cNvSpPr/>
              <p:nvPr/>
            </p:nvSpPr>
            <p:spPr>
              <a:xfrm>
                <a:off x="4296375" y="3137350"/>
                <a:ext cx="57325" cy="132050"/>
              </a:xfrm>
              <a:custGeom>
                <a:avLst/>
                <a:gdLst/>
                <a:ahLst/>
                <a:cxnLst/>
                <a:rect l="l" t="t" r="r" b="b"/>
                <a:pathLst>
                  <a:path w="2293" h="5282" extrusionOk="0">
                    <a:moveTo>
                      <a:pt x="1146" y="1"/>
                    </a:moveTo>
                    <a:lnTo>
                      <a:pt x="1065" y="42"/>
                    </a:lnTo>
                    <a:lnTo>
                      <a:pt x="942" y="124"/>
                    </a:lnTo>
                    <a:lnTo>
                      <a:pt x="819" y="205"/>
                    </a:lnTo>
                    <a:lnTo>
                      <a:pt x="655" y="451"/>
                    </a:lnTo>
                    <a:lnTo>
                      <a:pt x="491" y="820"/>
                    </a:lnTo>
                    <a:lnTo>
                      <a:pt x="369" y="1188"/>
                    </a:lnTo>
                    <a:lnTo>
                      <a:pt x="246" y="1638"/>
                    </a:lnTo>
                    <a:lnTo>
                      <a:pt x="123" y="2621"/>
                    </a:lnTo>
                    <a:lnTo>
                      <a:pt x="41" y="3603"/>
                    </a:lnTo>
                    <a:lnTo>
                      <a:pt x="0" y="4422"/>
                    </a:lnTo>
                    <a:lnTo>
                      <a:pt x="0" y="5282"/>
                    </a:lnTo>
                    <a:lnTo>
                      <a:pt x="2252" y="5282"/>
                    </a:lnTo>
                    <a:lnTo>
                      <a:pt x="2293" y="4463"/>
                    </a:lnTo>
                    <a:lnTo>
                      <a:pt x="2293" y="3603"/>
                    </a:lnTo>
                    <a:lnTo>
                      <a:pt x="2293" y="2662"/>
                    </a:lnTo>
                    <a:lnTo>
                      <a:pt x="2211" y="1679"/>
                    </a:lnTo>
                    <a:lnTo>
                      <a:pt x="2129" y="1229"/>
                    </a:lnTo>
                    <a:lnTo>
                      <a:pt x="2047" y="860"/>
                    </a:lnTo>
                    <a:lnTo>
                      <a:pt x="1883" y="492"/>
                    </a:lnTo>
                    <a:lnTo>
                      <a:pt x="1720" y="246"/>
                    </a:lnTo>
                    <a:lnTo>
                      <a:pt x="1638" y="124"/>
                    </a:lnTo>
                    <a:lnTo>
                      <a:pt x="1515" y="83"/>
                    </a:lnTo>
                    <a:lnTo>
                      <a:pt x="143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2537;p53"/>
              <p:cNvSpPr/>
              <p:nvPr/>
            </p:nvSpPr>
            <p:spPr>
              <a:xfrm>
                <a:off x="4384375" y="3131225"/>
                <a:ext cx="58375" cy="132050"/>
              </a:xfrm>
              <a:custGeom>
                <a:avLst/>
                <a:gdLst/>
                <a:ahLst/>
                <a:cxnLst/>
                <a:rect l="l" t="t" r="r" b="b"/>
                <a:pathLst>
                  <a:path w="2335" h="5282" extrusionOk="0">
                    <a:moveTo>
                      <a:pt x="1188" y="0"/>
                    </a:moveTo>
                    <a:lnTo>
                      <a:pt x="1065" y="41"/>
                    </a:lnTo>
                    <a:lnTo>
                      <a:pt x="942" y="123"/>
                    </a:lnTo>
                    <a:lnTo>
                      <a:pt x="861" y="205"/>
                    </a:lnTo>
                    <a:lnTo>
                      <a:pt x="656" y="491"/>
                    </a:lnTo>
                    <a:lnTo>
                      <a:pt x="492" y="819"/>
                    </a:lnTo>
                    <a:lnTo>
                      <a:pt x="369" y="1187"/>
                    </a:lnTo>
                    <a:lnTo>
                      <a:pt x="287" y="1638"/>
                    </a:lnTo>
                    <a:lnTo>
                      <a:pt x="124" y="2620"/>
                    </a:lnTo>
                    <a:lnTo>
                      <a:pt x="42" y="3603"/>
                    </a:lnTo>
                    <a:lnTo>
                      <a:pt x="1" y="4462"/>
                    </a:lnTo>
                    <a:lnTo>
                      <a:pt x="1" y="5281"/>
                    </a:lnTo>
                    <a:lnTo>
                      <a:pt x="2252" y="5281"/>
                    </a:lnTo>
                    <a:lnTo>
                      <a:pt x="2293" y="4462"/>
                    </a:lnTo>
                    <a:lnTo>
                      <a:pt x="2334" y="3644"/>
                    </a:lnTo>
                    <a:lnTo>
                      <a:pt x="2293" y="2661"/>
                    </a:lnTo>
                    <a:lnTo>
                      <a:pt x="2212" y="1679"/>
                    </a:lnTo>
                    <a:lnTo>
                      <a:pt x="2130" y="1269"/>
                    </a:lnTo>
                    <a:lnTo>
                      <a:pt x="2048" y="860"/>
                    </a:lnTo>
                    <a:lnTo>
                      <a:pt x="1925" y="532"/>
                    </a:lnTo>
                    <a:lnTo>
                      <a:pt x="1761" y="246"/>
                    </a:lnTo>
                    <a:lnTo>
                      <a:pt x="1638" y="164"/>
                    </a:lnTo>
                    <a:lnTo>
                      <a:pt x="1557" y="82"/>
                    </a:lnTo>
                    <a:lnTo>
                      <a:pt x="1434" y="41"/>
                    </a:lnTo>
                    <a:lnTo>
                      <a:pt x="131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2538;p53"/>
              <p:cNvSpPr/>
              <p:nvPr/>
            </p:nvSpPr>
            <p:spPr>
              <a:xfrm>
                <a:off x="4475475" y="3131225"/>
                <a:ext cx="58350" cy="132050"/>
              </a:xfrm>
              <a:custGeom>
                <a:avLst/>
                <a:gdLst/>
                <a:ahLst/>
                <a:cxnLst/>
                <a:rect l="l" t="t" r="r" b="b"/>
                <a:pathLst>
                  <a:path w="2334" h="5282" extrusionOk="0">
                    <a:moveTo>
                      <a:pt x="1188" y="0"/>
                    </a:moveTo>
                    <a:lnTo>
                      <a:pt x="1065" y="41"/>
                    </a:lnTo>
                    <a:lnTo>
                      <a:pt x="983" y="123"/>
                    </a:lnTo>
                    <a:lnTo>
                      <a:pt x="860" y="205"/>
                    </a:lnTo>
                    <a:lnTo>
                      <a:pt x="696" y="491"/>
                    </a:lnTo>
                    <a:lnTo>
                      <a:pt x="533" y="819"/>
                    </a:lnTo>
                    <a:lnTo>
                      <a:pt x="410" y="1187"/>
                    </a:lnTo>
                    <a:lnTo>
                      <a:pt x="287" y="1638"/>
                    </a:lnTo>
                    <a:lnTo>
                      <a:pt x="164" y="2620"/>
                    </a:lnTo>
                    <a:lnTo>
                      <a:pt x="82" y="3603"/>
                    </a:lnTo>
                    <a:lnTo>
                      <a:pt x="41" y="4462"/>
                    </a:lnTo>
                    <a:lnTo>
                      <a:pt x="0" y="5281"/>
                    </a:lnTo>
                    <a:lnTo>
                      <a:pt x="2293" y="5281"/>
                    </a:lnTo>
                    <a:lnTo>
                      <a:pt x="2334" y="4462"/>
                    </a:lnTo>
                    <a:lnTo>
                      <a:pt x="2334" y="3644"/>
                    </a:lnTo>
                    <a:lnTo>
                      <a:pt x="2334" y="2661"/>
                    </a:lnTo>
                    <a:lnTo>
                      <a:pt x="2252" y="1679"/>
                    </a:lnTo>
                    <a:lnTo>
                      <a:pt x="2170" y="1269"/>
                    </a:lnTo>
                    <a:lnTo>
                      <a:pt x="2088" y="860"/>
                    </a:lnTo>
                    <a:lnTo>
                      <a:pt x="1924" y="532"/>
                    </a:lnTo>
                    <a:lnTo>
                      <a:pt x="1761" y="246"/>
                    </a:lnTo>
                    <a:lnTo>
                      <a:pt x="1679" y="164"/>
                    </a:lnTo>
                    <a:lnTo>
                      <a:pt x="1556" y="82"/>
                    </a:lnTo>
                    <a:lnTo>
                      <a:pt x="1474" y="41"/>
                    </a:lnTo>
                    <a:lnTo>
                      <a:pt x="131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2539;p53"/>
              <p:cNvSpPr/>
              <p:nvPr/>
            </p:nvSpPr>
            <p:spPr>
              <a:xfrm>
                <a:off x="4566550" y="3127125"/>
                <a:ext cx="49150" cy="132050"/>
              </a:xfrm>
              <a:custGeom>
                <a:avLst/>
                <a:gdLst/>
                <a:ahLst/>
                <a:cxnLst/>
                <a:rect l="l" t="t" r="r" b="b"/>
                <a:pathLst>
                  <a:path w="1966" h="5282" extrusionOk="0">
                    <a:moveTo>
                      <a:pt x="1106" y="0"/>
                    </a:moveTo>
                    <a:lnTo>
                      <a:pt x="1024" y="41"/>
                    </a:lnTo>
                    <a:lnTo>
                      <a:pt x="902" y="82"/>
                    </a:lnTo>
                    <a:lnTo>
                      <a:pt x="738" y="205"/>
                    </a:lnTo>
                    <a:lnTo>
                      <a:pt x="574" y="492"/>
                    </a:lnTo>
                    <a:lnTo>
                      <a:pt x="451" y="819"/>
                    </a:lnTo>
                    <a:lnTo>
                      <a:pt x="328" y="1229"/>
                    </a:lnTo>
                    <a:lnTo>
                      <a:pt x="247" y="1638"/>
                    </a:lnTo>
                    <a:lnTo>
                      <a:pt x="124" y="2620"/>
                    </a:lnTo>
                    <a:lnTo>
                      <a:pt x="42" y="3603"/>
                    </a:lnTo>
                    <a:lnTo>
                      <a:pt x="1" y="4463"/>
                    </a:lnTo>
                    <a:lnTo>
                      <a:pt x="1" y="5281"/>
                    </a:lnTo>
                    <a:lnTo>
                      <a:pt x="1925" y="5281"/>
                    </a:lnTo>
                    <a:lnTo>
                      <a:pt x="1966" y="4463"/>
                    </a:lnTo>
                    <a:lnTo>
                      <a:pt x="1966" y="3644"/>
                    </a:lnTo>
                    <a:lnTo>
                      <a:pt x="1966" y="2661"/>
                    </a:lnTo>
                    <a:lnTo>
                      <a:pt x="1884" y="1720"/>
                    </a:lnTo>
                    <a:lnTo>
                      <a:pt x="1843" y="1269"/>
                    </a:lnTo>
                    <a:lnTo>
                      <a:pt x="1761" y="860"/>
                    </a:lnTo>
                    <a:lnTo>
                      <a:pt x="1638" y="533"/>
                    </a:lnTo>
                    <a:lnTo>
                      <a:pt x="1475" y="246"/>
                    </a:lnTo>
                    <a:lnTo>
                      <a:pt x="1311" y="82"/>
                    </a:lnTo>
                    <a:lnTo>
                      <a:pt x="1229" y="41"/>
                    </a:lnTo>
                    <a:lnTo>
                      <a:pt x="110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2540;p53"/>
              <p:cNvSpPr/>
              <p:nvPr/>
            </p:nvSpPr>
            <p:spPr>
              <a:xfrm>
                <a:off x="4638200" y="3134275"/>
                <a:ext cx="43000" cy="120800"/>
              </a:xfrm>
              <a:custGeom>
                <a:avLst/>
                <a:gdLst/>
                <a:ahLst/>
                <a:cxnLst/>
                <a:rect l="l" t="t" r="r" b="b"/>
                <a:pathLst>
                  <a:path w="1720" h="4832" extrusionOk="0">
                    <a:moveTo>
                      <a:pt x="942" y="1"/>
                    </a:moveTo>
                    <a:lnTo>
                      <a:pt x="860" y="42"/>
                    </a:lnTo>
                    <a:lnTo>
                      <a:pt x="778" y="83"/>
                    </a:lnTo>
                    <a:lnTo>
                      <a:pt x="615" y="206"/>
                    </a:lnTo>
                    <a:lnTo>
                      <a:pt x="492" y="451"/>
                    </a:lnTo>
                    <a:lnTo>
                      <a:pt x="369" y="738"/>
                    </a:lnTo>
                    <a:lnTo>
                      <a:pt x="287" y="1106"/>
                    </a:lnTo>
                    <a:lnTo>
                      <a:pt x="205" y="1516"/>
                    </a:lnTo>
                    <a:lnTo>
                      <a:pt x="82" y="2416"/>
                    </a:lnTo>
                    <a:lnTo>
                      <a:pt x="1" y="3317"/>
                    </a:lnTo>
                    <a:lnTo>
                      <a:pt x="1" y="4095"/>
                    </a:lnTo>
                    <a:lnTo>
                      <a:pt x="1" y="4832"/>
                    </a:lnTo>
                    <a:lnTo>
                      <a:pt x="1679" y="4832"/>
                    </a:lnTo>
                    <a:lnTo>
                      <a:pt x="1679" y="4095"/>
                    </a:lnTo>
                    <a:lnTo>
                      <a:pt x="1720" y="3317"/>
                    </a:lnTo>
                    <a:lnTo>
                      <a:pt x="1720" y="2457"/>
                    </a:lnTo>
                    <a:lnTo>
                      <a:pt x="1638" y="1557"/>
                    </a:lnTo>
                    <a:lnTo>
                      <a:pt x="1597" y="1147"/>
                    </a:lnTo>
                    <a:lnTo>
                      <a:pt x="1515" y="779"/>
                    </a:lnTo>
                    <a:lnTo>
                      <a:pt x="1392" y="492"/>
                    </a:lnTo>
                    <a:lnTo>
                      <a:pt x="1270" y="247"/>
                    </a:lnTo>
                    <a:lnTo>
                      <a:pt x="1147" y="83"/>
                    </a:lnTo>
                    <a:lnTo>
                      <a:pt x="1065" y="42"/>
                    </a:lnTo>
                    <a:lnTo>
                      <a:pt x="94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2541;p53"/>
              <p:cNvSpPr/>
              <p:nvPr/>
            </p:nvSpPr>
            <p:spPr>
              <a:xfrm>
                <a:off x="4020025" y="3377875"/>
                <a:ext cx="64500" cy="132050"/>
              </a:xfrm>
              <a:custGeom>
                <a:avLst/>
                <a:gdLst/>
                <a:ahLst/>
                <a:cxnLst/>
                <a:rect l="l" t="t" r="r" b="b"/>
                <a:pathLst>
                  <a:path w="2580" h="5282" extrusionOk="0">
                    <a:moveTo>
                      <a:pt x="983" y="0"/>
                    </a:moveTo>
                    <a:lnTo>
                      <a:pt x="860" y="82"/>
                    </a:lnTo>
                    <a:lnTo>
                      <a:pt x="738" y="123"/>
                    </a:lnTo>
                    <a:lnTo>
                      <a:pt x="615" y="246"/>
                    </a:lnTo>
                    <a:lnTo>
                      <a:pt x="451" y="492"/>
                    </a:lnTo>
                    <a:lnTo>
                      <a:pt x="287" y="860"/>
                    </a:lnTo>
                    <a:lnTo>
                      <a:pt x="165" y="1228"/>
                    </a:lnTo>
                    <a:lnTo>
                      <a:pt x="83" y="1679"/>
                    </a:lnTo>
                    <a:lnTo>
                      <a:pt x="42" y="2170"/>
                    </a:lnTo>
                    <a:lnTo>
                      <a:pt x="1" y="2661"/>
                    </a:lnTo>
                    <a:lnTo>
                      <a:pt x="1" y="3603"/>
                    </a:lnTo>
                    <a:lnTo>
                      <a:pt x="1" y="4463"/>
                    </a:lnTo>
                    <a:lnTo>
                      <a:pt x="42" y="5281"/>
                    </a:lnTo>
                    <a:lnTo>
                      <a:pt x="2580" y="5281"/>
                    </a:lnTo>
                    <a:lnTo>
                      <a:pt x="2580" y="4422"/>
                    </a:lnTo>
                    <a:lnTo>
                      <a:pt x="2539" y="3603"/>
                    </a:lnTo>
                    <a:lnTo>
                      <a:pt x="2457" y="2620"/>
                    </a:lnTo>
                    <a:lnTo>
                      <a:pt x="2375" y="2129"/>
                    </a:lnTo>
                    <a:lnTo>
                      <a:pt x="2293" y="1638"/>
                    </a:lnTo>
                    <a:lnTo>
                      <a:pt x="2171" y="1187"/>
                    </a:lnTo>
                    <a:lnTo>
                      <a:pt x="2007" y="778"/>
                    </a:lnTo>
                    <a:lnTo>
                      <a:pt x="1843" y="451"/>
                    </a:lnTo>
                    <a:lnTo>
                      <a:pt x="1638" y="205"/>
                    </a:lnTo>
                    <a:lnTo>
                      <a:pt x="1516" y="123"/>
                    </a:lnTo>
                    <a:lnTo>
                      <a:pt x="1393" y="41"/>
                    </a:lnTo>
                    <a:lnTo>
                      <a:pt x="127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2542;p53"/>
              <p:cNvSpPr/>
              <p:nvPr/>
            </p:nvSpPr>
            <p:spPr>
              <a:xfrm>
                <a:off x="3915650" y="3373775"/>
                <a:ext cx="60400" cy="132050"/>
              </a:xfrm>
              <a:custGeom>
                <a:avLst/>
                <a:gdLst/>
                <a:ahLst/>
                <a:cxnLst/>
                <a:rect l="l" t="t" r="r" b="b"/>
                <a:pathLst>
                  <a:path w="2416" h="5282" extrusionOk="0">
                    <a:moveTo>
                      <a:pt x="1064" y="1"/>
                    </a:moveTo>
                    <a:lnTo>
                      <a:pt x="901" y="41"/>
                    </a:lnTo>
                    <a:lnTo>
                      <a:pt x="819" y="82"/>
                    </a:lnTo>
                    <a:lnTo>
                      <a:pt x="696" y="164"/>
                    </a:lnTo>
                    <a:lnTo>
                      <a:pt x="573" y="246"/>
                    </a:lnTo>
                    <a:lnTo>
                      <a:pt x="409" y="492"/>
                    </a:lnTo>
                    <a:lnTo>
                      <a:pt x="287" y="860"/>
                    </a:lnTo>
                    <a:lnTo>
                      <a:pt x="164" y="1229"/>
                    </a:lnTo>
                    <a:lnTo>
                      <a:pt x="82" y="1679"/>
                    </a:lnTo>
                    <a:lnTo>
                      <a:pt x="0" y="2661"/>
                    </a:lnTo>
                    <a:lnTo>
                      <a:pt x="0" y="3603"/>
                    </a:lnTo>
                    <a:lnTo>
                      <a:pt x="0" y="4463"/>
                    </a:lnTo>
                    <a:lnTo>
                      <a:pt x="82" y="5282"/>
                    </a:lnTo>
                    <a:lnTo>
                      <a:pt x="2415" y="5282"/>
                    </a:lnTo>
                    <a:lnTo>
                      <a:pt x="2415" y="4422"/>
                    </a:lnTo>
                    <a:lnTo>
                      <a:pt x="2375" y="3603"/>
                    </a:lnTo>
                    <a:lnTo>
                      <a:pt x="2293" y="2621"/>
                    </a:lnTo>
                    <a:lnTo>
                      <a:pt x="2129" y="1638"/>
                    </a:lnTo>
                    <a:lnTo>
                      <a:pt x="2006" y="1188"/>
                    </a:lnTo>
                    <a:lnTo>
                      <a:pt x="1883" y="819"/>
                    </a:lnTo>
                    <a:lnTo>
                      <a:pt x="1719" y="451"/>
                    </a:lnTo>
                    <a:lnTo>
                      <a:pt x="1515" y="205"/>
                    </a:lnTo>
                    <a:lnTo>
                      <a:pt x="1433" y="123"/>
                    </a:lnTo>
                    <a:lnTo>
                      <a:pt x="1310" y="41"/>
                    </a:lnTo>
                    <a:lnTo>
                      <a:pt x="118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2543;p53"/>
              <p:cNvSpPr/>
              <p:nvPr/>
            </p:nvSpPr>
            <p:spPr>
              <a:xfrm>
                <a:off x="3818400" y="3365600"/>
                <a:ext cx="54275" cy="132050"/>
              </a:xfrm>
              <a:custGeom>
                <a:avLst/>
                <a:gdLst/>
                <a:ahLst/>
                <a:cxnLst/>
                <a:rect l="l" t="t" r="r" b="b"/>
                <a:pathLst>
                  <a:path w="2171" h="5282" extrusionOk="0">
                    <a:moveTo>
                      <a:pt x="943" y="0"/>
                    </a:moveTo>
                    <a:lnTo>
                      <a:pt x="820" y="41"/>
                    </a:lnTo>
                    <a:lnTo>
                      <a:pt x="738" y="82"/>
                    </a:lnTo>
                    <a:lnTo>
                      <a:pt x="533" y="246"/>
                    </a:lnTo>
                    <a:lnTo>
                      <a:pt x="369" y="532"/>
                    </a:lnTo>
                    <a:lnTo>
                      <a:pt x="247" y="860"/>
                    </a:lnTo>
                    <a:lnTo>
                      <a:pt x="165" y="1269"/>
                    </a:lnTo>
                    <a:lnTo>
                      <a:pt x="83" y="1719"/>
                    </a:lnTo>
                    <a:lnTo>
                      <a:pt x="42" y="2661"/>
                    </a:lnTo>
                    <a:lnTo>
                      <a:pt x="1" y="3644"/>
                    </a:lnTo>
                    <a:lnTo>
                      <a:pt x="42" y="4462"/>
                    </a:lnTo>
                    <a:lnTo>
                      <a:pt x="83" y="5281"/>
                    </a:lnTo>
                    <a:lnTo>
                      <a:pt x="2171" y="5281"/>
                    </a:lnTo>
                    <a:lnTo>
                      <a:pt x="2130" y="4462"/>
                    </a:lnTo>
                    <a:lnTo>
                      <a:pt x="2130" y="3603"/>
                    </a:lnTo>
                    <a:lnTo>
                      <a:pt x="2048" y="2620"/>
                    </a:lnTo>
                    <a:lnTo>
                      <a:pt x="1884" y="1638"/>
                    </a:lnTo>
                    <a:lnTo>
                      <a:pt x="1802" y="1228"/>
                    </a:lnTo>
                    <a:lnTo>
                      <a:pt x="1679" y="819"/>
                    </a:lnTo>
                    <a:lnTo>
                      <a:pt x="1557" y="491"/>
                    </a:lnTo>
                    <a:lnTo>
                      <a:pt x="1352" y="205"/>
                    </a:lnTo>
                    <a:lnTo>
                      <a:pt x="1270" y="123"/>
                    </a:lnTo>
                    <a:lnTo>
                      <a:pt x="1188" y="82"/>
                    </a:lnTo>
                    <a:lnTo>
                      <a:pt x="1065" y="41"/>
                    </a:lnTo>
                    <a:lnTo>
                      <a:pt x="94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2544;p53"/>
              <p:cNvSpPr/>
              <p:nvPr/>
            </p:nvSpPr>
            <p:spPr>
              <a:xfrm>
                <a:off x="3744725" y="3360475"/>
                <a:ext cx="46075" cy="131025"/>
              </a:xfrm>
              <a:custGeom>
                <a:avLst/>
                <a:gdLst/>
                <a:ahLst/>
                <a:cxnLst/>
                <a:rect l="l" t="t" r="r" b="b"/>
                <a:pathLst>
                  <a:path w="1843" h="5241" extrusionOk="0">
                    <a:moveTo>
                      <a:pt x="696" y="0"/>
                    </a:moveTo>
                    <a:lnTo>
                      <a:pt x="614" y="41"/>
                    </a:lnTo>
                    <a:lnTo>
                      <a:pt x="451" y="205"/>
                    </a:lnTo>
                    <a:lnTo>
                      <a:pt x="328" y="492"/>
                    </a:lnTo>
                    <a:lnTo>
                      <a:pt x="205" y="819"/>
                    </a:lnTo>
                    <a:lnTo>
                      <a:pt x="123" y="1228"/>
                    </a:lnTo>
                    <a:lnTo>
                      <a:pt x="82" y="1679"/>
                    </a:lnTo>
                    <a:lnTo>
                      <a:pt x="0" y="2620"/>
                    </a:lnTo>
                    <a:lnTo>
                      <a:pt x="0" y="3603"/>
                    </a:lnTo>
                    <a:lnTo>
                      <a:pt x="0" y="4422"/>
                    </a:lnTo>
                    <a:lnTo>
                      <a:pt x="41" y="5240"/>
                    </a:lnTo>
                    <a:lnTo>
                      <a:pt x="1843" y="5240"/>
                    </a:lnTo>
                    <a:lnTo>
                      <a:pt x="1843" y="4422"/>
                    </a:lnTo>
                    <a:lnTo>
                      <a:pt x="1802" y="3562"/>
                    </a:lnTo>
                    <a:lnTo>
                      <a:pt x="1761" y="2579"/>
                    </a:lnTo>
                    <a:lnTo>
                      <a:pt x="1638" y="1638"/>
                    </a:lnTo>
                    <a:lnTo>
                      <a:pt x="1556" y="1188"/>
                    </a:lnTo>
                    <a:lnTo>
                      <a:pt x="1433" y="778"/>
                    </a:lnTo>
                    <a:lnTo>
                      <a:pt x="1310" y="451"/>
                    </a:lnTo>
                    <a:lnTo>
                      <a:pt x="1147" y="205"/>
                    </a:lnTo>
                    <a:lnTo>
                      <a:pt x="983" y="41"/>
                    </a:lnTo>
                    <a:lnTo>
                      <a:pt x="90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2545;p53"/>
              <p:cNvSpPr/>
              <p:nvPr/>
            </p:nvSpPr>
            <p:spPr>
              <a:xfrm>
                <a:off x="4120325" y="3381975"/>
                <a:ext cx="61450" cy="131025"/>
              </a:xfrm>
              <a:custGeom>
                <a:avLst/>
                <a:gdLst/>
                <a:ahLst/>
                <a:cxnLst/>
                <a:rect l="l" t="t" r="r" b="b"/>
                <a:pathLst>
                  <a:path w="2458" h="5241" extrusionOk="0">
                    <a:moveTo>
                      <a:pt x="1270" y="0"/>
                    </a:moveTo>
                    <a:lnTo>
                      <a:pt x="1147" y="41"/>
                    </a:lnTo>
                    <a:lnTo>
                      <a:pt x="1024" y="123"/>
                    </a:lnTo>
                    <a:lnTo>
                      <a:pt x="901" y="205"/>
                    </a:lnTo>
                    <a:lnTo>
                      <a:pt x="697" y="450"/>
                    </a:lnTo>
                    <a:lnTo>
                      <a:pt x="574" y="778"/>
                    </a:lnTo>
                    <a:lnTo>
                      <a:pt x="410" y="1187"/>
                    </a:lnTo>
                    <a:lnTo>
                      <a:pt x="328" y="1638"/>
                    </a:lnTo>
                    <a:lnTo>
                      <a:pt x="165" y="2620"/>
                    </a:lnTo>
                    <a:lnTo>
                      <a:pt x="83" y="3562"/>
                    </a:lnTo>
                    <a:lnTo>
                      <a:pt x="42" y="4421"/>
                    </a:lnTo>
                    <a:lnTo>
                      <a:pt x="1" y="5240"/>
                    </a:lnTo>
                    <a:lnTo>
                      <a:pt x="2375" y="5240"/>
                    </a:lnTo>
                    <a:lnTo>
                      <a:pt x="2416" y="4462"/>
                    </a:lnTo>
                    <a:lnTo>
                      <a:pt x="2457" y="3603"/>
                    </a:lnTo>
                    <a:lnTo>
                      <a:pt x="2416" y="2661"/>
                    </a:lnTo>
                    <a:lnTo>
                      <a:pt x="2334" y="1678"/>
                    </a:lnTo>
                    <a:lnTo>
                      <a:pt x="2252" y="1228"/>
                    </a:lnTo>
                    <a:lnTo>
                      <a:pt x="2170" y="819"/>
                    </a:lnTo>
                    <a:lnTo>
                      <a:pt x="2007" y="491"/>
                    </a:lnTo>
                    <a:lnTo>
                      <a:pt x="1843" y="246"/>
                    </a:lnTo>
                    <a:lnTo>
                      <a:pt x="1761" y="123"/>
                    </a:lnTo>
                    <a:lnTo>
                      <a:pt x="1638" y="41"/>
                    </a:lnTo>
                    <a:lnTo>
                      <a:pt x="151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2546;p53"/>
              <p:cNvSpPr/>
              <p:nvPr/>
            </p:nvSpPr>
            <p:spPr>
              <a:xfrm>
                <a:off x="4218575" y="3381975"/>
                <a:ext cx="59400" cy="131025"/>
              </a:xfrm>
              <a:custGeom>
                <a:avLst/>
                <a:gdLst/>
                <a:ahLst/>
                <a:cxnLst/>
                <a:rect l="l" t="t" r="r" b="b"/>
                <a:pathLst>
                  <a:path w="2376" h="5241" extrusionOk="0">
                    <a:moveTo>
                      <a:pt x="1188" y="0"/>
                    </a:moveTo>
                    <a:lnTo>
                      <a:pt x="1065" y="41"/>
                    </a:lnTo>
                    <a:lnTo>
                      <a:pt x="942" y="123"/>
                    </a:lnTo>
                    <a:lnTo>
                      <a:pt x="861" y="205"/>
                    </a:lnTo>
                    <a:lnTo>
                      <a:pt x="656" y="450"/>
                    </a:lnTo>
                    <a:lnTo>
                      <a:pt x="533" y="778"/>
                    </a:lnTo>
                    <a:lnTo>
                      <a:pt x="369" y="1187"/>
                    </a:lnTo>
                    <a:lnTo>
                      <a:pt x="287" y="1638"/>
                    </a:lnTo>
                    <a:lnTo>
                      <a:pt x="124" y="2620"/>
                    </a:lnTo>
                    <a:lnTo>
                      <a:pt x="42" y="3562"/>
                    </a:lnTo>
                    <a:lnTo>
                      <a:pt x="1" y="4421"/>
                    </a:lnTo>
                    <a:lnTo>
                      <a:pt x="1" y="5240"/>
                    </a:lnTo>
                    <a:lnTo>
                      <a:pt x="2293" y="5240"/>
                    </a:lnTo>
                    <a:lnTo>
                      <a:pt x="2334" y="4462"/>
                    </a:lnTo>
                    <a:lnTo>
                      <a:pt x="2375" y="3603"/>
                    </a:lnTo>
                    <a:lnTo>
                      <a:pt x="2334" y="2661"/>
                    </a:lnTo>
                    <a:lnTo>
                      <a:pt x="2252" y="1678"/>
                    </a:lnTo>
                    <a:lnTo>
                      <a:pt x="2171" y="1228"/>
                    </a:lnTo>
                    <a:lnTo>
                      <a:pt x="2089" y="819"/>
                    </a:lnTo>
                    <a:lnTo>
                      <a:pt x="1925" y="491"/>
                    </a:lnTo>
                    <a:lnTo>
                      <a:pt x="1761" y="246"/>
                    </a:lnTo>
                    <a:lnTo>
                      <a:pt x="1679" y="123"/>
                    </a:lnTo>
                    <a:lnTo>
                      <a:pt x="1557" y="41"/>
                    </a:lnTo>
                    <a:lnTo>
                      <a:pt x="143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2547;p53"/>
              <p:cNvSpPr/>
              <p:nvPr/>
            </p:nvSpPr>
            <p:spPr>
              <a:xfrm>
                <a:off x="4312750" y="3379925"/>
                <a:ext cx="59375" cy="132050"/>
              </a:xfrm>
              <a:custGeom>
                <a:avLst/>
                <a:gdLst/>
                <a:ahLst/>
                <a:cxnLst/>
                <a:rect l="l" t="t" r="r" b="b"/>
                <a:pathLst>
                  <a:path w="2375" h="5282" extrusionOk="0">
                    <a:moveTo>
                      <a:pt x="1228" y="0"/>
                    </a:moveTo>
                    <a:lnTo>
                      <a:pt x="1106" y="41"/>
                    </a:lnTo>
                    <a:lnTo>
                      <a:pt x="983" y="123"/>
                    </a:lnTo>
                    <a:lnTo>
                      <a:pt x="860" y="205"/>
                    </a:lnTo>
                    <a:lnTo>
                      <a:pt x="696" y="450"/>
                    </a:lnTo>
                    <a:lnTo>
                      <a:pt x="532" y="778"/>
                    </a:lnTo>
                    <a:lnTo>
                      <a:pt x="410" y="1187"/>
                    </a:lnTo>
                    <a:lnTo>
                      <a:pt x="287" y="1638"/>
                    </a:lnTo>
                    <a:lnTo>
                      <a:pt x="123" y="2620"/>
                    </a:lnTo>
                    <a:lnTo>
                      <a:pt x="41" y="3562"/>
                    </a:lnTo>
                    <a:lnTo>
                      <a:pt x="0" y="4421"/>
                    </a:lnTo>
                    <a:lnTo>
                      <a:pt x="0" y="5281"/>
                    </a:lnTo>
                    <a:lnTo>
                      <a:pt x="2334" y="5281"/>
                    </a:lnTo>
                    <a:lnTo>
                      <a:pt x="2375" y="4462"/>
                    </a:lnTo>
                    <a:lnTo>
                      <a:pt x="2375" y="3603"/>
                    </a:lnTo>
                    <a:lnTo>
                      <a:pt x="2375" y="2661"/>
                    </a:lnTo>
                    <a:lnTo>
                      <a:pt x="2293" y="1679"/>
                    </a:lnTo>
                    <a:lnTo>
                      <a:pt x="2211" y="1228"/>
                    </a:lnTo>
                    <a:lnTo>
                      <a:pt x="2088" y="819"/>
                    </a:lnTo>
                    <a:lnTo>
                      <a:pt x="1965" y="491"/>
                    </a:lnTo>
                    <a:lnTo>
                      <a:pt x="1801" y="246"/>
                    </a:lnTo>
                    <a:lnTo>
                      <a:pt x="1720" y="123"/>
                    </a:lnTo>
                    <a:lnTo>
                      <a:pt x="1597" y="41"/>
                    </a:lnTo>
                    <a:lnTo>
                      <a:pt x="147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2548;p53"/>
              <p:cNvSpPr/>
              <p:nvPr/>
            </p:nvSpPr>
            <p:spPr>
              <a:xfrm>
                <a:off x="4403825" y="3373775"/>
                <a:ext cx="59400" cy="132050"/>
              </a:xfrm>
              <a:custGeom>
                <a:avLst/>
                <a:gdLst/>
                <a:ahLst/>
                <a:cxnLst/>
                <a:rect l="l" t="t" r="r" b="b"/>
                <a:pathLst>
                  <a:path w="2376" h="5282" extrusionOk="0">
                    <a:moveTo>
                      <a:pt x="1188" y="1"/>
                    </a:moveTo>
                    <a:lnTo>
                      <a:pt x="1065" y="41"/>
                    </a:lnTo>
                    <a:lnTo>
                      <a:pt x="983" y="123"/>
                    </a:lnTo>
                    <a:lnTo>
                      <a:pt x="860" y="205"/>
                    </a:lnTo>
                    <a:lnTo>
                      <a:pt x="697" y="451"/>
                    </a:lnTo>
                    <a:lnTo>
                      <a:pt x="533" y="819"/>
                    </a:lnTo>
                    <a:lnTo>
                      <a:pt x="369" y="1188"/>
                    </a:lnTo>
                    <a:lnTo>
                      <a:pt x="287" y="1638"/>
                    </a:lnTo>
                    <a:lnTo>
                      <a:pt x="124" y="2621"/>
                    </a:lnTo>
                    <a:lnTo>
                      <a:pt x="42" y="3603"/>
                    </a:lnTo>
                    <a:lnTo>
                      <a:pt x="1" y="4422"/>
                    </a:lnTo>
                    <a:lnTo>
                      <a:pt x="1" y="5282"/>
                    </a:lnTo>
                    <a:lnTo>
                      <a:pt x="2293" y="5282"/>
                    </a:lnTo>
                    <a:lnTo>
                      <a:pt x="2375" y="4463"/>
                    </a:lnTo>
                    <a:lnTo>
                      <a:pt x="2375" y="3603"/>
                    </a:lnTo>
                    <a:lnTo>
                      <a:pt x="2375" y="2661"/>
                    </a:lnTo>
                    <a:lnTo>
                      <a:pt x="2293" y="1679"/>
                    </a:lnTo>
                    <a:lnTo>
                      <a:pt x="2211" y="1229"/>
                    </a:lnTo>
                    <a:lnTo>
                      <a:pt x="2089" y="860"/>
                    </a:lnTo>
                    <a:lnTo>
                      <a:pt x="1966" y="492"/>
                    </a:lnTo>
                    <a:lnTo>
                      <a:pt x="1802" y="246"/>
                    </a:lnTo>
                    <a:lnTo>
                      <a:pt x="1679" y="164"/>
                    </a:lnTo>
                    <a:lnTo>
                      <a:pt x="1597" y="82"/>
                    </a:lnTo>
                    <a:lnTo>
                      <a:pt x="1474" y="41"/>
                    </a:lnTo>
                    <a:lnTo>
                      <a:pt x="135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2549;p53"/>
              <p:cNvSpPr/>
              <p:nvPr/>
            </p:nvSpPr>
            <p:spPr>
              <a:xfrm>
                <a:off x="4498000" y="3369675"/>
                <a:ext cx="59375" cy="132050"/>
              </a:xfrm>
              <a:custGeom>
                <a:avLst/>
                <a:gdLst/>
                <a:ahLst/>
                <a:cxnLst/>
                <a:rect l="l" t="t" r="r" b="b"/>
                <a:pathLst>
                  <a:path w="2375" h="5282" extrusionOk="0">
                    <a:moveTo>
                      <a:pt x="1228" y="1"/>
                    </a:moveTo>
                    <a:lnTo>
                      <a:pt x="1105" y="42"/>
                    </a:lnTo>
                    <a:lnTo>
                      <a:pt x="983" y="124"/>
                    </a:lnTo>
                    <a:lnTo>
                      <a:pt x="860" y="205"/>
                    </a:lnTo>
                    <a:lnTo>
                      <a:pt x="696" y="492"/>
                    </a:lnTo>
                    <a:lnTo>
                      <a:pt x="532" y="820"/>
                    </a:lnTo>
                    <a:lnTo>
                      <a:pt x="409" y="1188"/>
                    </a:lnTo>
                    <a:lnTo>
                      <a:pt x="287" y="1638"/>
                    </a:lnTo>
                    <a:lnTo>
                      <a:pt x="123" y="2621"/>
                    </a:lnTo>
                    <a:lnTo>
                      <a:pt x="41" y="3603"/>
                    </a:lnTo>
                    <a:lnTo>
                      <a:pt x="0" y="4463"/>
                    </a:lnTo>
                    <a:lnTo>
                      <a:pt x="0" y="5282"/>
                    </a:lnTo>
                    <a:lnTo>
                      <a:pt x="2334" y="5282"/>
                    </a:lnTo>
                    <a:lnTo>
                      <a:pt x="2374" y="4463"/>
                    </a:lnTo>
                    <a:lnTo>
                      <a:pt x="2374" y="3644"/>
                    </a:lnTo>
                    <a:lnTo>
                      <a:pt x="2374" y="2662"/>
                    </a:lnTo>
                    <a:lnTo>
                      <a:pt x="2293" y="1679"/>
                    </a:lnTo>
                    <a:lnTo>
                      <a:pt x="2211" y="1270"/>
                    </a:lnTo>
                    <a:lnTo>
                      <a:pt x="2088" y="860"/>
                    </a:lnTo>
                    <a:lnTo>
                      <a:pt x="1965" y="533"/>
                    </a:lnTo>
                    <a:lnTo>
                      <a:pt x="1801" y="246"/>
                    </a:lnTo>
                    <a:lnTo>
                      <a:pt x="1678" y="165"/>
                    </a:lnTo>
                    <a:lnTo>
                      <a:pt x="1597" y="83"/>
                    </a:lnTo>
                    <a:lnTo>
                      <a:pt x="1474" y="42"/>
                    </a:lnTo>
                    <a:lnTo>
                      <a:pt x="135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2550;p53"/>
              <p:cNvSpPr/>
              <p:nvPr/>
            </p:nvSpPr>
            <p:spPr>
              <a:xfrm>
                <a:off x="4591125" y="3361500"/>
                <a:ext cx="51200" cy="132050"/>
              </a:xfrm>
              <a:custGeom>
                <a:avLst/>
                <a:gdLst/>
                <a:ahLst/>
                <a:cxnLst/>
                <a:rect l="l" t="t" r="r" b="b"/>
                <a:pathLst>
                  <a:path w="2048" h="5282" extrusionOk="0">
                    <a:moveTo>
                      <a:pt x="1147" y="0"/>
                    </a:moveTo>
                    <a:lnTo>
                      <a:pt x="1024" y="41"/>
                    </a:lnTo>
                    <a:lnTo>
                      <a:pt x="942" y="82"/>
                    </a:lnTo>
                    <a:lnTo>
                      <a:pt x="737" y="246"/>
                    </a:lnTo>
                    <a:lnTo>
                      <a:pt x="574" y="492"/>
                    </a:lnTo>
                    <a:lnTo>
                      <a:pt x="451" y="819"/>
                    </a:lnTo>
                    <a:lnTo>
                      <a:pt x="328" y="1228"/>
                    </a:lnTo>
                    <a:lnTo>
                      <a:pt x="246" y="1679"/>
                    </a:lnTo>
                    <a:lnTo>
                      <a:pt x="123" y="2620"/>
                    </a:lnTo>
                    <a:lnTo>
                      <a:pt x="41" y="3603"/>
                    </a:lnTo>
                    <a:lnTo>
                      <a:pt x="0" y="4463"/>
                    </a:lnTo>
                    <a:lnTo>
                      <a:pt x="0" y="5281"/>
                    </a:lnTo>
                    <a:lnTo>
                      <a:pt x="1965" y="5281"/>
                    </a:lnTo>
                    <a:lnTo>
                      <a:pt x="2006" y="4463"/>
                    </a:lnTo>
                    <a:lnTo>
                      <a:pt x="2047" y="3644"/>
                    </a:lnTo>
                    <a:lnTo>
                      <a:pt x="2006" y="2661"/>
                    </a:lnTo>
                    <a:lnTo>
                      <a:pt x="1925" y="1720"/>
                    </a:lnTo>
                    <a:lnTo>
                      <a:pt x="1884" y="1269"/>
                    </a:lnTo>
                    <a:lnTo>
                      <a:pt x="1802" y="860"/>
                    </a:lnTo>
                    <a:lnTo>
                      <a:pt x="1679" y="532"/>
                    </a:lnTo>
                    <a:lnTo>
                      <a:pt x="1515" y="246"/>
                    </a:lnTo>
                    <a:lnTo>
                      <a:pt x="1351" y="82"/>
                    </a:lnTo>
                    <a:lnTo>
                      <a:pt x="1270" y="41"/>
                    </a:lnTo>
                    <a:lnTo>
                      <a:pt x="114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2551;p53"/>
              <p:cNvSpPr/>
              <p:nvPr/>
            </p:nvSpPr>
            <p:spPr>
              <a:xfrm>
                <a:off x="4663800" y="3363550"/>
                <a:ext cx="45050" cy="120775"/>
              </a:xfrm>
              <a:custGeom>
                <a:avLst/>
                <a:gdLst/>
                <a:ahLst/>
                <a:cxnLst/>
                <a:rect l="l" t="t" r="r" b="b"/>
                <a:pathLst>
                  <a:path w="1802" h="4831" extrusionOk="0">
                    <a:moveTo>
                      <a:pt x="901" y="0"/>
                    </a:moveTo>
                    <a:lnTo>
                      <a:pt x="819" y="41"/>
                    </a:lnTo>
                    <a:lnTo>
                      <a:pt x="655" y="164"/>
                    </a:lnTo>
                    <a:lnTo>
                      <a:pt x="532" y="410"/>
                    </a:lnTo>
                    <a:lnTo>
                      <a:pt x="409" y="737"/>
                    </a:lnTo>
                    <a:lnTo>
                      <a:pt x="287" y="1105"/>
                    </a:lnTo>
                    <a:lnTo>
                      <a:pt x="246" y="1515"/>
                    </a:lnTo>
                    <a:lnTo>
                      <a:pt x="123" y="2375"/>
                    </a:lnTo>
                    <a:lnTo>
                      <a:pt x="41" y="3275"/>
                    </a:lnTo>
                    <a:lnTo>
                      <a:pt x="0" y="4053"/>
                    </a:lnTo>
                    <a:lnTo>
                      <a:pt x="0" y="4831"/>
                    </a:lnTo>
                    <a:lnTo>
                      <a:pt x="1719" y="4831"/>
                    </a:lnTo>
                    <a:lnTo>
                      <a:pt x="1760" y="4053"/>
                    </a:lnTo>
                    <a:lnTo>
                      <a:pt x="1801" y="3316"/>
                    </a:lnTo>
                    <a:lnTo>
                      <a:pt x="1760" y="2415"/>
                    </a:lnTo>
                    <a:lnTo>
                      <a:pt x="1719" y="1556"/>
                    </a:lnTo>
                    <a:lnTo>
                      <a:pt x="1638" y="1146"/>
                    </a:lnTo>
                    <a:lnTo>
                      <a:pt x="1597" y="778"/>
                    </a:lnTo>
                    <a:lnTo>
                      <a:pt x="1474" y="450"/>
                    </a:lnTo>
                    <a:lnTo>
                      <a:pt x="1351" y="205"/>
                    </a:lnTo>
                    <a:lnTo>
                      <a:pt x="1187" y="41"/>
                    </a:lnTo>
                    <a:lnTo>
                      <a:pt x="110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2552;p53"/>
              <p:cNvSpPr/>
              <p:nvPr/>
            </p:nvSpPr>
            <p:spPr>
              <a:xfrm>
                <a:off x="3996500" y="2770950"/>
                <a:ext cx="27650" cy="67575"/>
              </a:xfrm>
              <a:custGeom>
                <a:avLst/>
                <a:gdLst/>
                <a:ahLst/>
                <a:cxnLst/>
                <a:rect l="l" t="t" r="r" b="b"/>
                <a:pathLst>
                  <a:path w="1106" h="2703" extrusionOk="0">
                    <a:moveTo>
                      <a:pt x="491" y="1"/>
                    </a:moveTo>
                    <a:lnTo>
                      <a:pt x="369" y="42"/>
                    </a:lnTo>
                    <a:lnTo>
                      <a:pt x="287" y="124"/>
                    </a:lnTo>
                    <a:lnTo>
                      <a:pt x="205" y="247"/>
                    </a:lnTo>
                    <a:lnTo>
                      <a:pt x="123" y="410"/>
                    </a:lnTo>
                    <a:lnTo>
                      <a:pt x="41" y="861"/>
                    </a:lnTo>
                    <a:lnTo>
                      <a:pt x="0" y="1352"/>
                    </a:lnTo>
                    <a:lnTo>
                      <a:pt x="0" y="2253"/>
                    </a:lnTo>
                    <a:lnTo>
                      <a:pt x="41" y="2703"/>
                    </a:lnTo>
                    <a:lnTo>
                      <a:pt x="1106" y="2703"/>
                    </a:lnTo>
                    <a:lnTo>
                      <a:pt x="1106" y="2253"/>
                    </a:lnTo>
                    <a:lnTo>
                      <a:pt x="1065" y="1311"/>
                    </a:lnTo>
                    <a:lnTo>
                      <a:pt x="983" y="820"/>
                    </a:lnTo>
                    <a:lnTo>
                      <a:pt x="860" y="410"/>
                    </a:lnTo>
                    <a:lnTo>
                      <a:pt x="819" y="247"/>
                    </a:lnTo>
                    <a:lnTo>
                      <a:pt x="696" y="83"/>
                    </a:lnTo>
                    <a:lnTo>
                      <a:pt x="61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2553;p53"/>
              <p:cNvSpPr/>
              <p:nvPr/>
            </p:nvSpPr>
            <p:spPr>
              <a:xfrm>
                <a:off x="3915650" y="2779150"/>
                <a:ext cx="27650" cy="67575"/>
              </a:xfrm>
              <a:custGeom>
                <a:avLst/>
                <a:gdLst/>
                <a:ahLst/>
                <a:cxnLst/>
                <a:rect l="l" t="t" r="r" b="b"/>
                <a:pathLst>
                  <a:path w="1106" h="2703" extrusionOk="0">
                    <a:moveTo>
                      <a:pt x="491" y="0"/>
                    </a:moveTo>
                    <a:lnTo>
                      <a:pt x="369" y="41"/>
                    </a:lnTo>
                    <a:lnTo>
                      <a:pt x="287" y="123"/>
                    </a:lnTo>
                    <a:lnTo>
                      <a:pt x="205" y="287"/>
                    </a:lnTo>
                    <a:lnTo>
                      <a:pt x="123" y="451"/>
                    </a:lnTo>
                    <a:lnTo>
                      <a:pt x="41" y="860"/>
                    </a:lnTo>
                    <a:lnTo>
                      <a:pt x="0" y="1351"/>
                    </a:lnTo>
                    <a:lnTo>
                      <a:pt x="0" y="2293"/>
                    </a:lnTo>
                    <a:lnTo>
                      <a:pt x="41" y="2702"/>
                    </a:lnTo>
                    <a:lnTo>
                      <a:pt x="1105" y="2702"/>
                    </a:lnTo>
                    <a:lnTo>
                      <a:pt x="1105" y="2293"/>
                    </a:lnTo>
                    <a:lnTo>
                      <a:pt x="1064" y="1351"/>
                    </a:lnTo>
                    <a:lnTo>
                      <a:pt x="983" y="860"/>
                    </a:lnTo>
                    <a:lnTo>
                      <a:pt x="860" y="410"/>
                    </a:lnTo>
                    <a:lnTo>
                      <a:pt x="778" y="246"/>
                    </a:lnTo>
                    <a:lnTo>
                      <a:pt x="696" y="123"/>
                    </a:lnTo>
                    <a:lnTo>
                      <a:pt x="614" y="41"/>
                    </a:lnTo>
                    <a:lnTo>
                      <a:pt x="49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2554;p53"/>
              <p:cNvSpPr/>
              <p:nvPr/>
            </p:nvSpPr>
            <p:spPr>
              <a:xfrm>
                <a:off x="4034350" y="2911175"/>
                <a:ext cx="35850" cy="132050"/>
              </a:xfrm>
              <a:custGeom>
                <a:avLst/>
                <a:gdLst/>
                <a:ahLst/>
                <a:cxnLst/>
                <a:rect l="l" t="t" r="r" b="b"/>
                <a:pathLst>
                  <a:path w="1434" h="5282" extrusionOk="0">
                    <a:moveTo>
                      <a:pt x="615" y="0"/>
                    </a:moveTo>
                    <a:lnTo>
                      <a:pt x="533" y="41"/>
                    </a:lnTo>
                    <a:lnTo>
                      <a:pt x="492" y="82"/>
                    </a:lnTo>
                    <a:lnTo>
                      <a:pt x="369" y="246"/>
                    </a:lnTo>
                    <a:lnTo>
                      <a:pt x="247" y="533"/>
                    </a:lnTo>
                    <a:lnTo>
                      <a:pt x="165" y="860"/>
                    </a:lnTo>
                    <a:lnTo>
                      <a:pt x="83" y="1720"/>
                    </a:lnTo>
                    <a:lnTo>
                      <a:pt x="1" y="2661"/>
                    </a:lnTo>
                    <a:lnTo>
                      <a:pt x="1" y="3644"/>
                    </a:lnTo>
                    <a:lnTo>
                      <a:pt x="1" y="4463"/>
                    </a:lnTo>
                    <a:lnTo>
                      <a:pt x="42" y="5281"/>
                    </a:lnTo>
                    <a:lnTo>
                      <a:pt x="1434" y="5281"/>
                    </a:lnTo>
                    <a:lnTo>
                      <a:pt x="1393" y="4463"/>
                    </a:lnTo>
                    <a:lnTo>
                      <a:pt x="1393" y="3603"/>
                    </a:lnTo>
                    <a:lnTo>
                      <a:pt x="1352" y="2620"/>
                    </a:lnTo>
                    <a:lnTo>
                      <a:pt x="1229" y="1638"/>
                    </a:lnTo>
                    <a:lnTo>
                      <a:pt x="1106" y="819"/>
                    </a:lnTo>
                    <a:lnTo>
                      <a:pt x="1024" y="492"/>
                    </a:lnTo>
                    <a:lnTo>
                      <a:pt x="902" y="205"/>
                    </a:lnTo>
                    <a:lnTo>
                      <a:pt x="779" y="41"/>
                    </a:lnTo>
                    <a:lnTo>
                      <a:pt x="697" y="41"/>
                    </a:lnTo>
                    <a:lnTo>
                      <a:pt x="61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2555;p53"/>
              <p:cNvSpPr/>
              <p:nvPr/>
            </p:nvSpPr>
            <p:spPr>
              <a:xfrm>
                <a:off x="3950425" y="2921400"/>
                <a:ext cx="35850" cy="132050"/>
              </a:xfrm>
              <a:custGeom>
                <a:avLst/>
                <a:gdLst/>
                <a:ahLst/>
                <a:cxnLst/>
                <a:rect l="l" t="t" r="r" b="b"/>
                <a:pathLst>
                  <a:path w="1434" h="5282" extrusionOk="0">
                    <a:moveTo>
                      <a:pt x="533" y="1"/>
                    </a:moveTo>
                    <a:lnTo>
                      <a:pt x="492" y="83"/>
                    </a:lnTo>
                    <a:lnTo>
                      <a:pt x="369" y="246"/>
                    </a:lnTo>
                    <a:lnTo>
                      <a:pt x="247" y="492"/>
                    </a:lnTo>
                    <a:lnTo>
                      <a:pt x="165" y="861"/>
                    </a:lnTo>
                    <a:lnTo>
                      <a:pt x="83" y="1679"/>
                    </a:lnTo>
                    <a:lnTo>
                      <a:pt x="1" y="2662"/>
                    </a:lnTo>
                    <a:lnTo>
                      <a:pt x="1" y="3603"/>
                    </a:lnTo>
                    <a:lnTo>
                      <a:pt x="1" y="4463"/>
                    </a:lnTo>
                    <a:lnTo>
                      <a:pt x="42" y="5282"/>
                    </a:lnTo>
                    <a:lnTo>
                      <a:pt x="1434" y="5282"/>
                    </a:lnTo>
                    <a:lnTo>
                      <a:pt x="1393" y="4422"/>
                    </a:lnTo>
                    <a:lnTo>
                      <a:pt x="1393" y="3603"/>
                    </a:lnTo>
                    <a:lnTo>
                      <a:pt x="1352" y="2621"/>
                    </a:lnTo>
                    <a:lnTo>
                      <a:pt x="1229" y="1638"/>
                    </a:lnTo>
                    <a:lnTo>
                      <a:pt x="1106" y="779"/>
                    </a:lnTo>
                    <a:lnTo>
                      <a:pt x="1024" y="451"/>
                    </a:lnTo>
                    <a:lnTo>
                      <a:pt x="902" y="206"/>
                    </a:lnTo>
                    <a:lnTo>
                      <a:pt x="779" y="42"/>
                    </a:lnTo>
                    <a:lnTo>
                      <a:pt x="69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2556;p53"/>
              <p:cNvSpPr/>
              <p:nvPr/>
            </p:nvSpPr>
            <p:spPr>
              <a:xfrm>
                <a:off x="3864475" y="2921400"/>
                <a:ext cx="35825" cy="132050"/>
              </a:xfrm>
              <a:custGeom>
                <a:avLst/>
                <a:gdLst/>
                <a:ahLst/>
                <a:cxnLst/>
                <a:rect l="l" t="t" r="r" b="b"/>
                <a:pathLst>
                  <a:path w="1433" h="5282" extrusionOk="0">
                    <a:moveTo>
                      <a:pt x="573" y="1"/>
                    </a:moveTo>
                    <a:lnTo>
                      <a:pt x="491" y="83"/>
                    </a:lnTo>
                    <a:lnTo>
                      <a:pt x="369" y="246"/>
                    </a:lnTo>
                    <a:lnTo>
                      <a:pt x="246" y="492"/>
                    </a:lnTo>
                    <a:lnTo>
                      <a:pt x="205" y="861"/>
                    </a:lnTo>
                    <a:lnTo>
                      <a:pt x="82" y="1679"/>
                    </a:lnTo>
                    <a:lnTo>
                      <a:pt x="41" y="2662"/>
                    </a:lnTo>
                    <a:lnTo>
                      <a:pt x="0" y="3603"/>
                    </a:lnTo>
                    <a:lnTo>
                      <a:pt x="41" y="4463"/>
                    </a:lnTo>
                    <a:lnTo>
                      <a:pt x="41" y="5282"/>
                    </a:lnTo>
                    <a:lnTo>
                      <a:pt x="1433" y="5282"/>
                    </a:lnTo>
                    <a:lnTo>
                      <a:pt x="1433" y="4422"/>
                    </a:lnTo>
                    <a:lnTo>
                      <a:pt x="1392" y="3603"/>
                    </a:lnTo>
                    <a:lnTo>
                      <a:pt x="1351" y="2621"/>
                    </a:lnTo>
                    <a:lnTo>
                      <a:pt x="1269" y="1638"/>
                    </a:lnTo>
                    <a:lnTo>
                      <a:pt x="1105" y="779"/>
                    </a:lnTo>
                    <a:lnTo>
                      <a:pt x="1024" y="451"/>
                    </a:lnTo>
                    <a:lnTo>
                      <a:pt x="901" y="206"/>
                    </a:lnTo>
                    <a:lnTo>
                      <a:pt x="778" y="42"/>
                    </a:lnTo>
                    <a:lnTo>
                      <a:pt x="69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2557;p53"/>
              <p:cNvSpPr/>
              <p:nvPr/>
            </p:nvSpPr>
            <p:spPr>
              <a:xfrm>
                <a:off x="3785650" y="2919350"/>
                <a:ext cx="34825" cy="132050"/>
              </a:xfrm>
              <a:custGeom>
                <a:avLst/>
                <a:gdLst/>
                <a:ahLst/>
                <a:cxnLst/>
                <a:rect l="l" t="t" r="r" b="b"/>
                <a:pathLst>
                  <a:path w="1393" h="5282" extrusionOk="0">
                    <a:moveTo>
                      <a:pt x="533" y="1"/>
                    </a:moveTo>
                    <a:lnTo>
                      <a:pt x="451" y="83"/>
                    </a:lnTo>
                    <a:lnTo>
                      <a:pt x="328" y="247"/>
                    </a:lnTo>
                    <a:lnTo>
                      <a:pt x="247" y="492"/>
                    </a:lnTo>
                    <a:lnTo>
                      <a:pt x="165" y="861"/>
                    </a:lnTo>
                    <a:lnTo>
                      <a:pt x="42" y="1679"/>
                    </a:lnTo>
                    <a:lnTo>
                      <a:pt x="1" y="2662"/>
                    </a:lnTo>
                    <a:lnTo>
                      <a:pt x="1" y="3604"/>
                    </a:lnTo>
                    <a:lnTo>
                      <a:pt x="1" y="4463"/>
                    </a:lnTo>
                    <a:lnTo>
                      <a:pt x="42" y="5282"/>
                    </a:lnTo>
                    <a:lnTo>
                      <a:pt x="1393" y="5282"/>
                    </a:lnTo>
                    <a:lnTo>
                      <a:pt x="1393" y="4422"/>
                    </a:lnTo>
                    <a:lnTo>
                      <a:pt x="1352" y="3604"/>
                    </a:lnTo>
                    <a:lnTo>
                      <a:pt x="1311" y="2621"/>
                    </a:lnTo>
                    <a:lnTo>
                      <a:pt x="1229" y="1638"/>
                    </a:lnTo>
                    <a:lnTo>
                      <a:pt x="1065" y="820"/>
                    </a:lnTo>
                    <a:lnTo>
                      <a:pt x="983" y="451"/>
                    </a:lnTo>
                    <a:lnTo>
                      <a:pt x="861" y="206"/>
                    </a:lnTo>
                    <a:lnTo>
                      <a:pt x="738" y="42"/>
                    </a:lnTo>
                    <a:lnTo>
                      <a:pt x="6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2558;p53"/>
              <p:cNvSpPr/>
              <p:nvPr/>
            </p:nvSpPr>
            <p:spPr>
              <a:xfrm>
                <a:off x="3743700" y="3287800"/>
                <a:ext cx="965150" cy="48125"/>
              </a:xfrm>
              <a:custGeom>
                <a:avLst/>
                <a:gdLst/>
                <a:ahLst/>
                <a:cxnLst/>
                <a:rect l="l" t="t" r="r" b="b"/>
                <a:pathLst>
                  <a:path w="38606" h="1925" extrusionOk="0">
                    <a:moveTo>
                      <a:pt x="38564" y="1"/>
                    </a:moveTo>
                    <a:lnTo>
                      <a:pt x="36845" y="246"/>
                    </a:lnTo>
                    <a:lnTo>
                      <a:pt x="35126" y="451"/>
                    </a:lnTo>
                    <a:lnTo>
                      <a:pt x="31687" y="779"/>
                    </a:lnTo>
                    <a:lnTo>
                      <a:pt x="28248" y="1024"/>
                    </a:lnTo>
                    <a:lnTo>
                      <a:pt x="24850" y="1188"/>
                    </a:lnTo>
                    <a:lnTo>
                      <a:pt x="21575" y="1311"/>
                    </a:lnTo>
                    <a:lnTo>
                      <a:pt x="18382" y="1393"/>
                    </a:lnTo>
                    <a:lnTo>
                      <a:pt x="15393" y="1393"/>
                    </a:lnTo>
                    <a:lnTo>
                      <a:pt x="12528" y="1352"/>
                    </a:lnTo>
                    <a:lnTo>
                      <a:pt x="9908" y="1311"/>
                    </a:lnTo>
                    <a:lnTo>
                      <a:pt x="7492" y="1229"/>
                    </a:lnTo>
                    <a:lnTo>
                      <a:pt x="3562" y="1024"/>
                    </a:lnTo>
                    <a:lnTo>
                      <a:pt x="1024" y="860"/>
                    </a:lnTo>
                    <a:lnTo>
                      <a:pt x="41" y="819"/>
                    </a:lnTo>
                    <a:lnTo>
                      <a:pt x="0" y="1311"/>
                    </a:lnTo>
                    <a:lnTo>
                      <a:pt x="1270" y="1434"/>
                    </a:lnTo>
                    <a:lnTo>
                      <a:pt x="4626" y="1638"/>
                    </a:lnTo>
                    <a:lnTo>
                      <a:pt x="6960" y="1720"/>
                    </a:lnTo>
                    <a:lnTo>
                      <a:pt x="9703" y="1802"/>
                    </a:lnTo>
                    <a:lnTo>
                      <a:pt x="12732" y="1884"/>
                    </a:lnTo>
                    <a:lnTo>
                      <a:pt x="16048" y="1925"/>
                    </a:lnTo>
                    <a:lnTo>
                      <a:pt x="18627" y="1884"/>
                    </a:lnTo>
                    <a:lnTo>
                      <a:pt x="21329" y="1843"/>
                    </a:lnTo>
                    <a:lnTo>
                      <a:pt x="24113" y="1761"/>
                    </a:lnTo>
                    <a:lnTo>
                      <a:pt x="26979" y="1638"/>
                    </a:lnTo>
                    <a:lnTo>
                      <a:pt x="29845" y="1434"/>
                    </a:lnTo>
                    <a:lnTo>
                      <a:pt x="32792" y="1188"/>
                    </a:lnTo>
                    <a:lnTo>
                      <a:pt x="35699" y="901"/>
                    </a:lnTo>
                    <a:lnTo>
                      <a:pt x="38605" y="533"/>
                    </a:lnTo>
                    <a:lnTo>
                      <a:pt x="3856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2559;p53"/>
              <p:cNvSpPr/>
              <p:nvPr/>
            </p:nvSpPr>
            <p:spPr>
              <a:xfrm>
                <a:off x="3755975" y="3074925"/>
                <a:ext cx="402250" cy="19475"/>
              </a:xfrm>
              <a:custGeom>
                <a:avLst/>
                <a:gdLst/>
                <a:ahLst/>
                <a:cxnLst/>
                <a:rect l="l" t="t" r="r" b="b"/>
                <a:pathLst>
                  <a:path w="16090" h="779" extrusionOk="0">
                    <a:moveTo>
                      <a:pt x="15926" y="1"/>
                    </a:moveTo>
                    <a:lnTo>
                      <a:pt x="12651" y="123"/>
                    </a:lnTo>
                    <a:lnTo>
                      <a:pt x="9621" y="205"/>
                    </a:lnTo>
                    <a:lnTo>
                      <a:pt x="6919" y="246"/>
                    </a:lnTo>
                    <a:lnTo>
                      <a:pt x="4627" y="246"/>
                    </a:lnTo>
                    <a:lnTo>
                      <a:pt x="1270" y="205"/>
                    </a:lnTo>
                    <a:lnTo>
                      <a:pt x="42" y="164"/>
                    </a:lnTo>
                    <a:lnTo>
                      <a:pt x="1" y="697"/>
                    </a:lnTo>
                    <a:lnTo>
                      <a:pt x="1270" y="737"/>
                    </a:lnTo>
                    <a:lnTo>
                      <a:pt x="4627" y="778"/>
                    </a:lnTo>
                    <a:lnTo>
                      <a:pt x="7001" y="778"/>
                    </a:lnTo>
                    <a:lnTo>
                      <a:pt x="9703" y="737"/>
                    </a:lnTo>
                    <a:lnTo>
                      <a:pt x="12733" y="656"/>
                    </a:lnTo>
                    <a:lnTo>
                      <a:pt x="16089" y="533"/>
                    </a:lnTo>
                    <a:lnTo>
                      <a:pt x="1592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2560;p53"/>
              <p:cNvSpPr/>
              <p:nvPr/>
            </p:nvSpPr>
            <p:spPr>
              <a:xfrm>
                <a:off x="4082475" y="2709550"/>
                <a:ext cx="225175" cy="408375"/>
              </a:xfrm>
              <a:custGeom>
                <a:avLst/>
                <a:gdLst/>
                <a:ahLst/>
                <a:cxnLst/>
                <a:rect l="l" t="t" r="r" b="b"/>
                <a:pathLst>
                  <a:path w="9007" h="16335" extrusionOk="0">
                    <a:moveTo>
                      <a:pt x="0" y="1"/>
                    </a:moveTo>
                    <a:lnTo>
                      <a:pt x="82" y="328"/>
                    </a:lnTo>
                    <a:lnTo>
                      <a:pt x="287" y="942"/>
                    </a:lnTo>
                    <a:lnTo>
                      <a:pt x="450" y="1884"/>
                    </a:lnTo>
                    <a:lnTo>
                      <a:pt x="614" y="3071"/>
                    </a:lnTo>
                    <a:lnTo>
                      <a:pt x="819" y="4586"/>
                    </a:lnTo>
                    <a:lnTo>
                      <a:pt x="1023" y="6100"/>
                    </a:lnTo>
                    <a:lnTo>
                      <a:pt x="1228" y="7329"/>
                    </a:lnTo>
                    <a:lnTo>
                      <a:pt x="1351" y="7779"/>
                    </a:lnTo>
                    <a:lnTo>
                      <a:pt x="1433" y="8065"/>
                    </a:lnTo>
                    <a:lnTo>
                      <a:pt x="1515" y="8475"/>
                    </a:lnTo>
                    <a:lnTo>
                      <a:pt x="1638" y="9130"/>
                    </a:lnTo>
                    <a:lnTo>
                      <a:pt x="1801" y="10890"/>
                    </a:lnTo>
                    <a:lnTo>
                      <a:pt x="1965" y="12651"/>
                    </a:lnTo>
                    <a:lnTo>
                      <a:pt x="2088" y="13756"/>
                    </a:lnTo>
                    <a:lnTo>
                      <a:pt x="2170" y="13961"/>
                    </a:lnTo>
                    <a:lnTo>
                      <a:pt x="2293" y="14165"/>
                    </a:lnTo>
                    <a:lnTo>
                      <a:pt x="2456" y="14288"/>
                    </a:lnTo>
                    <a:lnTo>
                      <a:pt x="2620" y="14411"/>
                    </a:lnTo>
                    <a:lnTo>
                      <a:pt x="2948" y="14575"/>
                    </a:lnTo>
                    <a:lnTo>
                      <a:pt x="3111" y="14616"/>
                    </a:lnTo>
                    <a:lnTo>
                      <a:pt x="3111" y="14984"/>
                    </a:lnTo>
                    <a:lnTo>
                      <a:pt x="3766" y="15639"/>
                    </a:lnTo>
                    <a:lnTo>
                      <a:pt x="4299" y="16130"/>
                    </a:lnTo>
                    <a:lnTo>
                      <a:pt x="4503" y="16253"/>
                    </a:lnTo>
                    <a:lnTo>
                      <a:pt x="4667" y="16335"/>
                    </a:lnTo>
                    <a:lnTo>
                      <a:pt x="4831" y="16294"/>
                    </a:lnTo>
                    <a:lnTo>
                      <a:pt x="5199" y="16212"/>
                    </a:lnTo>
                    <a:lnTo>
                      <a:pt x="6141" y="15967"/>
                    </a:lnTo>
                    <a:lnTo>
                      <a:pt x="7123" y="15721"/>
                    </a:lnTo>
                    <a:lnTo>
                      <a:pt x="7492" y="15680"/>
                    </a:lnTo>
                    <a:lnTo>
                      <a:pt x="7656" y="15680"/>
                    </a:lnTo>
                    <a:lnTo>
                      <a:pt x="7737" y="15721"/>
                    </a:lnTo>
                    <a:lnTo>
                      <a:pt x="8065" y="15885"/>
                    </a:lnTo>
                    <a:lnTo>
                      <a:pt x="8229" y="15967"/>
                    </a:lnTo>
                    <a:lnTo>
                      <a:pt x="8433" y="16007"/>
                    </a:lnTo>
                    <a:lnTo>
                      <a:pt x="8638" y="16007"/>
                    </a:lnTo>
                    <a:lnTo>
                      <a:pt x="8802" y="15967"/>
                    </a:lnTo>
                    <a:lnTo>
                      <a:pt x="8925" y="15803"/>
                    </a:lnTo>
                    <a:lnTo>
                      <a:pt x="9006" y="15598"/>
                    </a:lnTo>
                    <a:lnTo>
                      <a:pt x="8925" y="15721"/>
                    </a:lnTo>
                    <a:lnTo>
                      <a:pt x="8884" y="15803"/>
                    </a:lnTo>
                    <a:lnTo>
                      <a:pt x="8679" y="15803"/>
                    </a:lnTo>
                    <a:lnTo>
                      <a:pt x="8515" y="15721"/>
                    </a:lnTo>
                    <a:lnTo>
                      <a:pt x="8270" y="15434"/>
                    </a:lnTo>
                    <a:lnTo>
                      <a:pt x="8106" y="15312"/>
                    </a:lnTo>
                    <a:lnTo>
                      <a:pt x="7942" y="15148"/>
                    </a:lnTo>
                    <a:lnTo>
                      <a:pt x="7778" y="15066"/>
                    </a:lnTo>
                    <a:lnTo>
                      <a:pt x="7574" y="15025"/>
                    </a:lnTo>
                    <a:lnTo>
                      <a:pt x="7287" y="15066"/>
                    </a:lnTo>
                    <a:lnTo>
                      <a:pt x="6919" y="15148"/>
                    </a:lnTo>
                    <a:lnTo>
                      <a:pt x="6059" y="15434"/>
                    </a:lnTo>
                    <a:lnTo>
                      <a:pt x="5650" y="15516"/>
                    </a:lnTo>
                    <a:lnTo>
                      <a:pt x="5240" y="15598"/>
                    </a:lnTo>
                    <a:lnTo>
                      <a:pt x="5076" y="15598"/>
                    </a:lnTo>
                    <a:lnTo>
                      <a:pt x="4954" y="15557"/>
                    </a:lnTo>
                    <a:lnTo>
                      <a:pt x="4831" y="15516"/>
                    </a:lnTo>
                    <a:lnTo>
                      <a:pt x="4708" y="15434"/>
                    </a:lnTo>
                    <a:lnTo>
                      <a:pt x="3562" y="14083"/>
                    </a:lnTo>
                    <a:lnTo>
                      <a:pt x="3562" y="13920"/>
                    </a:lnTo>
                    <a:lnTo>
                      <a:pt x="2743" y="13920"/>
                    </a:lnTo>
                    <a:lnTo>
                      <a:pt x="2579" y="13019"/>
                    </a:lnTo>
                    <a:lnTo>
                      <a:pt x="2415" y="12118"/>
                    </a:lnTo>
                    <a:lnTo>
                      <a:pt x="2374" y="11668"/>
                    </a:lnTo>
                    <a:lnTo>
                      <a:pt x="2374" y="11218"/>
                    </a:lnTo>
                    <a:lnTo>
                      <a:pt x="2334" y="10194"/>
                    </a:lnTo>
                    <a:lnTo>
                      <a:pt x="2211" y="9007"/>
                    </a:lnTo>
                    <a:lnTo>
                      <a:pt x="2129" y="8393"/>
                    </a:lnTo>
                    <a:lnTo>
                      <a:pt x="2047" y="7861"/>
                    </a:lnTo>
                    <a:lnTo>
                      <a:pt x="1924" y="7410"/>
                    </a:lnTo>
                    <a:lnTo>
                      <a:pt x="1801" y="7083"/>
                    </a:lnTo>
                    <a:lnTo>
                      <a:pt x="1474" y="4586"/>
                    </a:lnTo>
                    <a:lnTo>
                      <a:pt x="1228" y="2743"/>
                    </a:lnTo>
                    <a:lnTo>
                      <a:pt x="1064" y="1638"/>
                    </a:lnTo>
                    <a:lnTo>
                      <a:pt x="860" y="778"/>
                    </a:lnTo>
                    <a:lnTo>
                      <a:pt x="737" y="410"/>
                    </a:lnTo>
                    <a:lnTo>
                      <a:pt x="737" y="83"/>
                    </a:lnTo>
                    <a:lnTo>
                      <a:pt x="532" y="42"/>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73" name="Google Shape;2561;p53"/>
          <p:cNvGrpSpPr/>
          <p:nvPr/>
        </p:nvGrpSpPr>
        <p:grpSpPr>
          <a:xfrm>
            <a:off x="6791875" y="691550"/>
            <a:ext cx="1081838" cy="634575"/>
            <a:chOff x="3435625" y="1615475"/>
            <a:chExt cx="1081838" cy="634575"/>
          </a:xfrm>
        </p:grpSpPr>
        <p:sp>
          <p:nvSpPr>
            <p:cNvPr id="374" name="Google Shape;2562;p53"/>
            <p:cNvSpPr/>
            <p:nvPr/>
          </p:nvSpPr>
          <p:spPr>
            <a:xfrm>
              <a:off x="3453038" y="1615475"/>
              <a:ext cx="1064425" cy="634575"/>
            </a:xfrm>
            <a:custGeom>
              <a:avLst/>
              <a:gdLst/>
              <a:ahLst/>
              <a:cxnLst/>
              <a:rect l="l" t="t" r="r" b="b"/>
              <a:pathLst>
                <a:path w="42577" h="25383" extrusionOk="0">
                  <a:moveTo>
                    <a:pt x="6428" y="1"/>
                  </a:moveTo>
                  <a:lnTo>
                    <a:pt x="6346" y="42"/>
                  </a:lnTo>
                  <a:lnTo>
                    <a:pt x="6141" y="164"/>
                  </a:lnTo>
                  <a:lnTo>
                    <a:pt x="5936" y="369"/>
                  </a:lnTo>
                  <a:lnTo>
                    <a:pt x="5732" y="656"/>
                  </a:lnTo>
                  <a:lnTo>
                    <a:pt x="5527" y="983"/>
                  </a:lnTo>
                  <a:lnTo>
                    <a:pt x="5118" y="1843"/>
                  </a:lnTo>
                  <a:lnTo>
                    <a:pt x="4667" y="2825"/>
                  </a:lnTo>
                  <a:lnTo>
                    <a:pt x="4299" y="3849"/>
                  </a:lnTo>
                  <a:lnTo>
                    <a:pt x="3644" y="5691"/>
                  </a:lnTo>
                  <a:lnTo>
                    <a:pt x="3398" y="5814"/>
                  </a:lnTo>
                  <a:lnTo>
                    <a:pt x="3153" y="5978"/>
                  </a:lnTo>
                  <a:lnTo>
                    <a:pt x="2948" y="6182"/>
                  </a:lnTo>
                  <a:lnTo>
                    <a:pt x="2784" y="6428"/>
                  </a:lnTo>
                  <a:lnTo>
                    <a:pt x="2498" y="6960"/>
                  </a:lnTo>
                  <a:lnTo>
                    <a:pt x="2375" y="7451"/>
                  </a:lnTo>
                  <a:lnTo>
                    <a:pt x="2293" y="7861"/>
                  </a:lnTo>
                  <a:lnTo>
                    <a:pt x="2334" y="8270"/>
                  </a:lnTo>
                  <a:lnTo>
                    <a:pt x="1392" y="9867"/>
                  </a:lnTo>
                  <a:lnTo>
                    <a:pt x="942" y="10686"/>
                  </a:lnTo>
                  <a:lnTo>
                    <a:pt x="533" y="11504"/>
                  </a:lnTo>
                  <a:lnTo>
                    <a:pt x="205" y="12200"/>
                  </a:lnTo>
                  <a:lnTo>
                    <a:pt x="41" y="12773"/>
                  </a:lnTo>
                  <a:lnTo>
                    <a:pt x="0" y="13019"/>
                  </a:lnTo>
                  <a:lnTo>
                    <a:pt x="41" y="13183"/>
                  </a:lnTo>
                  <a:lnTo>
                    <a:pt x="82" y="13306"/>
                  </a:lnTo>
                  <a:lnTo>
                    <a:pt x="205" y="13388"/>
                  </a:lnTo>
                  <a:lnTo>
                    <a:pt x="369" y="13347"/>
                  </a:lnTo>
                  <a:lnTo>
                    <a:pt x="492" y="13306"/>
                  </a:lnTo>
                  <a:lnTo>
                    <a:pt x="655" y="13183"/>
                  </a:lnTo>
                  <a:lnTo>
                    <a:pt x="819" y="12978"/>
                  </a:lnTo>
                  <a:lnTo>
                    <a:pt x="1106" y="12528"/>
                  </a:lnTo>
                  <a:lnTo>
                    <a:pt x="1433" y="11914"/>
                  </a:lnTo>
                  <a:lnTo>
                    <a:pt x="1761" y="11218"/>
                  </a:lnTo>
                  <a:lnTo>
                    <a:pt x="2088" y="10440"/>
                  </a:lnTo>
                  <a:lnTo>
                    <a:pt x="2620" y="8884"/>
                  </a:lnTo>
                  <a:lnTo>
                    <a:pt x="2907" y="9212"/>
                  </a:lnTo>
                  <a:lnTo>
                    <a:pt x="2948" y="9417"/>
                  </a:lnTo>
                  <a:lnTo>
                    <a:pt x="3030" y="9621"/>
                  </a:lnTo>
                  <a:lnTo>
                    <a:pt x="3153" y="9908"/>
                  </a:lnTo>
                  <a:lnTo>
                    <a:pt x="3398" y="10276"/>
                  </a:lnTo>
                  <a:lnTo>
                    <a:pt x="3685" y="10686"/>
                  </a:lnTo>
                  <a:lnTo>
                    <a:pt x="4094" y="11177"/>
                  </a:lnTo>
                  <a:lnTo>
                    <a:pt x="4667" y="11668"/>
                  </a:lnTo>
                  <a:lnTo>
                    <a:pt x="5322" y="12241"/>
                  </a:lnTo>
                  <a:lnTo>
                    <a:pt x="6141" y="12814"/>
                  </a:lnTo>
                  <a:lnTo>
                    <a:pt x="7165" y="13428"/>
                  </a:lnTo>
                  <a:lnTo>
                    <a:pt x="8352" y="14083"/>
                  </a:lnTo>
                  <a:lnTo>
                    <a:pt x="9744" y="14698"/>
                  </a:lnTo>
                  <a:lnTo>
                    <a:pt x="11340" y="15353"/>
                  </a:lnTo>
                  <a:lnTo>
                    <a:pt x="13223" y="15967"/>
                  </a:lnTo>
                  <a:lnTo>
                    <a:pt x="15311" y="16581"/>
                  </a:lnTo>
                  <a:lnTo>
                    <a:pt x="17195" y="17113"/>
                  </a:lnTo>
                  <a:lnTo>
                    <a:pt x="23663" y="22148"/>
                  </a:lnTo>
                  <a:lnTo>
                    <a:pt x="29189" y="23335"/>
                  </a:lnTo>
                  <a:lnTo>
                    <a:pt x="29189" y="23335"/>
                  </a:lnTo>
                  <a:lnTo>
                    <a:pt x="26242" y="19405"/>
                  </a:lnTo>
                  <a:lnTo>
                    <a:pt x="29435" y="20183"/>
                  </a:lnTo>
                  <a:lnTo>
                    <a:pt x="32342" y="20838"/>
                  </a:lnTo>
                  <a:lnTo>
                    <a:pt x="35003" y="21411"/>
                  </a:lnTo>
                  <a:lnTo>
                    <a:pt x="37213" y="21862"/>
                  </a:lnTo>
                  <a:lnTo>
                    <a:pt x="41062" y="25178"/>
                  </a:lnTo>
                  <a:lnTo>
                    <a:pt x="42208" y="25382"/>
                  </a:lnTo>
                  <a:lnTo>
                    <a:pt x="39915" y="22271"/>
                  </a:lnTo>
                  <a:lnTo>
                    <a:pt x="40611" y="22312"/>
                  </a:lnTo>
                  <a:lnTo>
                    <a:pt x="40857" y="22271"/>
                  </a:lnTo>
                  <a:lnTo>
                    <a:pt x="40980" y="22230"/>
                  </a:lnTo>
                  <a:lnTo>
                    <a:pt x="41062" y="22148"/>
                  </a:lnTo>
                  <a:lnTo>
                    <a:pt x="41062" y="22025"/>
                  </a:lnTo>
                  <a:lnTo>
                    <a:pt x="40980" y="21862"/>
                  </a:lnTo>
                  <a:lnTo>
                    <a:pt x="40898" y="21698"/>
                  </a:lnTo>
                  <a:lnTo>
                    <a:pt x="40529" y="21289"/>
                  </a:lnTo>
                  <a:lnTo>
                    <a:pt x="39956" y="20797"/>
                  </a:lnTo>
                  <a:lnTo>
                    <a:pt x="42576" y="12978"/>
                  </a:lnTo>
                  <a:lnTo>
                    <a:pt x="42576" y="12978"/>
                  </a:lnTo>
                  <a:lnTo>
                    <a:pt x="39383" y="13551"/>
                  </a:lnTo>
                  <a:lnTo>
                    <a:pt x="34757" y="17195"/>
                  </a:lnTo>
                  <a:lnTo>
                    <a:pt x="22844" y="10072"/>
                  </a:lnTo>
                  <a:lnTo>
                    <a:pt x="22721" y="9457"/>
                  </a:lnTo>
                  <a:lnTo>
                    <a:pt x="22557" y="8884"/>
                  </a:lnTo>
                  <a:lnTo>
                    <a:pt x="22312" y="8352"/>
                  </a:lnTo>
                  <a:lnTo>
                    <a:pt x="22107" y="7861"/>
                  </a:lnTo>
                  <a:lnTo>
                    <a:pt x="21821" y="7451"/>
                  </a:lnTo>
                  <a:lnTo>
                    <a:pt x="21534" y="7042"/>
                  </a:lnTo>
                  <a:lnTo>
                    <a:pt x="21247" y="6715"/>
                  </a:lnTo>
                  <a:lnTo>
                    <a:pt x="20920" y="6387"/>
                  </a:lnTo>
                  <a:lnTo>
                    <a:pt x="20551" y="6141"/>
                  </a:lnTo>
                  <a:lnTo>
                    <a:pt x="20183" y="5896"/>
                  </a:lnTo>
                  <a:lnTo>
                    <a:pt x="19815" y="5691"/>
                  </a:lnTo>
                  <a:lnTo>
                    <a:pt x="19446" y="5527"/>
                  </a:lnTo>
                  <a:lnTo>
                    <a:pt x="19037" y="5364"/>
                  </a:lnTo>
                  <a:lnTo>
                    <a:pt x="18668" y="5282"/>
                  </a:lnTo>
                  <a:lnTo>
                    <a:pt x="17850" y="5118"/>
                  </a:lnTo>
                  <a:lnTo>
                    <a:pt x="17031" y="5077"/>
                  </a:lnTo>
                  <a:lnTo>
                    <a:pt x="16253" y="5077"/>
                  </a:lnTo>
                  <a:lnTo>
                    <a:pt x="15516" y="5159"/>
                  </a:lnTo>
                  <a:lnTo>
                    <a:pt x="14820" y="5241"/>
                  </a:lnTo>
                  <a:lnTo>
                    <a:pt x="14206" y="5364"/>
                  </a:lnTo>
                  <a:lnTo>
                    <a:pt x="13674" y="5486"/>
                  </a:lnTo>
                  <a:lnTo>
                    <a:pt x="12978" y="5732"/>
                  </a:lnTo>
                  <a:lnTo>
                    <a:pt x="12487" y="5609"/>
                  </a:lnTo>
                  <a:lnTo>
                    <a:pt x="11709" y="5405"/>
                  </a:lnTo>
                  <a:lnTo>
                    <a:pt x="10726" y="5241"/>
                  </a:lnTo>
                  <a:lnTo>
                    <a:pt x="9621" y="5077"/>
                  </a:lnTo>
                  <a:lnTo>
                    <a:pt x="9048" y="4995"/>
                  </a:lnTo>
                  <a:lnTo>
                    <a:pt x="7861" y="4995"/>
                  </a:lnTo>
                  <a:lnTo>
                    <a:pt x="7328" y="5036"/>
                  </a:lnTo>
                  <a:lnTo>
                    <a:pt x="6755" y="5077"/>
                  </a:lnTo>
                  <a:lnTo>
                    <a:pt x="6264" y="5200"/>
                  </a:lnTo>
                  <a:lnTo>
                    <a:pt x="5814" y="5364"/>
                  </a:lnTo>
                  <a:lnTo>
                    <a:pt x="5404" y="5609"/>
                  </a:lnTo>
                  <a:lnTo>
                    <a:pt x="5036" y="5527"/>
                  </a:lnTo>
                  <a:lnTo>
                    <a:pt x="4176" y="5527"/>
                  </a:lnTo>
                  <a:lnTo>
                    <a:pt x="5200" y="4054"/>
                  </a:lnTo>
                  <a:lnTo>
                    <a:pt x="5691" y="3235"/>
                  </a:lnTo>
                  <a:lnTo>
                    <a:pt x="6141" y="2416"/>
                  </a:lnTo>
                  <a:lnTo>
                    <a:pt x="6510" y="1638"/>
                  </a:lnTo>
                  <a:lnTo>
                    <a:pt x="6673" y="1311"/>
                  </a:lnTo>
                  <a:lnTo>
                    <a:pt x="6755" y="983"/>
                  </a:lnTo>
                  <a:lnTo>
                    <a:pt x="6837" y="697"/>
                  </a:lnTo>
                  <a:lnTo>
                    <a:pt x="6837" y="451"/>
                  </a:lnTo>
                  <a:lnTo>
                    <a:pt x="6796" y="246"/>
                  </a:lnTo>
                  <a:lnTo>
                    <a:pt x="6673" y="83"/>
                  </a:lnTo>
                  <a:lnTo>
                    <a:pt x="6591" y="42"/>
                  </a:lnTo>
                  <a:lnTo>
                    <a:pt x="6510" y="1"/>
                  </a:lnTo>
                  <a:close/>
                </a:path>
              </a:pathLst>
            </a:custGeom>
            <a:solidFill>
              <a:schemeClr val="accent4"/>
            </a:solidFill>
            <a:ln w="76200" cap="flat" cmpd="sng">
              <a:solidFill>
                <a:schemeClr val="accent4"/>
              </a:solidFill>
              <a:prstDash val="solid"/>
              <a:round/>
              <a:headEnd type="none" w="sm" len="sm"/>
              <a:tailEnd type="none" w="sm" len="sm"/>
            </a:ln>
            <a:effectLst>
              <a:outerShdw blurRad="57150" algn="bl" rotWithShape="0">
                <a:schemeClr val="accent3">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2563;p53"/>
            <p:cNvSpPr/>
            <p:nvPr/>
          </p:nvSpPr>
          <p:spPr>
            <a:xfrm>
              <a:off x="4304550" y="1939925"/>
              <a:ext cx="195500" cy="195500"/>
            </a:xfrm>
            <a:custGeom>
              <a:avLst/>
              <a:gdLst/>
              <a:ahLst/>
              <a:cxnLst/>
              <a:rect l="l" t="t" r="r" b="b"/>
              <a:pathLst>
                <a:path w="7820" h="7820" extrusionOk="0">
                  <a:moveTo>
                    <a:pt x="7820" y="0"/>
                  </a:moveTo>
                  <a:lnTo>
                    <a:pt x="4627" y="573"/>
                  </a:lnTo>
                  <a:lnTo>
                    <a:pt x="1" y="4217"/>
                  </a:lnTo>
                  <a:lnTo>
                    <a:pt x="5200" y="7819"/>
                  </a:lnTo>
                  <a:lnTo>
                    <a:pt x="782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2564;p53"/>
            <p:cNvSpPr/>
            <p:nvPr/>
          </p:nvSpPr>
          <p:spPr>
            <a:xfrm>
              <a:off x="3492950" y="1753650"/>
              <a:ext cx="99300" cy="98275"/>
            </a:xfrm>
            <a:custGeom>
              <a:avLst/>
              <a:gdLst/>
              <a:ahLst/>
              <a:cxnLst/>
              <a:rect l="l" t="t" r="r" b="b"/>
              <a:pathLst>
                <a:path w="3972" h="3931" extrusionOk="0">
                  <a:moveTo>
                    <a:pt x="2088" y="0"/>
                  </a:moveTo>
                  <a:lnTo>
                    <a:pt x="1679" y="82"/>
                  </a:lnTo>
                  <a:lnTo>
                    <a:pt x="1433" y="123"/>
                  </a:lnTo>
                  <a:lnTo>
                    <a:pt x="1229" y="205"/>
                  </a:lnTo>
                  <a:lnTo>
                    <a:pt x="1024" y="328"/>
                  </a:lnTo>
                  <a:lnTo>
                    <a:pt x="819" y="492"/>
                  </a:lnTo>
                  <a:lnTo>
                    <a:pt x="656" y="696"/>
                  </a:lnTo>
                  <a:lnTo>
                    <a:pt x="492" y="901"/>
                  </a:lnTo>
                  <a:lnTo>
                    <a:pt x="246" y="1392"/>
                  </a:lnTo>
                  <a:lnTo>
                    <a:pt x="82" y="1802"/>
                  </a:lnTo>
                  <a:lnTo>
                    <a:pt x="1" y="2211"/>
                  </a:lnTo>
                  <a:lnTo>
                    <a:pt x="1" y="2579"/>
                  </a:lnTo>
                  <a:lnTo>
                    <a:pt x="82" y="2907"/>
                  </a:lnTo>
                  <a:lnTo>
                    <a:pt x="205" y="3194"/>
                  </a:lnTo>
                  <a:lnTo>
                    <a:pt x="410" y="3439"/>
                  </a:lnTo>
                  <a:lnTo>
                    <a:pt x="615" y="3685"/>
                  </a:lnTo>
                  <a:lnTo>
                    <a:pt x="737" y="3767"/>
                  </a:lnTo>
                  <a:lnTo>
                    <a:pt x="901" y="3849"/>
                  </a:lnTo>
                  <a:lnTo>
                    <a:pt x="1311" y="3930"/>
                  </a:lnTo>
                  <a:lnTo>
                    <a:pt x="1720" y="3930"/>
                  </a:lnTo>
                  <a:lnTo>
                    <a:pt x="2170" y="3890"/>
                  </a:lnTo>
                  <a:lnTo>
                    <a:pt x="2621" y="3808"/>
                  </a:lnTo>
                  <a:lnTo>
                    <a:pt x="2948" y="3685"/>
                  </a:lnTo>
                  <a:lnTo>
                    <a:pt x="3194" y="3603"/>
                  </a:lnTo>
                  <a:lnTo>
                    <a:pt x="3276" y="3562"/>
                  </a:lnTo>
                  <a:lnTo>
                    <a:pt x="3276" y="3439"/>
                  </a:lnTo>
                  <a:lnTo>
                    <a:pt x="3357" y="3194"/>
                  </a:lnTo>
                  <a:lnTo>
                    <a:pt x="3644" y="2416"/>
                  </a:lnTo>
                  <a:lnTo>
                    <a:pt x="3890" y="1679"/>
                  </a:lnTo>
                  <a:lnTo>
                    <a:pt x="3972" y="1392"/>
                  </a:lnTo>
                  <a:lnTo>
                    <a:pt x="3972" y="1269"/>
                  </a:lnTo>
                  <a:lnTo>
                    <a:pt x="3112" y="82"/>
                  </a:lnTo>
                  <a:lnTo>
                    <a:pt x="282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2565;p53"/>
            <p:cNvSpPr/>
            <p:nvPr/>
          </p:nvSpPr>
          <p:spPr>
            <a:xfrm>
              <a:off x="3518525" y="1615475"/>
              <a:ext cx="88050" cy="167875"/>
            </a:xfrm>
            <a:custGeom>
              <a:avLst/>
              <a:gdLst/>
              <a:ahLst/>
              <a:cxnLst/>
              <a:rect l="l" t="t" r="r" b="b"/>
              <a:pathLst>
                <a:path w="3522" h="6715" extrusionOk="0">
                  <a:moveTo>
                    <a:pt x="3153" y="1"/>
                  </a:moveTo>
                  <a:lnTo>
                    <a:pt x="3030" y="42"/>
                  </a:lnTo>
                  <a:lnTo>
                    <a:pt x="2908" y="83"/>
                  </a:lnTo>
                  <a:lnTo>
                    <a:pt x="2662" y="328"/>
                  </a:lnTo>
                  <a:lnTo>
                    <a:pt x="2375" y="697"/>
                  </a:lnTo>
                  <a:lnTo>
                    <a:pt x="2130" y="1188"/>
                  </a:lnTo>
                  <a:lnTo>
                    <a:pt x="1843" y="1761"/>
                  </a:lnTo>
                  <a:lnTo>
                    <a:pt x="1270" y="3030"/>
                  </a:lnTo>
                  <a:lnTo>
                    <a:pt x="779" y="4381"/>
                  </a:lnTo>
                  <a:lnTo>
                    <a:pt x="369" y="5527"/>
                  </a:lnTo>
                  <a:lnTo>
                    <a:pt x="1" y="6715"/>
                  </a:lnTo>
                  <a:lnTo>
                    <a:pt x="656" y="5814"/>
                  </a:lnTo>
                  <a:lnTo>
                    <a:pt x="1311" y="4872"/>
                  </a:lnTo>
                  <a:lnTo>
                    <a:pt x="2048" y="3767"/>
                  </a:lnTo>
                  <a:lnTo>
                    <a:pt x="2744" y="2580"/>
                  </a:lnTo>
                  <a:lnTo>
                    <a:pt x="3030" y="2048"/>
                  </a:lnTo>
                  <a:lnTo>
                    <a:pt x="3276" y="1515"/>
                  </a:lnTo>
                  <a:lnTo>
                    <a:pt x="3440" y="1024"/>
                  </a:lnTo>
                  <a:lnTo>
                    <a:pt x="3522" y="656"/>
                  </a:lnTo>
                  <a:lnTo>
                    <a:pt x="3522" y="451"/>
                  </a:lnTo>
                  <a:lnTo>
                    <a:pt x="3481" y="328"/>
                  </a:lnTo>
                  <a:lnTo>
                    <a:pt x="3440" y="164"/>
                  </a:lnTo>
                  <a:lnTo>
                    <a:pt x="3358" y="83"/>
                  </a:lnTo>
                  <a:lnTo>
                    <a:pt x="327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2566;p53"/>
            <p:cNvSpPr/>
            <p:nvPr/>
          </p:nvSpPr>
          <p:spPr>
            <a:xfrm>
              <a:off x="3435625" y="1783325"/>
              <a:ext cx="82925" cy="166850"/>
            </a:xfrm>
            <a:custGeom>
              <a:avLst/>
              <a:gdLst/>
              <a:ahLst/>
              <a:cxnLst/>
              <a:rect l="l" t="t" r="r" b="b"/>
              <a:pathLst>
                <a:path w="3317" h="6674" extrusionOk="0">
                  <a:moveTo>
                    <a:pt x="3317" y="1"/>
                  </a:moveTo>
                  <a:lnTo>
                    <a:pt x="2662" y="1024"/>
                  </a:lnTo>
                  <a:lnTo>
                    <a:pt x="2007" y="2047"/>
                  </a:lnTo>
                  <a:lnTo>
                    <a:pt x="1311" y="3276"/>
                  </a:lnTo>
                  <a:lnTo>
                    <a:pt x="697" y="4463"/>
                  </a:lnTo>
                  <a:lnTo>
                    <a:pt x="410" y="5036"/>
                  </a:lnTo>
                  <a:lnTo>
                    <a:pt x="206" y="5527"/>
                  </a:lnTo>
                  <a:lnTo>
                    <a:pt x="83" y="5978"/>
                  </a:lnTo>
                  <a:lnTo>
                    <a:pt x="1" y="6305"/>
                  </a:lnTo>
                  <a:lnTo>
                    <a:pt x="42" y="6469"/>
                  </a:lnTo>
                  <a:lnTo>
                    <a:pt x="42" y="6551"/>
                  </a:lnTo>
                  <a:lnTo>
                    <a:pt x="124" y="6633"/>
                  </a:lnTo>
                  <a:lnTo>
                    <a:pt x="206" y="6674"/>
                  </a:lnTo>
                  <a:lnTo>
                    <a:pt x="328" y="6633"/>
                  </a:lnTo>
                  <a:lnTo>
                    <a:pt x="451" y="6592"/>
                  </a:lnTo>
                  <a:lnTo>
                    <a:pt x="574" y="6510"/>
                  </a:lnTo>
                  <a:lnTo>
                    <a:pt x="697" y="6428"/>
                  </a:lnTo>
                  <a:lnTo>
                    <a:pt x="943" y="6100"/>
                  </a:lnTo>
                  <a:lnTo>
                    <a:pt x="1188" y="5691"/>
                  </a:lnTo>
                  <a:lnTo>
                    <a:pt x="1434" y="5200"/>
                  </a:lnTo>
                  <a:lnTo>
                    <a:pt x="1720" y="4627"/>
                  </a:lnTo>
                  <a:lnTo>
                    <a:pt x="2212" y="3398"/>
                  </a:lnTo>
                  <a:lnTo>
                    <a:pt x="2621" y="2170"/>
                  </a:lnTo>
                  <a:lnTo>
                    <a:pt x="2989" y="1065"/>
                  </a:lnTo>
                  <a:lnTo>
                    <a:pt x="331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2567;p53"/>
            <p:cNvSpPr/>
            <p:nvPr/>
          </p:nvSpPr>
          <p:spPr>
            <a:xfrm>
              <a:off x="3508300" y="1740350"/>
              <a:ext cx="953900" cy="432950"/>
            </a:xfrm>
            <a:custGeom>
              <a:avLst/>
              <a:gdLst/>
              <a:ahLst/>
              <a:cxnLst/>
              <a:rect l="l" t="t" r="r" b="b"/>
              <a:pathLst>
                <a:path w="38156" h="17318" extrusionOk="0">
                  <a:moveTo>
                    <a:pt x="4627" y="0"/>
                  </a:moveTo>
                  <a:lnTo>
                    <a:pt x="4053" y="82"/>
                  </a:lnTo>
                  <a:lnTo>
                    <a:pt x="3480" y="164"/>
                  </a:lnTo>
                  <a:lnTo>
                    <a:pt x="2948" y="369"/>
                  </a:lnTo>
                  <a:lnTo>
                    <a:pt x="2498" y="614"/>
                  </a:lnTo>
                  <a:lnTo>
                    <a:pt x="2498" y="737"/>
                  </a:lnTo>
                  <a:lnTo>
                    <a:pt x="2539" y="1065"/>
                  </a:lnTo>
                  <a:lnTo>
                    <a:pt x="2498" y="1597"/>
                  </a:lnTo>
                  <a:lnTo>
                    <a:pt x="2457" y="1883"/>
                  </a:lnTo>
                  <a:lnTo>
                    <a:pt x="2375" y="2211"/>
                  </a:lnTo>
                  <a:lnTo>
                    <a:pt x="2293" y="2497"/>
                  </a:lnTo>
                  <a:lnTo>
                    <a:pt x="2129" y="2825"/>
                  </a:lnTo>
                  <a:lnTo>
                    <a:pt x="1925" y="3111"/>
                  </a:lnTo>
                  <a:lnTo>
                    <a:pt x="1679" y="3398"/>
                  </a:lnTo>
                  <a:lnTo>
                    <a:pt x="1352" y="3685"/>
                  </a:lnTo>
                  <a:lnTo>
                    <a:pt x="983" y="3889"/>
                  </a:lnTo>
                  <a:lnTo>
                    <a:pt x="533" y="4094"/>
                  </a:lnTo>
                  <a:lnTo>
                    <a:pt x="1" y="4217"/>
                  </a:lnTo>
                  <a:lnTo>
                    <a:pt x="42" y="4422"/>
                  </a:lnTo>
                  <a:lnTo>
                    <a:pt x="123" y="4626"/>
                  </a:lnTo>
                  <a:lnTo>
                    <a:pt x="246" y="4913"/>
                  </a:lnTo>
                  <a:lnTo>
                    <a:pt x="492" y="5281"/>
                  </a:lnTo>
                  <a:lnTo>
                    <a:pt x="778" y="5691"/>
                  </a:lnTo>
                  <a:lnTo>
                    <a:pt x="1188" y="6182"/>
                  </a:lnTo>
                  <a:lnTo>
                    <a:pt x="1761" y="6673"/>
                  </a:lnTo>
                  <a:lnTo>
                    <a:pt x="2416" y="7246"/>
                  </a:lnTo>
                  <a:lnTo>
                    <a:pt x="3235" y="7819"/>
                  </a:lnTo>
                  <a:lnTo>
                    <a:pt x="4258" y="8433"/>
                  </a:lnTo>
                  <a:lnTo>
                    <a:pt x="5445" y="9088"/>
                  </a:lnTo>
                  <a:lnTo>
                    <a:pt x="6837" y="9703"/>
                  </a:lnTo>
                  <a:lnTo>
                    <a:pt x="8434" y="10358"/>
                  </a:lnTo>
                  <a:lnTo>
                    <a:pt x="10317" y="10972"/>
                  </a:lnTo>
                  <a:lnTo>
                    <a:pt x="12405" y="11586"/>
                  </a:lnTo>
                  <a:lnTo>
                    <a:pt x="16867" y="12773"/>
                  </a:lnTo>
                  <a:lnTo>
                    <a:pt x="21289" y="13919"/>
                  </a:lnTo>
                  <a:lnTo>
                    <a:pt x="25546" y="14943"/>
                  </a:lnTo>
                  <a:lnTo>
                    <a:pt x="29394" y="15843"/>
                  </a:lnTo>
                  <a:lnTo>
                    <a:pt x="32751" y="16539"/>
                  </a:lnTo>
                  <a:lnTo>
                    <a:pt x="35412" y="17030"/>
                  </a:lnTo>
                  <a:lnTo>
                    <a:pt x="36436" y="17194"/>
                  </a:lnTo>
                  <a:lnTo>
                    <a:pt x="37255" y="17276"/>
                  </a:lnTo>
                  <a:lnTo>
                    <a:pt x="37787" y="17317"/>
                  </a:lnTo>
                  <a:lnTo>
                    <a:pt x="37950" y="17276"/>
                  </a:lnTo>
                  <a:lnTo>
                    <a:pt x="38073" y="17235"/>
                  </a:lnTo>
                  <a:lnTo>
                    <a:pt x="38114" y="17194"/>
                  </a:lnTo>
                  <a:lnTo>
                    <a:pt x="38155" y="17112"/>
                  </a:lnTo>
                  <a:lnTo>
                    <a:pt x="38155" y="17030"/>
                  </a:lnTo>
                  <a:lnTo>
                    <a:pt x="38114" y="16908"/>
                  </a:lnTo>
                  <a:lnTo>
                    <a:pt x="37991" y="16703"/>
                  </a:lnTo>
                  <a:lnTo>
                    <a:pt x="37746" y="16416"/>
                  </a:lnTo>
                  <a:lnTo>
                    <a:pt x="37459" y="16130"/>
                  </a:lnTo>
                  <a:lnTo>
                    <a:pt x="37091" y="15802"/>
                  </a:lnTo>
                  <a:lnTo>
                    <a:pt x="36149" y="15065"/>
                  </a:lnTo>
                  <a:lnTo>
                    <a:pt x="35085" y="14288"/>
                  </a:lnTo>
                  <a:lnTo>
                    <a:pt x="33979" y="13551"/>
                  </a:lnTo>
                  <a:lnTo>
                    <a:pt x="32833" y="12814"/>
                  </a:lnTo>
                  <a:lnTo>
                    <a:pt x="31851" y="12200"/>
                  </a:lnTo>
                  <a:lnTo>
                    <a:pt x="19733" y="4954"/>
                  </a:lnTo>
                  <a:lnTo>
                    <a:pt x="19242" y="5117"/>
                  </a:lnTo>
                  <a:lnTo>
                    <a:pt x="18709" y="5199"/>
                  </a:lnTo>
                  <a:lnTo>
                    <a:pt x="17973" y="5281"/>
                  </a:lnTo>
                  <a:lnTo>
                    <a:pt x="17563" y="5322"/>
                  </a:lnTo>
                  <a:lnTo>
                    <a:pt x="17113" y="5281"/>
                  </a:lnTo>
                  <a:lnTo>
                    <a:pt x="16622" y="5240"/>
                  </a:lnTo>
                  <a:lnTo>
                    <a:pt x="16089" y="5199"/>
                  </a:lnTo>
                  <a:lnTo>
                    <a:pt x="15516" y="5077"/>
                  </a:lnTo>
                  <a:lnTo>
                    <a:pt x="14943" y="4913"/>
                  </a:lnTo>
                  <a:lnTo>
                    <a:pt x="14329" y="4708"/>
                  </a:lnTo>
                  <a:lnTo>
                    <a:pt x="13674" y="4462"/>
                  </a:lnTo>
                  <a:lnTo>
                    <a:pt x="13101" y="4176"/>
                  </a:lnTo>
                  <a:lnTo>
                    <a:pt x="12610" y="3889"/>
                  </a:lnTo>
                  <a:lnTo>
                    <a:pt x="12200" y="3603"/>
                  </a:lnTo>
                  <a:lnTo>
                    <a:pt x="11791" y="3275"/>
                  </a:lnTo>
                  <a:lnTo>
                    <a:pt x="11463" y="2989"/>
                  </a:lnTo>
                  <a:lnTo>
                    <a:pt x="11177" y="2661"/>
                  </a:lnTo>
                  <a:lnTo>
                    <a:pt x="10931" y="2375"/>
                  </a:lnTo>
                  <a:lnTo>
                    <a:pt x="10767" y="2088"/>
                  </a:lnTo>
                  <a:lnTo>
                    <a:pt x="10481" y="1556"/>
                  </a:lnTo>
                  <a:lnTo>
                    <a:pt x="10317" y="1146"/>
                  </a:lnTo>
                  <a:lnTo>
                    <a:pt x="10235" y="860"/>
                  </a:lnTo>
                  <a:lnTo>
                    <a:pt x="10194" y="778"/>
                  </a:lnTo>
                  <a:lnTo>
                    <a:pt x="9294" y="532"/>
                  </a:lnTo>
                  <a:lnTo>
                    <a:pt x="8352" y="328"/>
                  </a:lnTo>
                  <a:lnTo>
                    <a:pt x="7206" y="123"/>
                  </a:lnTo>
                  <a:lnTo>
                    <a:pt x="6551" y="41"/>
                  </a:lnTo>
                  <a:lnTo>
                    <a:pt x="593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2568;p53"/>
            <p:cNvSpPr/>
            <p:nvPr/>
          </p:nvSpPr>
          <p:spPr>
            <a:xfrm>
              <a:off x="4286125" y="2092400"/>
              <a:ext cx="204725" cy="157650"/>
            </a:xfrm>
            <a:custGeom>
              <a:avLst/>
              <a:gdLst/>
              <a:ahLst/>
              <a:cxnLst/>
              <a:rect l="l" t="t" r="r" b="b"/>
              <a:pathLst>
                <a:path w="8189" h="6306" extrusionOk="0">
                  <a:moveTo>
                    <a:pt x="1" y="1"/>
                  </a:moveTo>
                  <a:lnTo>
                    <a:pt x="7042" y="6101"/>
                  </a:lnTo>
                  <a:lnTo>
                    <a:pt x="8188" y="6305"/>
                  </a:lnTo>
                  <a:lnTo>
                    <a:pt x="4832" y="1761"/>
                  </a:lnTo>
                  <a:lnTo>
                    <a:pt x="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2569;p53"/>
            <p:cNvSpPr/>
            <p:nvPr/>
          </p:nvSpPr>
          <p:spPr>
            <a:xfrm>
              <a:off x="3676150" y="1894875"/>
              <a:ext cx="489250" cy="304000"/>
            </a:xfrm>
            <a:custGeom>
              <a:avLst/>
              <a:gdLst/>
              <a:ahLst/>
              <a:cxnLst/>
              <a:rect l="l" t="t" r="r" b="b"/>
              <a:pathLst>
                <a:path w="19570" h="12160" extrusionOk="0">
                  <a:moveTo>
                    <a:pt x="0" y="1"/>
                  </a:moveTo>
                  <a:lnTo>
                    <a:pt x="14042" y="10972"/>
                  </a:lnTo>
                  <a:lnTo>
                    <a:pt x="19569" y="12159"/>
                  </a:lnTo>
                  <a:lnTo>
                    <a:pt x="19569" y="12159"/>
                  </a:lnTo>
                  <a:lnTo>
                    <a:pt x="13960" y="4709"/>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2570;p53"/>
            <p:cNvSpPr/>
            <p:nvPr/>
          </p:nvSpPr>
          <p:spPr>
            <a:xfrm>
              <a:off x="3755975" y="1742400"/>
              <a:ext cx="250775" cy="134075"/>
            </a:xfrm>
            <a:custGeom>
              <a:avLst/>
              <a:gdLst/>
              <a:ahLst/>
              <a:cxnLst/>
              <a:rect l="l" t="t" r="r" b="b"/>
              <a:pathLst>
                <a:path w="10031" h="5363" extrusionOk="0">
                  <a:moveTo>
                    <a:pt x="3603" y="0"/>
                  </a:moveTo>
                  <a:lnTo>
                    <a:pt x="2784" y="41"/>
                  </a:lnTo>
                  <a:lnTo>
                    <a:pt x="2048" y="164"/>
                  </a:lnTo>
                  <a:lnTo>
                    <a:pt x="1352" y="287"/>
                  </a:lnTo>
                  <a:lnTo>
                    <a:pt x="779" y="450"/>
                  </a:lnTo>
                  <a:lnTo>
                    <a:pt x="369" y="573"/>
                  </a:lnTo>
                  <a:lnTo>
                    <a:pt x="1" y="696"/>
                  </a:lnTo>
                  <a:lnTo>
                    <a:pt x="246" y="1310"/>
                  </a:lnTo>
                  <a:lnTo>
                    <a:pt x="492" y="1842"/>
                  </a:lnTo>
                  <a:lnTo>
                    <a:pt x="779" y="2334"/>
                  </a:lnTo>
                  <a:lnTo>
                    <a:pt x="1106" y="2784"/>
                  </a:lnTo>
                  <a:lnTo>
                    <a:pt x="1434" y="3193"/>
                  </a:lnTo>
                  <a:lnTo>
                    <a:pt x="1802" y="3562"/>
                  </a:lnTo>
                  <a:lnTo>
                    <a:pt x="2170" y="3848"/>
                  </a:lnTo>
                  <a:lnTo>
                    <a:pt x="2539" y="4135"/>
                  </a:lnTo>
                  <a:lnTo>
                    <a:pt x="2948" y="4421"/>
                  </a:lnTo>
                  <a:lnTo>
                    <a:pt x="3358" y="4626"/>
                  </a:lnTo>
                  <a:lnTo>
                    <a:pt x="3767" y="4790"/>
                  </a:lnTo>
                  <a:lnTo>
                    <a:pt x="4217" y="4954"/>
                  </a:lnTo>
                  <a:lnTo>
                    <a:pt x="4627" y="5076"/>
                  </a:lnTo>
                  <a:lnTo>
                    <a:pt x="5036" y="5199"/>
                  </a:lnTo>
                  <a:lnTo>
                    <a:pt x="5896" y="5322"/>
                  </a:lnTo>
                  <a:lnTo>
                    <a:pt x="6715" y="5363"/>
                  </a:lnTo>
                  <a:lnTo>
                    <a:pt x="7492" y="5363"/>
                  </a:lnTo>
                  <a:lnTo>
                    <a:pt x="8188" y="5322"/>
                  </a:lnTo>
                  <a:lnTo>
                    <a:pt x="8802" y="5240"/>
                  </a:lnTo>
                  <a:lnTo>
                    <a:pt x="9703" y="5076"/>
                  </a:lnTo>
                  <a:lnTo>
                    <a:pt x="10031" y="4995"/>
                  </a:lnTo>
                  <a:lnTo>
                    <a:pt x="9908" y="4340"/>
                  </a:lnTo>
                  <a:lnTo>
                    <a:pt x="9703" y="3684"/>
                  </a:lnTo>
                  <a:lnTo>
                    <a:pt x="9457" y="3152"/>
                  </a:lnTo>
                  <a:lnTo>
                    <a:pt x="9212" y="2620"/>
                  </a:lnTo>
                  <a:lnTo>
                    <a:pt x="8884" y="2170"/>
                  </a:lnTo>
                  <a:lnTo>
                    <a:pt x="8557" y="1760"/>
                  </a:lnTo>
                  <a:lnTo>
                    <a:pt x="8229" y="1433"/>
                  </a:lnTo>
                  <a:lnTo>
                    <a:pt x="7861" y="1105"/>
                  </a:lnTo>
                  <a:lnTo>
                    <a:pt x="7451" y="860"/>
                  </a:lnTo>
                  <a:lnTo>
                    <a:pt x="7042" y="655"/>
                  </a:lnTo>
                  <a:lnTo>
                    <a:pt x="6633" y="450"/>
                  </a:lnTo>
                  <a:lnTo>
                    <a:pt x="6223" y="287"/>
                  </a:lnTo>
                  <a:lnTo>
                    <a:pt x="5773" y="164"/>
                  </a:lnTo>
                  <a:lnTo>
                    <a:pt x="5364" y="82"/>
                  </a:lnTo>
                  <a:lnTo>
                    <a:pt x="4913" y="41"/>
                  </a:lnTo>
                  <a:lnTo>
                    <a:pt x="446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91"/>
        <p:cNvGrpSpPr/>
        <p:nvPr/>
      </p:nvGrpSpPr>
      <p:grpSpPr>
        <a:xfrm>
          <a:off x="0" y="0"/>
          <a:ext cx="0" cy="0"/>
          <a:chOff x="0" y="0"/>
          <a:chExt cx="0" cy="0"/>
        </a:xfrm>
      </p:grpSpPr>
      <p:sp>
        <p:nvSpPr>
          <p:cNvPr id="1192" name="Google Shape;1192;p40"/>
          <p:cNvSpPr/>
          <p:nvPr/>
        </p:nvSpPr>
        <p:spPr>
          <a:xfrm>
            <a:off x="2954537" y="3580238"/>
            <a:ext cx="3234900" cy="561900"/>
          </a:xfrm>
          <a:prstGeom prst="wedgeRectCallout">
            <a:avLst>
              <a:gd name="adj1" fmla="val -54371"/>
              <a:gd name="adj2" fmla="val 11025"/>
            </a:avLst>
          </a:prstGeom>
          <a:solidFill>
            <a:schemeClr val="dk2"/>
          </a:solidFill>
          <a:ln w="28575" cap="flat" cmpd="sng">
            <a:solidFill>
              <a:schemeClr val="accent4"/>
            </a:solidFill>
            <a:prstDash val="solid"/>
            <a:round/>
            <a:headEnd type="none" w="sm" len="sm"/>
            <a:tailEnd type="none" w="sm" len="sm"/>
          </a:ln>
          <a:effectLst>
            <a:outerShdw blurRad="57150" dist="19050" dir="5400000" algn="bl" rotWithShape="0">
              <a:schemeClr val="accent3">
                <a:alpha val="50000"/>
              </a:scheme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sz="2400" dirty="0" smtClean="0">
                <a:solidFill>
                  <a:schemeClr val="dk1"/>
                </a:solidFill>
                <a:latin typeface="McLaren"/>
                <a:ea typeface="McLaren"/>
                <a:cs typeface="McLaren"/>
                <a:sym typeface="McLaren"/>
              </a:rPr>
              <a:t>Better networking</a:t>
            </a:r>
            <a:endParaRPr dirty="0"/>
          </a:p>
        </p:txBody>
      </p:sp>
      <p:sp>
        <p:nvSpPr>
          <p:cNvPr id="1193" name="Google Shape;1193;p40"/>
          <p:cNvSpPr/>
          <p:nvPr/>
        </p:nvSpPr>
        <p:spPr>
          <a:xfrm flipH="1">
            <a:off x="2954587" y="2770050"/>
            <a:ext cx="3234900" cy="561900"/>
          </a:xfrm>
          <a:prstGeom prst="wedgeRectCallout">
            <a:avLst>
              <a:gd name="adj1" fmla="val -54371"/>
              <a:gd name="adj2" fmla="val 11025"/>
            </a:avLst>
          </a:prstGeom>
          <a:solidFill>
            <a:schemeClr val="dk1"/>
          </a:solidFill>
          <a:ln w="28575" cap="flat" cmpd="sng">
            <a:solidFill>
              <a:schemeClr val="accent4"/>
            </a:solidFill>
            <a:prstDash val="solid"/>
            <a:round/>
            <a:headEnd type="none" w="sm" len="sm"/>
            <a:tailEnd type="none" w="sm" len="sm"/>
          </a:ln>
          <a:effectLst>
            <a:outerShdw blurRad="57150" dist="19050" dir="5400000" algn="bl" rotWithShape="0">
              <a:schemeClr val="accent3">
                <a:alpha val="50000"/>
              </a:scheme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sz="2200" dirty="0" smtClean="0">
                <a:solidFill>
                  <a:schemeClr val="accent4"/>
                </a:solidFill>
                <a:latin typeface="McLaren"/>
                <a:ea typeface="McLaren"/>
                <a:cs typeface="McLaren"/>
                <a:sym typeface="McLaren"/>
              </a:rPr>
              <a:t>Professional </a:t>
            </a:r>
            <a:r>
              <a:rPr lang="en" sz="2200" dirty="0" smtClean="0">
                <a:solidFill>
                  <a:schemeClr val="accent4"/>
                </a:solidFill>
                <a:latin typeface="McLaren"/>
                <a:ea typeface="McLaren"/>
                <a:cs typeface="McLaren"/>
                <a:sym typeface="McLaren"/>
              </a:rPr>
              <a:t>growth</a:t>
            </a:r>
            <a:endParaRPr sz="2200" dirty="0"/>
          </a:p>
        </p:txBody>
      </p:sp>
      <p:sp>
        <p:nvSpPr>
          <p:cNvPr id="1194" name="Google Shape;1194;p40"/>
          <p:cNvSpPr/>
          <p:nvPr/>
        </p:nvSpPr>
        <p:spPr>
          <a:xfrm>
            <a:off x="2954525" y="1570463"/>
            <a:ext cx="3234900" cy="951300"/>
          </a:xfrm>
          <a:prstGeom prst="wedgeRectCallout">
            <a:avLst>
              <a:gd name="adj1" fmla="val -54567"/>
              <a:gd name="adj2" fmla="val 8478"/>
            </a:avLst>
          </a:prstGeom>
          <a:solidFill>
            <a:schemeClr val="dk2"/>
          </a:solidFill>
          <a:ln w="28575" cap="flat" cmpd="sng">
            <a:solidFill>
              <a:schemeClr val="accent4"/>
            </a:solidFill>
            <a:prstDash val="solid"/>
            <a:round/>
            <a:headEnd type="none" w="sm" len="sm"/>
            <a:tailEnd type="none" w="sm" len="sm"/>
          </a:ln>
          <a:effectLst>
            <a:outerShdw blurRad="57150" dist="19050" dir="5400000" algn="bl" rotWithShape="0">
              <a:schemeClr val="accent3">
                <a:alpha val="50000"/>
              </a:scheme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sz="2400" dirty="0" smtClean="0">
                <a:solidFill>
                  <a:schemeClr val="dk1"/>
                </a:solidFill>
                <a:latin typeface="McLaren"/>
                <a:ea typeface="McLaren"/>
                <a:cs typeface="McLaren"/>
                <a:sym typeface="McLaren"/>
              </a:rPr>
              <a:t>More job opportunities</a:t>
            </a:r>
            <a:endParaRPr dirty="0"/>
          </a:p>
        </p:txBody>
      </p:sp>
      <p:sp>
        <p:nvSpPr>
          <p:cNvPr id="1195" name="Google Shape;1195;p4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smtClean="0"/>
              <a:t>Professional benefits</a:t>
            </a:r>
            <a:endParaRPr dirty="0"/>
          </a:p>
        </p:txBody>
      </p:sp>
      <p:grpSp>
        <p:nvGrpSpPr>
          <p:cNvPr id="1196" name="Google Shape;1196;p40"/>
          <p:cNvGrpSpPr/>
          <p:nvPr/>
        </p:nvGrpSpPr>
        <p:grpSpPr>
          <a:xfrm>
            <a:off x="1949250" y="1696824"/>
            <a:ext cx="732052" cy="865908"/>
            <a:chOff x="113388" y="2827975"/>
            <a:chExt cx="322575" cy="381575"/>
          </a:xfrm>
        </p:grpSpPr>
        <p:sp>
          <p:nvSpPr>
            <p:cNvPr id="1197" name="Google Shape;1197;p40"/>
            <p:cNvSpPr/>
            <p:nvPr/>
          </p:nvSpPr>
          <p:spPr>
            <a:xfrm>
              <a:off x="113388" y="2827975"/>
              <a:ext cx="322575" cy="381575"/>
            </a:xfrm>
            <a:custGeom>
              <a:avLst/>
              <a:gdLst/>
              <a:ahLst/>
              <a:cxnLst/>
              <a:rect l="l" t="t" r="r" b="b"/>
              <a:pathLst>
                <a:path w="12903" h="15263" extrusionOk="0">
                  <a:moveTo>
                    <a:pt x="5210" y="0"/>
                  </a:moveTo>
                  <a:lnTo>
                    <a:pt x="4763" y="41"/>
                  </a:lnTo>
                  <a:lnTo>
                    <a:pt x="4234" y="163"/>
                  </a:lnTo>
                  <a:lnTo>
                    <a:pt x="3908" y="244"/>
                  </a:lnTo>
                  <a:lnTo>
                    <a:pt x="3664" y="366"/>
                  </a:lnTo>
                  <a:lnTo>
                    <a:pt x="3420" y="529"/>
                  </a:lnTo>
                  <a:lnTo>
                    <a:pt x="3175" y="733"/>
                  </a:lnTo>
                  <a:lnTo>
                    <a:pt x="2972" y="936"/>
                  </a:lnTo>
                  <a:lnTo>
                    <a:pt x="2809" y="1180"/>
                  </a:lnTo>
                  <a:lnTo>
                    <a:pt x="2687" y="1425"/>
                  </a:lnTo>
                  <a:lnTo>
                    <a:pt x="2606" y="1750"/>
                  </a:lnTo>
                  <a:lnTo>
                    <a:pt x="2483" y="2035"/>
                  </a:lnTo>
                  <a:lnTo>
                    <a:pt x="2443" y="2361"/>
                  </a:lnTo>
                  <a:lnTo>
                    <a:pt x="2321" y="3012"/>
                  </a:lnTo>
                  <a:lnTo>
                    <a:pt x="2321" y="3622"/>
                  </a:lnTo>
                  <a:lnTo>
                    <a:pt x="2321" y="4314"/>
                  </a:lnTo>
                  <a:lnTo>
                    <a:pt x="2361" y="4640"/>
                  </a:lnTo>
                  <a:lnTo>
                    <a:pt x="2443" y="4884"/>
                  </a:lnTo>
                  <a:lnTo>
                    <a:pt x="2402" y="4884"/>
                  </a:lnTo>
                  <a:lnTo>
                    <a:pt x="2321" y="4965"/>
                  </a:lnTo>
                  <a:lnTo>
                    <a:pt x="2280" y="5047"/>
                  </a:lnTo>
                  <a:lnTo>
                    <a:pt x="2199" y="5210"/>
                  </a:lnTo>
                  <a:lnTo>
                    <a:pt x="2158" y="5413"/>
                  </a:lnTo>
                  <a:lnTo>
                    <a:pt x="2199" y="5698"/>
                  </a:lnTo>
                  <a:lnTo>
                    <a:pt x="2239" y="5942"/>
                  </a:lnTo>
                  <a:lnTo>
                    <a:pt x="2402" y="6186"/>
                  </a:lnTo>
                  <a:lnTo>
                    <a:pt x="2606" y="6430"/>
                  </a:lnTo>
                  <a:lnTo>
                    <a:pt x="2728" y="6512"/>
                  </a:lnTo>
                  <a:lnTo>
                    <a:pt x="2809" y="6553"/>
                  </a:lnTo>
                  <a:lnTo>
                    <a:pt x="2809" y="6634"/>
                  </a:lnTo>
                  <a:lnTo>
                    <a:pt x="2972" y="7000"/>
                  </a:lnTo>
                  <a:lnTo>
                    <a:pt x="3094" y="7326"/>
                  </a:lnTo>
                  <a:lnTo>
                    <a:pt x="3216" y="7611"/>
                  </a:lnTo>
                  <a:lnTo>
                    <a:pt x="3379" y="7896"/>
                  </a:lnTo>
                  <a:lnTo>
                    <a:pt x="3582" y="8058"/>
                  </a:lnTo>
                  <a:lnTo>
                    <a:pt x="3827" y="8221"/>
                  </a:lnTo>
                  <a:lnTo>
                    <a:pt x="4071" y="8384"/>
                  </a:lnTo>
                  <a:lnTo>
                    <a:pt x="4315" y="8465"/>
                  </a:lnTo>
                  <a:lnTo>
                    <a:pt x="4437" y="8588"/>
                  </a:lnTo>
                  <a:lnTo>
                    <a:pt x="4722" y="8832"/>
                  </a:lnTo>
                  <a:lnTo>
                    <a:pt x="4925" y="8913"/>
                  </a:lnTo>
                  <a:lnTo>
                    <a:pt x="5048" y="8995"/>
                  </a:lnTo>
                  <a:lnTo>
                    <a:pt x="5048" y="9402"/>
                  </a:lnTo>
                  <a:lnTo>
                    <a:pt x="5048" y="9768"/>
                  </a:lnTo>
                  <a:lnTo>
                    <a:pt x="4803" y="10093"/>
                  </a:lnTo>
                  <a:lnTo>
                    <a:pt x="937" y="11559"/>
                  </a:lnTo>
                  <a:lnTo>
                    <a:pt x="733" y="11599"/>
                  </a:lnTo>
                  <a:lnTo>
                    <a:pt x="571" y="11681"/>
                  </a:lnTo>
                  <a:lnTo>
                    <a:pt x="408" y="11843"/>
                  </a:lnTo>
                  <a:lnTo>
                    <a:pt x="286" y="12006"/>
                  </a:lnTo>
                  <a:lnTo>
                    <a:pt x="164" y="12169"/>
                  </a:lnTo>
                  <a:lnTo>
                    <a:pt x="82" y="12332"/>
                  </a:lnTo>
                  <a:lnTo>
                    <a:pt x="1" y="12495"/>
                  </a:lnTo>
                  <a:lnTo>
                    <a:pt x="1" y="12739"/>
                  </a:lnTo>
                  <a:lnTo>
                    <a:pt x="1" y="15262"/>
                  </a:lnTo>
                  <a:lnTo>
                    <a:pt x="12902" y="15262"/>
                  </a:lnTo>
                  <a:lnTo>
                    <a:pt x="12902" y="12739"/>
                  </a:lnTo>
                  <a:lnTo>
                    <a:pt x="12862" y="12495"/>
                  </a:lnTo>
                  <a:lnTo>
                    <a:pt x="12780" y="12332"/>
                  </a:lnTo>
                  <a:lnTo>
                    <a:pt x="12740" y="12169"/>
                  </a:lnTo>
                  <a:lnTo>
                    <a:pt x="12618" y="12006"/>
                  </a:lnTo>
                  <a:lnTo>
                    <a:pt x="12455" y="11843"/>
                  </a:lnTo>
                  <a:lnTo>
                    <a:pt x="12333" y="11681"/>
                  </a:lnTo>
                  <a:lnTo>
                    <a:pt x="12129" y="11599"/>
                  </a:lnTo>
                  <a:lnTo>
                    <a:pt x="11966" y="11559"/>
                  </a:lnTo>
                  <a:lnTo>
                    <a:pt x="8059" y="10093"/>
                  </a:lnTo>
                  <a:lnTo>
                    <a:pt x="7815" y="9768"/>
                  </a:lnTo>
                  <a:lnTo>
                    <a:pt x="7815" y="9402"/>
                  </a:lnTo>
                  <a:lnTo>
                    <a:pt x="7815" y="8995"/>
                  </a:lnTo>
                  <a:lnTo>
                    <a:pt x="7937" y="8913"/>
                  </a:lnTo>
                  <a:lnTo>
                    <a:pt x="8141" y="8832"/>
                  </a:lnTo>
                  <a:lnTo>
                    <a:pt x="8466" y="8588"/>
                  </a:lnTo>
                  <a:lnTo>
                    <a:pt x="8588" y="8465"/>
                  </a:lnTo>
                  <a:lnTo>
                    <a:pt x="8833" y="8384"/>
                  </a:lnTo>
                  <a:lnTo>
                    <a:pt x="9036" y="8221"/>
                  </a:lnTo>
                  <a:lnTo>
                    <a:pt x="9280" y="8058"/>
                  </a:lnTo>
                  <a:lnTo>
                    <a:pt x="9484" y="7896"/>
                  </a:lnTo>
                  <a:lnTo>
                    <a:pt x="9647" y="7611"/>
                  </a:lnTo>
                  <a:lnTo>
                    <a:pt x="9809" y="7326"/>
                  </a:lnTo>
                  <a:lnTo>
                    <a:pt x="9931" y="7000"/>
                  </a:lnTo>
                  <a:lnTo>
                    <a:pt x="10054" y="6634"/>
                  </a:lnTo>
                  <a:lnTo>
                    <a:pt x="10054" y="6553"/>
                  </a:lnTo>
                  <a:lnTo>
                    <a:pt x="10135" y="6512"/>
                  </a:lnTo>
                  <a:lnTo>
                    <a:pt x="10257" y="6430"/>
                  </a:lnTo>
                  <a:lnTo>
                    <a:pt x="10501" y="6186"/>
                  </a:lnTo>
                  <a:lnTo>
                    <a:pt x="10623" y="5942"/>
                  </a:lnTo>
                  <a:lnTo>
                    <a:pt x="10705" y="5698"/>
                  </a:lnTo>
                  <a:lnTo>
                    <a:pt x="10705" y="5413"/>
                  </a:lnTo>
                  <a:lnTo>
                    <a:pt x="10705" y="5210"/>
                  </a:lnTo>
                  <a:lnTo>
                    <a:pt x="10623" y="5047"/>
                  </a:lnTo>
                  <a:lnTo>
                    <a:pt x="10542" y="4965"/>
                  </a:lnTo>
                  <a:lnTo>
                    <a:pt x="10501" y="4884"/>
                  </a:lnTo>
                  <a:lnTo>
                    <a:pt x="10461" y="4884"/>
                  </a:lnTo>
                  <a:lnTo>
                    <a:pt x="10501" y="4640"/>
                  </a:lnTo>
                  <a:lnTo>
                    <a:pt x="10542" y="4314"/>
                  </a:lnTo>
                  <a:lnTo>
                    <a:pt x="10542" y="3622"/>
                  </a:lnTo>
                  <a:lnTo>
                    <a:pt x="10542" y="3012"/>
                  </a:lnTo>
                  <a:lnTo>
                    <a:pt x="10461" y="2361"/>
                  </a:lnTo>
                  <a:lnTo>
                    <a:pt x="10420" y="2035"/>
                  </a:lnTo>
                  <a:lnTo>
                    <a:pt x="10298" y="1750"/>
                  </a:lnTo>
                  <a:lnTo>
                    <a:pt x="10176" y="1425"/>
                  </a:lnTo>
                  <a:lnTo>
                    <a:pt x="10054" y="1180"/>
                  </a:lnTo>
                  <a:lnTo>
                    <a:pt x="9891" y="936"/>
                  </a:lnTo>
                  <a:lnTo>
                    <a:pt x="9687" y="733"/>
                  </a:lnTo>
                  <a:lnTo>
                    <a:pt x="9484" y="529"/>
                  </a:lnTo>
                  <a:lnTo>
                    <a:pt x="9240" y="366"/>
                  </a:lnTo>
                  <a:lnTo>
                    <a:pt x="8955" y="244"/>
                  </a:lnTo>
                  <a:lnTo>
                    <a:pt x="8670" y="163"/>
                  </a:lnTo>
                  <a:lnTo>
                    <a:pt x="8100" y="41"/>
                  </a:lnTo>
                  <a:lnTo>
                    <a:pt x="7693" y="0"/>
                  </a:lnTo>
                  <a:lnTo>
                    <a:pt x="7286" y="41"/>
                  </a:lnTo>
                  <a:lnTo>
                    <a:pt x="6960" y="81"/>
                  </a:lnTo>
                  <a:lnTo>
                    <a:pt x="6757" y="163"/>
                  </a:lnTo>
                  <a:lnTo>
                    <a:pt x="6594" y="244"/>
                  </a:lnTo>
                  <a:lnTo>
                    <a:pt x="6431" y="326"/>
                  </a:lnTo>
                  <a:lnTo>
                    <a:pt x="6309" y="244"/>
                  </a:lnTo>
                  <a:lnTo>
                    <a:pt x="6146" y="163"/>
                  </a:lnTo>
                  <a:lnTo>
                    <a:pt x="5902" y="81"/>
                  </a:lnTo>
                  <a:lnTo>
                    <a:pt x="5617" y="41"/>
                  </a:lnTo>
                  <a:lnTo>
                    <a:pt x="5210" y="0"/>
                  </a:lnTo>
                  <a:close/>
                </a:path>
              </a:pathLst>
            </a:custGeom>
            <a:solidFill>
              <a:schemeClr val="accent4"/>
            </a:solidFill>
            <a:ln w="76200" cap="flat" cmpd="sng">
              <a:solidFill>
                <a:schemeClr val="accent4"/>
              </a:solidFill>
              <a:prstDash val="solid"/>
              <a:round/>
              <a:headEnd type="none" w="sm" len="sm"/>
              <a:tailEnd type="none" w="sm" len="sm"/>
            </a:ln>
            <a:effectLst>
              <a:outerShdw blurRad="57150" algn="bl" rotWithShape="0">
                <a:schemeClr val="dk1">
                  <a:alpha val="2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98" name="Google Shape;1198;p40"/>
            <p:cNvGrpSpPr/>
            <p:nvPr/>
          </p:nvGrpSpPr>
          <p:grpSpPr>
            <a:xfrm>
              <a:off x="113400" y="2827975"/>
              <a:ext cx="322550" cy="381575"/>
              <a:chOff x="2237475" y="3088450"/>
              <a:chExt cx="322550" cy="381575"/>
            </a:xfrm>
          </p:grpSpPr>
          <p:sp>
            <p:nvSpPr>
              <p:cNvPr id="1199" name="Google Shape;1199;p40"/>
              <p:cNvSpPr/>
              <p:nvPr/>
            </p:nvSpPr>
            <p:spPr>
              <a:xfrm>
                <a:off x="2237475" y="3302100"/>
                <a:ext cx="322550" cy="167925"/>
              </a:xfrm>
              <a:custGeom>
                <a:avLst/>
                <a:gdLst/>
                <a:ahLst/>
                <a:cxnLst/>
                <a:rect l="l" t="t" r="r" b="b"/>
                <a:pathLst>
                  <a:path w="12902" h="6717" extrusionOk="0">
                    <a:moveTo>
                      <a:pt x="5088" y="1"/>
                    </a:moveTo>
                    <a:lnTo>
                      <a:pt x="5088" y="1425"/>
                    </a:lnTo>
                    <a:lnTo>
                      <a:pt x="936" y="3013"/>
                    </a:lnTo>
                    <a:lnTo>
                      <a:pt x="733" y="3053"/>
                    </a:lnTo>
                    <a:lnTo>
                      <a:pt x="570" y="3175"/>
                    </a:lnTo>
                    <a:lnTo>
                      <a:pt x="407" y="3298"/>
                    </a:lnTo>
                    <a:lnTo>
                      <a:pt x="285" y="3460"/>
                    </a:lnTo>
                    <a:lnTo>
                      <a:pt x="163" y="3623"/>
                    </a:lnTo>
                    <a:lnTo>
                      <a:pt x="82" y="3786"/>
                    </a:lnTo>
                    <a:lnTo>
                      <a:pt x="0" y="3949"/>
                    </a:lnTo>
                    <a:lnTo>
                      <a:pt x="0" y="4193"/>
                    </a:lnTo>
                    <a:lnTo>
                      <a:pt x="0" y="6716"/>
                    </a:lnTo>
                    <a:lnTo>
                      <a:pt x="12902" y="6716"/>
                    </a:lnTo>
                    <a:lnTo>
                      <a:pt x="12902" y="4193"/>
                    </a:lnTo>
                    <a:lnTo>
                      <a:pt x="12861" y="3949"/>
                    </a:lnTo>
                    <a:lnTo>
                      <a:pt x="12820" y="3786"/>
                    </a:lnTo>
                    <a:lnTo>
                      <a:pt x="12739" y="3623"/>
                    </a:lnTo>
                    <a:lnTo>
                      <a:pt x="12658" y="3460"/>
                    </a:lnTo>
                    <a:lnTo>
                      <a:pt x="12495" y="3298"/>
                    </a:lnTo>
                    <a:lnTo>
                      <a:pt x="12332" y="3175"/>
                    </a:lnTo>
                    <a:lnTo>
                      <a:pt x="12169" y="3053"/>
                    </a:lnTo>
                    <a:lnTo>
                      <a:pt x="11966" y="3013"/>
                    </a:lnTo>
                    <a:lnTo>
                      <a:pt x="7814" y="1425"/>
                    </a:lnTo>
                    <a:lnTo>
                      <a:pt x="7814" y="1"/>
                    </a:lnTo>
                    <a:close/>
                  </a:path>
                </a:pathLst>
              </a:custGeom>
              <a:solidFill>
                <a:srgbClr val="FFD5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0" name="Google Shape;1200;p40"/>
              <p:cNvSpPr/>
              <p:nvPr/>
            </p:nvSpPr>
            <p:spPr>
              <a:xfrm>
                <a:off x="2364650" y="3302100"/>
                <a:ext cx="68200" cy="30550"/>
              </a:xfrm>
              <a:custGeom>
                <a:avLst/>
                <a:gdLst/>
                <a:ahLst/>
                <a:cxnLst/>
                <a:rect l="l" t="t" r="r" b="b"/>
                <a:pathLst>
                  <a:path w="2728" h="1222" extrusionOk="0">
                    <a:moveTo>
                      <a:pt x="1" y="1"/>
                    </a:moveTo>
                    <a:lnTo>
                      <a:pt x="1" y="856"/>
                    </a:lnTo>
                    <a:lnTo>
                      <a:pt x="326" y="1018"/>
                    </a:lnTo>
                    <a:lnTo>
                      <a:pt x="652" y="1100"/>
                    </a:lnTo>
                    <a:lnTo>
                      <a:pt x="1018" y="1181"/>
                    </a:lnTo>
                    <a:lnTo>
                      <a:pt x="1384" y="1222"/>
                    </a:lnTo>
                    <a:lnTo>
                      <a:pt x="1710" y="1181"/>
                    </a:lnTo>
                    <a:lnTo>
                      <a:pt x="2036" y="1100"/>
                    </a:lnTo>
                    <a:lnTo>
                      <a:pt x="2402" y="1018"/>
                    </a:lnTo>
                    <a:lnTo>
                      <a:pt x="2727" y="856"/>
                    </a:lnTo>
                    <a:lnTo>
                      <a:pt x="2727" y="1"/>
                    </a:lnTo>
                    <a:close/>
                  </a:path>
                </a:pathLst>
              </a:custGeom>
              <a:solidFill>
                <a:srgbClr val="000000">
                  <a:alpha val="95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1" name="Google Shape;1201;p40"/>
              <p:cNvSpPr/>
              <p:nvPr/>
            </p:nvSpPr>
            <p:spPr>
              <a:xfrm>
                <a:off x="2399250" y="3113875"/>
                <a:ext cx="95675" cy="197425"/>
              </a:xfrm>
              <a:custGeom>
                <a:avLst/>
                <a:gdLst/>
                <a:ahLst/>
                <a:cxnLst/>
                <a:rect l="l" t="t" r="r" b="b"/>
                <a:pathLst>
                  <a:path w="3827" h="7897" extrusionOk="0">
                    <a:moveTo>
                      <a:pt x="0" y="1"/>
                    </a:moveTo>
                    <a:lnTo>
                      <a:pt x="0" y="7896"/>
                    </a:lnTo>
                    <a:lnTo>
                      <a:pt x="245" y="7896"/>
                    </a:lnTo>
                    <a:lnTo>
                      <a:pt x="529" y="7856"/>
                    </a:lnTo>
                    <a:lnTo>
                      <a:pt x="936" y="7856"/>
                    </a:lnTo>
                    <a:lnTo>
                      <a:pt x="1343" y="7733"/>
                    </a:lnTo>
                    <a:lnTo>
                      <a:pt x="1832" y="7571"/>
                    </a:lnTo>
                    <a:lnTo>
                      <a:pt x="2361" y="7367"/>
                    </a:lnTo>
                    <a:lnTo>
                      <a:pt x="2564" y="7204"/>
                    </a:lnTo>
                    <a:lnTo>
                      <a:pt x="2849" y="7042"/>
                    </a:lnTo>
                    <a:lnTo>
                      <a:pt x="3012" y="6879"/>
                    </a:lnTo>
                    <a:lnTo>
                      <a:pt x="3175" y="6594"/>
                    </a:lnTo>
                    <a:lnTo>
                      <a:pt x="3338" y="6309"/>
                    </a:lnTo>
                    <a:lnTo>
                      <a:pt x="3501" y="5983"/>
                    </a:lnTo>
                    <a:lnTo>
                      <a:pt x="3582" y="5617"/>
                    </a:lnTo>
                    <a:lnTo>
                      <a:pt x="3663" y="5210"/>
                    </a:lnTo>
                    <a:lnTo>
                      <a:pt x="3785" y="4396"/>
                    </a:lnTo>
                    <a:lnTo>
                      <a:pt x="3826" y="3541"/>
                    </a:lnTo>
                    <a:lnTo>
                      <a:pt x="3826" y="2809"/>
                    </a:lnTo>
                    <a:lnTo>
                      <a:pt x="3785" y="2158"/>
                    </a:lnTo>
                    <a:lnTo>
                      <a:pt x="3704" y="1954"/>
                    </a:lnTo>
                    <a:lnTo>
                      <a:pt x="3663" y="1791"/>
                    </a:lnTo>
                    <a:lnTo>
                      <a:pt x="3541" y="1669"/>
                    </a:lnTo>
                    <a:lnTo>
                      <a:pt x="3378" y="1507"/>
                    </a:lnTo>
                    <a:lnTo>
                      <a:pt x="3175" y="1384"/>
                    </a:lnTo>
                    <a:lnTo>
                      <a:pt x="2931" y="1222"/>
                    </a:lnTo>
                    <a:lnTo>
                      <a:pt x="2320" y="896"/>
                    </a:lnTo>
                    <a:lnTo>
                      <a:pt x="1669" y="611"/>
                    </a:lnTo>
                    <a:lnTo>
                      <a:pt x="489" y="163"/>
                    </a:lnTo>
                    <a:lnTo>
                      <a:pt x="0" y="1"/>
                    </a:lnTo>
                    <a:close/>
                  </a:path>
                </a:pathLst>
              </a:custGeom>
              <a:solidFill>
                <a:srgbClr val="F2A7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2" name="Google Shape;1202;p40"/>
              <p:cNvSpPr/>
              <p:nvPr/>
            </p:nvSpPr>
            <p:spPr>
              <a:xfrm>
                <a:off x="2302575" y="3113875"/>
                <a:ext cx="96700" cy="197425"/>
              </a:xfrm>
              <a:custGeom>
                <a:avLst/>
                <a:gdLst/>
                <a:ahLst/>
                <a:cxnLst/>
                <a:rect l="l" t="t" r="r" b="b"/>
                <a:pathLst>
                  <a:path w="3868" h="7897" extrusionOk="0">
                    <a:moveTo>
                      <a:pt x="3867" y="1"/>
                    </a:moveTo>
                    <a:lnTo>
                      <a:pt x="3338" y="163"/>
                    </a:lnTo>
                    <a:lnTo>
                      <a:pt x="2158" y="611"/>
                    </a:lnTo>
                    <a:lnTo>
                      <a:pt x="1507" y="896"/>
                    </a:lnTo>
                    <a:lnTo>
                      <a:pt x="896" y="1222"/>
                    </a:lnTo>
                    <a:lnTo>
                      <a:pt x="652" y="1384"/>
                    </a:lnTo>
                    <a:lnTo>
                      <a:pt x="408" y="1507"/>
                    </a:lnTo>
                    <a:lnTo>
                      <a:pt x="245" y="1669"/>
                    </a:lnTo>
                    <a:lnTo>
                      <a:pt x="164" y="1791"/>
                    </a:lnTo>
                    <a:lnTo>
                      <a:pt x="82" y="1954"/>
                    </a:lnTo>
                    <a:lnTo>
                      <a:pt x="82" y="2158"/>
                    </a:lnTo>
                    <a:lnTo>
                      <a:pt x="1" y="2809"/>
                    </a:lnTo>
                    <a:lnTo>
                      <a:pt x="1" y="3541"/>
                    </a:lnTo>
                    <a:lnTo>
                      <a:pt x="42" y="4396"/>
                    </a:lnTo>
                    <a:lnTo>
                      <a:pt x="164" y="5210"/>
                    </a:lnTo>
                    <a:lnTo>
                      <a:pt x="245" y="5617"/>
                    </a:lnTo>
                    <a:lnTo>
                      <a:pt x="367" y="5983"/>
                    </a:lnTo>
                    <a:lnTo>
                      <a:pt x="489" y="6309"/>
                    </a:lnTo>
                    <a:lnTo>
                      <a:pt x="611" y="6594"/>
                    </a:lnTo>
                    <a:lnTo>
                      <a:pt x="774" y="6879"/>
                    </a:lnTo>
                    <a:lnTo>
                      <a:pt x="978" y="7042"/>
                    </a:lnTo>
                    <a:lnTo>
                      <a:pt x="1222" y="7204"/>
                    </a:lnTo>
                    <a:lnTo>
                      <a:pt x="1507" y="7367"/>
                    </a:lnTo>
                    <a:lnTo>
                      <a:pt x="1995" y="7571"/>
                    </a:lnTo>
                    <a:lnTo>
                      <a:pt x="2484" y="7733"/>
                    </a:lnTo>
                    <a:lnTo>
                      <a:pt x="2931" y="7856"/>
                    </a:lnTo>
                    <a:lnTo>
                      <a:pt x="3298" y="7856"/>
                    </a:lnTo>
                    <a:lnTo>
                      <a:pt x="3582" y="7896"/>
                    </a:lnTo>
                    <a:lnTo>
                      <a:pt x="3867" y="7896"/>
                    </a:lnTo>
                    <a:lnTo>
                      <a:pt x="3867" y="1"/>
                    </a:lnTo>
                    <a:close/>
                  </a:path>
                </a:pathLst>
              </a:custGeom>
              <a:solidFill>
                <a:srgbClr val="F2A7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 name="Google Shape;1203;p40"/>
              <p:cNvSpPr/>
              <p:nvPr/>
            </p:nvSpPr>
            <p:spPr>
              <a:xfrm>
                <a:off x="2320900" y="3139325"/>
                <a:ext cx="155700" cy="183150"/>
              </a:xfrm>
              <a:custGeom>
                <a:avLst/>
                <a:gdLst/>
                <a:ahLst/>
                <a:cxnLst/>
                <a:rect l="l" t="t" r="r" b="b"/>
                <a:pathLst>
                  <a:path w="6228" h="7326" extrusionOk="0">
                    <a:moveTo>
                      <a:pt x="1751" y="0"/>
                    </a:moveTo>
                    <a:lnTo>
                      <a:pt x="1384" y="41"/>
                    </a:lnTo>
                    <a:lnTo>
                      <a:pt x="1059" y="122"/>
                    </a:lnTo>
                    <a:lnTo>
                      <a:pt x="774" y="285"/>
                    </a:lnTo>
                    <a:lnTo>
                      <a:pt x="489" y="489"/>
                    </a:lnTo>
                    <a:lnTo>
                      <a:pt x="285" y="733"/>
                    </a:lnTo>
                    <a:lnTo>
                      <a:pt x="163" y="1018"/>
                    </a:lnTo>
                    <a:lnTo>
                      <a:pt x="1" y="1384"/>
                    </a:lnTo>
                    <a:lnTo>
                      <a:pt x="1" y="1709"/>
                    </a:lnTo>
                    <a:lnTo>
                      <a:pt x="1" y="4274"/>
                    </a:lnTo>
                    <a:lnTo>
                      <a:pt x="1" y="4640"/>
                    </a:lnTo>
                    <a:lnTo>
                      <a:pt x="82" y="5006"/>
                    </a:lnTo>
                    <a:lnTo>
                      <a:pt x="204" y="5372"/>
                    </a:lnTo>
                    <a:lnTo>
                      <a:pt x="367" y="5739"/>
                    </a:lnTo>
                    <a:lnTo>
                      <a:pt x="570" y="6024"/>
                    </a:lnTo>
                    <a:lnTo>
                      <a:pt x="815" y="6308"/>
                    </a:lnTo>
                    <a:lnTo>
                      <a:pt x="1099" y="6553"/>
                    </a:lnTo>
                    <a:lnTo>
                      <a:pt x="1425" y="6797"/>
                    </a:lnTo>
                    <a:lnTo>
                      <a:pt x="1588" y="6878"/>
                    </a:lnTo>
                    <a:lnTo>
                      <a:pt x="1954" y="7082"/>
                    </a:lnTo>
                    <a:lnTo>
                      <a:pt x="2361" y="7204"/>
                    </a:lnTo>
                    <a:lnTo>
                      <a:pt x="2727" y="7285"/>
                    </a:lnTo>
                    <a:lnTo>
                      <a:pt x="3134" y="7326"/>
                    </a:lnTo>
                    <a:lnTo>
                      <a:pt x="3501" y="7285"/>
                    </a:lnTo>
                    <a:lnTo>
                      <a:pt x="3908" y="7204"/>
                    </a:lnTo>
                    <a:lnTo>
                      <a:pt x="4274" y="7082"/>
                    </a:lnTo>
                    <a:lnTo>
                      <a:pt x="4600" y="6878"/>
                    </a:lnTo>
                    <a:lnTo>
                      <a:pt x="4803" y="6797"/>
                    </a:lnTo>
                    <a:lnTo>
                      <a:pt x="5129" y="6553"/>
                    </a:lnTo>
                    <a:lnTo>
                      <a:pt x="5373" y="6308"/>
                    </a:lnTo>
                    <a:lnTo>
                      <a:pt x="5658" y="6024"/>
                    </a:lnTo>
                    <a:lnTo>
                      <a:pt x="5821" y="5739"/>
                    </a:lnTo>
                    <a:lnTo>
                      <a:pt x="5983" y="5372"/>
                    </a:lnTo>
                    <a:lnTo>
                      <a:pt x="6146" y="5006"/>
                    </a:lnTo>
                    <a:lnTo>
                      <a:pt x="6187" y="4640"/>
                    </a:lnTo>
                    <a:lnTo>
                      <a:pt x="6228" y="4274"/>
                    </a:lnTo>
                    <a:lnTo>
                      <a:pt x="6228" y="1709"/>
                    </a:lnTo>
                    <a:lnTo>
                      <a:pt x="6187" y="1384"/>
                    </a:lnTo>
                    <a:lnTo>
                      <a:pt x="6105" y="1018"/>
                    </a:lnTo>
                    <a:lnTo>
                      <a:pt x="5943" y="733"/>
                    </a:lnTo>
                    <a:lnTo>
                      <a:pt x="5698" y="489"/>
                    </a:lnTo>
                    <a:lnTo>
                      <a:pt x="5454" y="285"/>
                    </a:lnTo>
                    <a:lnTo>
                      <a:pt x="5169" y="122"/>
                    </a:lnTo>
                    <a:lnTo>
                      <a:pt x="4844" y="41"/>
                    </a:lnTo>
                    <a:lnTo>
                      <a:pt x="4477" y="0"/>
                    </a:lnTo>
                    <a:close/>
                  </a:path>
                </a:pathLst>
              </a:custGeom>
              <a:solidFill>
                <a:srgbClr val="FFD5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1204;p40"/>
              <p:cNvSpPr/>
              <p:nvPr/>
            </p:nvSpPr>
            <p:spPr>
              <a:xfrm>
                <a:off x="2484725" y="3210550"/>
                <a:ext cx="21375" cy="43775"/>
              </a:xfrm>
              <a:custGeom>
                <a:avLst/>
                <a:gdLst/>
                <a:ahLst/>
                <a:cxnLst/>
                <a:rect l="l" t="t" r="r" b="b"/>
                <a:pathLst>
                  <a:path w="855" h="1751" extrusionOk="0">
                    <a:moveTo>
                      <a:pt x="366" y="0"/>
                    </a:moveTo>
                    <a:lnTo>
                      <a:pt x="244" y="41"/>
                    </a:lnTo>
                    <a:lnTo>
                      <a:pt x="204" y="81"/>
                    </a:lnTo>
                    <a:lnTo>
                      <a:pt x="82" y="204"/>
                    </a:lnTo>
                    <a:lnTo>
                      <a:pt x="0" y="326"/>
                    </a:lnTo>
                    <a:lnTo>
                      <a:pt x="0" y="366"/>
                    </a:lnTo>
                    <a:lnTo>
                      <a:pt x="0" y="1628"/>
                    </a:lnTo>
                    <a:lnTo>
                      <a:pt x="0" y="1669"/>
                    </a:lnTo>
                    <a:lnTo>
                      <a:pt x="41" y="1709"/>
                    </a:lnTo>
                    <a:lnTo>
                      <a:pt x="82" y="1750"/>
                    </a:lnTo>
                    <a:lnTo>
                      <a:pt x="122" y="1709"/>
                    </a:lnTo>
                    <a:lnTo>
                      <a:pt x="244" y="1628"/>
                    </a:lnTo>
                    <a:lnTo>
                      <a:pt x="407" y="1547"/>
                    </a:lnTo>
                    <a:lnTo>
                      <a:pt x="611" y="1302"/>
                    </a:lnTo>
                    <a:lnTo>
                      <a:pt x="733" y="1058"/>
                    </a:lnTo>
                    <a:lnTo>
                      <a:pt x="855" y="814"/>
                    </a:lnTo>
                    <a:lnTo>
                      <a:pt x="855" y="529"/>
                    </a:lnTo>
                    <a:lnTo>
                      <a:pt x="855" y="326"/>
                    </a:lnTo>
                    <a:lnTo>
                      <a:pt x="733" y="163"/>
                    </a:lnTo>
                    <a:lnTo>
                      <a:pt x="692" y="81"/>
                    </a:lnTo>
                    <a:lnTo>
                      <a:pt x="611" y="41"/>
                    </a:lnTo>
                    <a:lnTo>
                      <a:pt x="489" y="0"/>
                    </a:lnTo>
                    <a:close/>
                  </a:path>
                </a:pathLst>
              </a:custGeom>
              <a:solidFill>
                <a:srgbClr val="FFD5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 name="Google Shape;1205;p40"/>
              <p:cNvSpPr/>
              <p:nvPr/>
            </p:nvSpPr>
            <p:spPr>
              <a:xfrm>
                <a:off x="2291400" y="3210550"/>
                <a:ext cx="21375" cy="43775"/>
              </a:xfrm>
              <a:custGeom>
                <a:avLst/>
                <a:gdLst/>
                <a:ahLst/>
                <a:cxnLst/>
                <a:rect l="l" t="t" r="r" b="b"/>
                <a:pathLst>
                  <a:path w="855" h="1751" extrusionOk="0">
                    <a:moveTo>
                      <a:pt x="367" y="0"/>
                    </a:moveTo>
                    <a:lnTo>
                      <a:pt x="244" y="41"/>
                    </a:lnTo>
                    <a:lnTo>
                      <a:pt x="163" y="81"/>
                    </a:lnTo>
                    <a:lnTo>
                      <a:pt x="122" y="163"/>
                    </a:lnTo>
                    <a:lnTo>
                      <a:pt x="41" y="326"/>
                    </a:lnTo>
                    <a:lnTo>
                      <a:pt x="0" y="529"/>
                    </a:lnTo>
                    <a:lnTo>
                      <a:pt x="41" y="814"/>
                    </a:lnTo>
                    <a:lnTo>
                      <a:pt x="82" y="1058"/>
                    </a:lnTo>
                    <a:lnTo>
                      <a:pt x="244" y="1302"/>
                    </a:lnTo>
                    <a:lnTo>
                      <a:pt x="448" y="1547"/>
                    </a:lnTo>
                    <a:lnTo>
                      <a:pt x="570" y="1628"/>
                    </a:lnTo>
                    <a:lnTo>
                      <a:pt x="733" y="1709"/>
                    </a:lnTo>
                    <a:lnTo>
                      <a:pt x="774" y="1750"/>
                    </a:lnTo>
                    <a:lnTo>
                      <a:pt x="814" y="1709"/>
                    </a:lnTo>
                    <a:lnTo>
                      <a:pt x="855" y="1669"/>
                    </a:lnTo>
                    <a:lnTo>
                      <a:pt x="855" y="1628"/>
                    </a:lnTo>
                    <a:lnTo>
                      <a:pt x="855" y="366"/>
                    </a:lnTo>
                    <a:lnTo>
                      <a:pt x="855" y="326"/>
                    </a:lnTo>
                    <a:lnTo>
                      <a:pt x="814" y="204"/>
                    </a:lnTo>
                    <a:lnTo>
                      <a:pt x="692" y="81"/>
                    </a:lnTo>
                    <a:lnTo>
                      <a:pt x="570" y="41"/>
                    </a:lnTo>
                    <a:lnTo>
                      <a:pt x="489" y="0"/>
                    </a:lnTo>
                    <a:close/>
                  </a:path>
                </a:pathLst>
              </a:custGeom>
              <a:solidFill>
                <a:srgbClr val="FFD5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206;p40"/>
              <p:cNvSpPr/>
              <p:nvPr/>
            </p:nvSpPr>
            <p:spPr>
              <a:xfrm>
                <a:off x="2426725" y="3210550"/>
                <a:ext cx="12225" cy="22400"/>
              </a:xfrm>
              <a:custGeom>
                <a:avLst/>
                <a:gdLst/>
                <a:ahLst/>
                <a:cxnLst/>
                <a:rect l="l" t="t" r="r" b="b"/>
                <a:pathLst>
                  <a:path w="489" h="896" extrusionOk="0">
                    <a:moveTo>
                      <a:pt x="244" y="0"/>
                    </a:moveTo>
                    <a:lnTo>
                      <a:pt x="163" y="41"/>
                    </a:lnTo>
                    <a:lnTo>
                      <a:pt x="82" y="122"/>
                    </a:lnTo>
                    <a:lnTo>
                      <a:pt x="41" y="285"/>
                    </a:lnTo>
                    <a:lnTo>
                      <a:pt x="0" y="448"/>
                    </a:lnTo>
                    <a:lnTo>
                      <a:pt x="41" y="651"/>
                    </a:lnTo>
                    <a:lnTo>
                      <a:pt x="82" y="773"/>
                    </a:lnTo>
                    <a:lnTo>
                      <a:pt x="163" y="855"/>
                    </a:lnTo>
                    <a:lnTo>
                      <a:pt x="244" y="895"/>
                    </a:lnTo>
                    <a:lnTo>
                      <a:pt x="367" y="855"/>
                    </a:lnTo>
                    <a:lnTo>
                      <a:pt x="448" y="773"/>
                    </a:lnTo>
                    <a:lnTo>
                      <a:pt x="489" y="651"/>
                    </a:lnTo>
                    <a:lnTo>
                      <a:pt x="489" y="448"/>
                    </a:lnTo>
                    <a:lnTo>
                      <a:pt x="489" y="285"/>
                    </a:lnTo>
                    <a:lnTo>
                      <a:pt x="448" y="122"/>
                    </a:lnTo>
                    <a:lnTo>
                      <a:pt x="367" y="41"/>
                    </a:lnTo>
                    <a:lnTo>
                      <a:pt x="244" y="0"/>
                    </a:lnTo>
                    <a:close/>
                  </a:path>
                </a:pathLst>
              </a:custGeom>
              <a:solidFill>
                <a:srgbClr val="171719"/>
              </a:solidFill>
              <a:ln w="2025" cap="rnd" cmpd="sng">
                <a:solidFill>
                  <a:srgbClr val="17171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 name="Google Shape;1207;p40"/>
              <p:cNvSpPr/>
              <p:nvPr/>
            </p:nvSpPr>
            <p:spPr>
              <a:xfrm>
                <a:off x="2357525" y="3210550"/>
                <a:ext cx="13250" cy="22400"/>
              </a:xfrm>
              <a:custGeom>
                <a:avLst/>
                <a:gdLst/>
                <a:ahLst/>
                <a:cxnLst/>
                <a:rect l="l" t="t" r="r" b="b"/>
                <a:pathLst>
                  <a:path w="530" h="896" extrusionOk="0">
                    <a:moveTo>
                      <a:pt x="286" y="0"/>
                    </a:moveTo>
                    <a:lnTo>
                      <a:pt x="164" y="41"/>
                    </a:lnTo>
                    <a:lnTo>
                      <a:pt x="82" y="122"/>
                    </a:lnTo>
                    <a:lnTo>
                      <a:pt x="41" y="285"/>
                    </a:lnTo>
                    <a:lnTo>
                      <a:pt x="1" y="448"/>
                    </a:lnTo>
                    <a:lnTo>
                      <a:pt x="41" y="651"/>
                    </a:lnTo>
                    <a:lnTo>
                      <a:pt x="82" y="773"/>
                    </a:lnTo>
                    <a:lnTo>
                      <a:pt x="164" y="855"/>
                    </a:lnTo>
                    <a:lnTo>
                      <a:pt x="286" y="895"/>
                    </a:lnTo>
                    <a:lnTo>
                      <a:pt x="367" y="855"/>
                    </a:lnTo>
                    <a:lnTo>
                      <a:pt x="448" y="773"/>
                    </a:lnTo>
                    <a:lnTo>
                      <a:pt x="489" y="651"/>
                    </a:lnTo>
                    <a:lnTo>
                      <a:pt x="530" y="448"/>
                    </a:lnTo>
                    <a:lnTo>
                      <a:pt x="489" y="285"/>
                    </a:lnTo>
                    <a:lnTo>
                      <a:pt x="448" y="122"/>
                    </a:lnTo>
                    <a:lnTo>
                      <a:pt x="367" y="41"/>
                    </a:lnTo>
                    <a:lnTo>
                      <a:pt x="286" y="0"/>
                    </a:lnTo>
                    <a:close/>
                  </a:path>
                </a:pathLst>
              </a:custGeom>
              <a:solidFill>
                <a:srgbClr val="171719"/>
              </a:solidFill>
              <a:ln w="2025" cap="rnd" cmpd="sng">
                <a:solidFill>
                  <a:srgbClr val="17171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8" name="Google Shape;1208;p40"/>
              <p:cNvSpPr/>
              <p:nvPr/>
            </p:nvSpPr>
            <p:spPr>
              <a:xfrm>
                <a:off x="2382975" y="3213600"/>
                <a:ext cx="32575" cy="50900"/>
              </a:xfrm>
              <a:custGeom>
                <a:avLst/>
                <a:gdLst/>
                <a:ahLst/>
                <a:cxnLst/>
                <a:rect l="l" t="t" r="r" b="b"/>
                <a:pathLst>
                  <a:path w="1303" h="2036" extrusionOk="0">
                    <a:moveTo>
                      <a:pt x="651" y="0"/>
                    </a:moveTo>
                    <a:lnTo>
                      <a:pt x="529" y="41"/>
                    </a:lnTo>
                    <a:lnTo>
                      <a:pt x="489" y="82"/>
                    </a:lnTo>
                    <a:lnTo>
                      <a:pt x="448" y="204"/>
                    </a:lnTo>
                    <a:lnTo>
                      <a:pt x="407" y="326"/>
                    </a:lnTo>
                    <a:lnTo>
                      <a:pt x="366" y="651"/>
                    </a:lnTo>
                    <a:lnTo>
                      <a:pt x="326" y="1018"/>
                    </a:lnTo>
                    <a:lnTo>
                      <a:pt x="326" y="1140"/>
                    </a:lnTo>
                    <a:lnTo>
                      <a:pt x="285" y="1221"/>
                    </a:lnTo>
                    <a:lnTo>
                      <a:pt x="204" y="1384"/>
                    </a:lnTo>
                    <a:lnTo>
                      <a:pt x="41" y="1506"/>
                    </a:lnTo>
                    <a:lnTo>
                      <a:pt x="41" y="1547"/>
                    </a:lnTo>
                    <a:lnTo>
                      <a:pt x="0" y="1628"/>
                    </a:lnTo>
                    <a:lnTo>
                      <a:pt x="0" y="1710"/>
                    </a:lnTo>
                    <a:lnTo>
                      <a:pt x="0" y="1791"/>
                    </a:lnTo>
                    <a:lnTo>
                      <a:pt x="41" y="1832"/>
                    </a:lnTo>
                    <a:lnTo>
                      <a:pt x="82" y="1872"/>
                    </a:lnTo>
                    <a:lnTo>
                      <a:pt x="204" y="1913"/>
                    </a:lnTo>
                    <a:lnTo>
                      <a:pt x="326" y="1872"/>
                    </a:lnTo>
                    <a:lnTo>
                      <a:pt x="366" y="1954"/>
                    </a:lnTo>
                    <a:lnTo>
                      <a:pt x="489" y="1994"/>
                    </a:lnTo>
                    <a:lnTo>
                      <a:pt x="651" y="2035"/>
                    </a:lnTo>
                    <a:lnTo>
                      <a:pt x="773" y="1994"/>
                    </a:lnTo>
                    <a:lnTo>
                      <a:pt x="855" y="1954"/>
                    </a:lnTo>
                    <a:lnTo>
                      <a:pt x="977" y="1872"/>
                    </a:lnTo>
                    <a:lnTo>
                      <a:pt x="1058" y="1913"/>
                    </a:lnTo>
                    <a:lnTo>
                      <a:pt x="1180" y="1872"/>
                    </a:lnTo>
                    <a:lnTo>
                      <a:pt x="1221" y="1832"/>
                    </a:lnTo>
                    <a:lnTo>
                      <a:pt x="1262" y="1791"/>
                    </a:lnTo>
                    <a:lnTo>
                      <a:pt x="1303" y="1710"/>
                    </a:lnTo>
                    <a:lnTo>
                      <a:pt x="1262" y="1628"/>
                    </a:lnTo>
                    <a:lnTo>
                      <a:pt x="1221" y="1547"/>
                    </a:lnTo>
                    <a:lnTo>
                      <a:pt x="1180" y="1506"/>
                    </a:lnTo>
                    <a:lnTo>
                      <a:pt x="1099" y="1384"/>
                    </a:lnTo>
                    <a:lnTo>
                      <a:pt x="977" y="1221"/>
                    </a:lnTo>
                    <a:lnTo>
                      <a:pt x="977" y="1140"/>
                    </a:lnTo>
                    <a:lnTo>
                      <a:pt x="936" y="1018"/>
                    </a:lnTo>
                    <a:lnTo>
                      <a:pt x="896" y="651"/>
                    </a:lnTo>
                    <a:lnTo>
                      <a:pt x="855" y="326"/>
                    </a:lnTo>
                    <a:lnTo>
                      <a:pt x="814" y="204"/>
                    </a:lnTo>
                    <a:lnTo>
                      <a:pt x="773" y="82"/>
                    </a:lnTo>
                    <a:lnTo>
                      <a:pt x="692" y="41"/>
                    </a:lnTo>
                    <a:lnTo>
                      <a:pt x="651" y="0"/>
                    </a:lnTo>
                    <a:close/>
                  </a:path>
                </a:pathLst>
              </a:custGeom>
              <a:solidFill>
                <a:srgbClr val="000000">
                  <a:alpha val="95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 name="Google Shape;1209;p40"/>
              <p:cNvSpPr/>
              <p:nvPr/>
            </p:nvSpPr>
            <p:spPr>
              <a:xfrm>
                <a:off x="2371775" y="3274650"/>
                <a:ext cx="53950" cy="27475"/>
              </a:xfrm>
              <a:custGeom>
                <a:avLst/>
                <a:gdLst/>
                <a:ahLst/>
                <a:cxnLst/>
                <a:rect l="l" t="t" r="r" b="b"/>
                <a:pathLst>
                  <a:path w="2158" h="1099" extrusionOk="0">
                    <a:moveTo>
                      <a:pt x="82" y="0"/>
                    </a:moveTo>
                    <a:lnTo>
                      <a:pt x="1" y="41"/>
                    </a:lnTo>
                    <a:lnTo>
                      <a:pt x="1" y="81"/>
                    </a:lnTo>
                    <a:lnTo>
                      <a:pt x="1" y="326"/>
                    </a:lnTo>
                    <a:lnTo>
                      <a:pt x="123" y="488"/>
                    </a:lnTo>
                    <a:lnTo>
                      <a:pt x="204" y="651"/>
                    </a:lnTo>
                    <a:lnTo>
                      <a:pt x="326" y="773"/>
                    </a:lnTo>
                    <a:lnTo>
                      <a:pt x="489" y="936"/>
                    </a:lnTo>
                    <a:lnTo>
                      <a:pt x="652" y="1018"/>
                    </a:lnTo>
                    <a:lnTo>
                      <a:pt x="855" y="1099"/>
                    </a:lnTo>
                    <a:lnTo>
                      <a:pt x="1262" y="1099"/>
                    </a:lnTo>
                    <a:lnTo>
                      <a:pt x="1466" y="1018"/>
                    </a:lnTo>
                    <a:lnTo>
                      <a:pt x="1669" y="936"/>
                    </a:lnTo>
                    <a:lnTo>
                      <a:pt x="1832" y="773"/>
                    </a:lnTo>
                    <a:lnTo>
                      <a:pt x="1954" y="651"/>
                    </a:lnTo>
                    <a:lnTo>
                      <a:pt x="2076" y="488"/>
                    </a:lnTo>
                    <a:lnTo>
                      <a:pt x="2117" y="326"/>
                    </a:lnTo>
                    <a:lnTo>
                      <a:pt x="2158" y="81"/>
                    </a:lnTo>
                    <a:lnTo>
                      <a:pt x="2158" y="41"/>
                    </a:lnTo>
                    <a:lnTo>
                      <a:pt x="2076" y="0"/>
                    </a:lnTo>
                    <a:close/>
                  </a:path>
                </a:pathLst>
              </a:custGeom>
              <a:solidFill>
                <a:srgbClr val="1D1D1B"/>
              </a:solidFill>
              <a:ln w="2025" cap="rnd" cmpd="sng">
                <a:solidFill>
                  <a:srgbClr val="1D1D1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 name="Google Shape;1210;p40"/>
              <p:cNvSpPr/>
              <p:nvPr/>
            </p:nvSpPr>
            <p:spPr>
              <a:xfrm>
                <a:off x="2383975" y="3286850"/>
                <a:ext cx="29550" cy="15275"/>
              </a:xfrm>
              <a:custGeom>
                <a:avLst/>
                <a:gdLst/>
                <a:ahLst/>
                <a:cxnLst/>
                <a:rect l="l" t="t" r="r" b="b"/>
                <a:pathLst>
                  <a:path w="1182" h="611" extrusionOk="0">
                    <a:moveTo>
                      <a:pt x="367" y="0"/>
                    </a:moveTo>
                    <a:lnTo>
                      <a:pt x="204" y="123"/>
                    </a:lnTo>
                    <a:lnTo>
                      <a:pt x="82" y="245"/>
                    </a:lnTo>
                    <a:lnTo>
                      <a:pt x="1" y="448"/>
                    </a:lnTo>
                    <a:lnTo>
                      <a:pt x="123" y="489"/>
                    </a:lnTo>
                    <a:lnTo>
                      <a:pt x="286" y="570"/>
                    </a:lnTo>
                    <a:lnTo>
                      <a:pt x="449" y="611"/>
                    </a:lnTo>
                    <a:lnTo>
                      <a:pt x="774" y="611"/>
                    </a:lnTo>
                    <a:lnTo>
                      <a:pt x="937" y="570"/>
                    </a:lnTo>
                    <a:lnTo>
                      <a:pt x="1059" y="489"/>
                    </a:lnTo>
                    <a:lnTo>
                      <a:pt x="1181" y="448"/>
                    </a:lnTo>
                    <a:lnTo>
                      <a:pt x="1100" y="245"/>
                    </a:lnTo>
                    <a:lnTo>
                      <a:pt x="937" y="123"/>
                    </a:lnTo>
                    <a:lnTo>
                      <a:pt x="774" y="0"/>
                    </a:lnTo>
                    <a:close/>
                  </a:path>
                </a:pathLst>
              </a:custGeom>
              <a:solidFill>
                <a:srgbClr val="F27089"/>
              </a:solidFill>
              <a:ln w="2025" cap="rnd" cmpd="sng">
                <a:solidFill>
                  <a:srgbClr val="F2708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40"/>
              <p:cNvSpPr/>
              <p:nvPr/>
            </p:nvSpPr>
            <p:spPr>
              <a:xfrm>
                <a:off x="2357525" y="3337725"/>
                <a:ext cx="81425" cy="132300"/>
              </a:xfrm>
              <a:custGeom>
                <a:avLst/>
                <a:gdLst/>
                <a:ahLst/>
                <a:cxnLst/>
                <a:rect l="l" t="t" r="r" b="b"/>
                <a:pathLst>
                  <a:path w="3257" h="5292" extrusionOk="0">
                    <a:moveTo>
                      <a:pt x="286" y="0"/>
                    </a:moveTo>
                    <a:lnTo>
                      <a:pt x="1" y="896"/>
                    </a:lnTo>
                    <a:lnTo>
                      <a:pt x="1547" y="5291"/>
                    </a:lnTo>
                    <a:lnTo>
                      <a:pt x="1669" y="5291"/>
                    </a:lnTo>
                    <a:lnTo>
                      <a:pt x="3257" y="814"/>
                    </a:lnTo>
                    <a:lnTo>
                      <a:pt x="3012" y="0"/>
                    </a:lnTo>
                    <a:lnTo>
                      <a:pt x="1629" y="611"/>
                    </a:lnTo>
                    <a:lnTo>
                      <a:pt x="28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1212;p40"/>
              <p:cNvSpPr/>
              <p:nvPr/>
            </p:nvSpPr>
            <p:spPr>
              <a:xfrm>
                <a:off x="2399250" y="3088450"/>
                <a:ext cx="102800" cy="170950"/>
              </a:xfrm>
              <a:custGeom>
                <a:avLst/>
                <a:gdLst/>
                <a:ahLst/>
                <a:cxnLst/>
                <a:rect l="l" t="t" r="r" b="b"/>
                <a:pathLst>
                  <a:path w="4112" h="6838" extrusionOk="0">
                    <a:moveTo>
                      <a:pt x="1221" y="0"/>
                    </a:moveTo>
                    <a:lnTo>
                      <a:pt x="814" y="41"/>
                    </a:lnTo>
                    <a:lnTo>
                      <a:pt x="489" y="82"/>
                    </a:lnTo>
                    <a:lnTo>
                      <a:pt x="285" y="163"/>
                    </a:lnTo>
                    <a:lnTo>
                      <a:pt x="122" y="244"/>
                    </a:lnTo>
                    <a:lnTo>
                      <a:pt x="0" y="326"/>
                    </a:lnTo>
                    <a:lnTo>
                      <a:pt x="0" y="2198"/>
                    </a:lnTo>
                    <a:lnTo>
                      <a:pt x="326" y="2320"/>
                    </a:lnTo>
                    <a:lnTo>
                      <a:pt x="652" y="2442"/>
                    </a:lnTo>
                    <a:lnTo>
                      <a:pt x="1018" y="2686"/>
                    </a:lnTo>
                    <a:lnTo>
                      <a:pt x="1221" y="2808"/>
                    </a:lnTo>
                    <a:lnTo>
                      <a:pt x="1425" y="3012"/>
                    </a:lnTo>
                    <a:lnTo>
                      <a:pt x="1588" y="3175"/>
                    </a:lnTo>
                    <a:lnTo>
                      <a:pt x="1750" y="3378"/>
                    </a:lnTo>
                    <a:lnTo>
                      <a:pt x="1913" y="3663"/>
                    </a:lnTo>
                    <a:lnTo>
                      <a:pt x="1995" y="3907"/>
                    </a:lnTo>
                    <a:lnTo>
                      <a:pt x="2076" y="4192"/>
                    </a:lnTo>
                    <a:lnTo>
                      <a:pt x="2076" y="4518"/>
                    </a:lnTo>
                    <a:lnTo>
                      <a:pt x="2157" y="4436"/>
                    </a:lnTo>
                    <a:lnTo>
                      <a:pt x="2320" y="4111"/>
                    </a:lnTo>
                    <a:lnTo>
                      <a:pt x="2402" y="3948"/>
                    </a:lnTo>
                    <a:lnTo>
                      <a:pt x="2442" y="3663"/>
                    </a:lnTo>
                    <a:lnTo>
                      <a:pt x="2442" y="3419"/>
                    </a:lnTo>
                    <a:lnTo>
                      <a:pt x="2402" y="3093"/>
                    </a:lnTo>
                    <a:lnTo>
                      <a:pt x="2564" y="3460"/>
                    </a:lnTo>
                    <a:lnTo>
                      <a:pt x="2727" y="3867"/>
                    </a:lnTo>
                    <a:lnTo>
                      <a:pt x="2890" y="4396"/>
                    </a:lnTo>
                    <a:lnTo>
                      <a:pt x="3012" y="4965"/>
                    </a:lnTo>
                    <a:lnTo>
                      <a:pt x="3053" y="5291"/>
                    </a:lnTo>
                    <a:lnTo>
                      <a:pt x="3053" y="5576"/>
                    </a:lnTo>
                    <a:lnTo>
                      <a:pt x="3053" y="5902"/>
                    </a:lnTo>
                    <a:lnTo>
                      <a:pt x="3012" y="6227"/>
                    </a:lnTo>
                    <a:lnTo>
                      <a:pt x="2931" y="6553"/>
                    </a:lnTo>
                    <a:lnTo>
                      <a:pt x="2809" y="6838"/>
                    </a:lnTo>
                    <a:lnTo>
                      <a:pt x="3012" y="6716"/>
                    </a:lnTo>
                    <a:lnTo>
                      <a:pt x="3175" y="6512"/>
                    </a:lnTo>
                    <a:lnTo>
                      <a:pt x="3419" y="6227"/>
                    </a:lnTo>
                    <a:lnTo>
                      <a:pt x="3663" y="5902"/>
                    </a:lnTo>
                    <a:lnTo>
                      <a:pt x="3826" y="5454"/>
                    </a:lnTo>
                    <a:lnTo>
                      <a:pt x="3948" y="5210"/>
                    </a:lnTo>
                    <a:lnTo>
                      <a:pt x="3989" y="4925"/>
                    </a:lnTo>
                    <a:lnTo>
                      <a:pt x="4030" y="4640"/>
                    </a:lnTo>
                    <a:lnTo>
                      <a:pt x="4111" y="4314"/>
                    </a:lnTo>
                    <a:lnTo>
                      <a:pt x="4111" y="3663"/>
                    </a:lnTo>
                    <a:lnTo>
                      <a:pt x="4111" y="3012"/>
                    </a:lnTo>
                    <a:lnTo>
                      <a:pt x="3989" y="2361"/>
                    </a:lnTo>
                    <a:lnTo>
                      <a:pt x="3948" y="2035"/>
                    </a:lnTo>
                    <a:lnTo>
                      <a:pt x="3826" y="1750"/>
                    </a:lnTo>
                    <a:lnTo>
                      <a:pt x="3704" y="1425"/>
                    </a:lnTo>
                    <a:lnTo>
                      <a:pt x="3582" y="1180"/>
                    </a:lnTo>
                    <a:lnTo>
                      <a:pt x="3419" y="977"/>
                    </a:lnTo>
                    <a:lnTo>
                      <a:pt x="3216" y="733"/>
                    </a:lnTo>
                    <a:lnTo>
                      <a:pt x="3012" y="529"/>
                    </a:lnTo>
                    <a:lnTo>
                      <a:pt x="2768" y="366"/>
                    </a:lnTo>
                    <a:lnTo>
                      <a:pt x="2483" y="244"/>
                    </a:lnTo>
                    <a:lnTo>
                      <a:pt x="2198" y="163"/>
                    </a:lnTo>
                    <a:lnTo>
                      <a:pt x="1628" y="41"/>
                    </a:lnTo>
                    <a:lnTo>
                      <a:pt x="1221" y="0"/>
                    </a:lnTo>
                    <a:close/>
                  </a:path>
                </a:pathLst>
              </a:custGeom>
              <a:solidFill>
                <a:srgbClr val="F2A7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3" name="Google Shape;1213;p40"/>
              <p:cNvSpPr/>
              <p:nvPr/>
            </p:nvSpPr>
            <p:spPr>
              <a:xfrm>
                <a:off x="2295475" y="3088450"/>
                <a:ext cx="103800" cy="170950"/>
              </a:xfrm>
              <a:custGeom>
                <a:avLst/>
                <a:gdLst/>
                <a:ahLst/>
                <a:cxnLst/>
                <a:rect l="l" t="t" r="r" b="b"/>
                <a:pathLst>
                  <a:path w="4152" h="6838" extrusionOk="0">
                    <a:moveTo>
                      <a:pt x="2890" y="0"/>
                    </a:moveTo>
                    <a:lnTo>
                      <a:pt x="2442" y="41"/>
                    </a:lnTo>
                    <a:lnTo>
                      <a:pt x="1954" y="163"/>
                    </a:lnTo>
                    <a:lnTo>
                      <a:pt x="1628" y="244"/>
                    </a:lnTo>
                    <a:lnTo>
                      <a:pt x="1343" y="366"/>
                    </a:lnTo>
                    <a:lnTo>
                      <a:pt x="1099" y="529"/>
                    </a:lnTo>
                    <a:lnTo>
                      <a:pt x="855" y="733"/>
                    </a:lnTo>
                    <a:lnTo>
                      <a:pt x="692" y="977"/>
                    </a:lnTo>
                    <a:lnTo>
                      <a:pt x="529" y="1180"/>
                    </a:lnTo>
                    <a:lnTo>
                      <a:pt x="366" y="1425"/>
                    </a:lnTo>
                    <a:lnTo>
                      <a:pt x="285" y="1750"/>
                    </a:lnTo>
                    <a:lnTo>
                      <a:pt x="204" y="2035"/>
                    </a:lnTo>
                    <a:lnTo>
                      <a:pt x="122" y="2361"/>
                    </a:lnTo>
                    <a:lnTo>
                      <a:pt x="41" y="3012"/>
                    </a:lnTo>
                    <a:lnTo>
                      <a:pt x="0" y="3663"/>
                    </a:lnTo>
                    <a:lnTo>
                      <a:pt x="41" y="4314"/>
                    </a:lnTo>
                    <a:lnTo>
                      <a:pt x="41" y="4640"/>
                    </a:lnTo>
                    <a:lnTo>
                      <a:pt x="122" y="4925"/>
                    </a:lnTo>
                    <a:lnTo>
                      <a:pt x="204" y="5210"/>
                    </a:lnTo>
                    <a:lnTo>
                      <a:pt x="285" y="5454"/>
                    </a:lnTo>
                    <a:lnTo>
                      <a:pt x="488" y="5902"/>
                    </a:lnTo>
                    <a:lnTo>
                      <a:pt x="692" y="6227"/>
                    </a:lnTo>
                    <a:lnTo>
                      <a:pt x="936" y="6512"/>
                    </a:lnTo>
                    <a:lnTo>
                      <a:pt x="1099" y="6716"/>
                    </a:lnTo>
                    <a:lnTo>
                      <a:pt x="1302" y="6838"/>
                    </a:lnTo>
                    <a:lnTo>
                      <a:pt x="1180" y="6553"/>
                    </a:lnTo>
                    <a:lnTo>
                      <a:pt x="1099" y="6227"/>
                    </a:lnTo>
                    <a:lnTo>
                      <a:pt x="1058" y="5902"/>
                    </a:lnTo>
                    <a:lnTo>
                      <a:pt x="1018" y="5576"/>
                    </a:lnTo>
                    <a:lnTo>
                      <a:pt x="1058" y="5291"/>
                    </a:lnTo>
                    <a:lnTo>
                      <a:pt x="1099" y="4965"/>
                    </a:lnTo>
                    <a:lnTo>
                      <a:pt x="1221" y="4396"/>
                    </a:lnTo>
                    <a:lnTo>
                      <a:pt x="1343" y="3867"/>
                    </a:lnTo>
                    <a:lnTo>
                      <a:pt x="1506" y="3460"/>
                    </a:lnTo>
                    <a:lnTo>
                      <a:pt x="1709" y="3093"/>
                    </a:lnTo>
                    <a:lnTo>
                      <a:pt x="1628" y="3419"/>
                    </a:lnTo>
                    <a:lnTo>
                      <a:pt x="1669" y="3663"/>
                    </a:lnTo>
                    <a:lnTo>
                      <a:pt x="1709" y="3948"/>
                    </a:lnTo>
                    <a:lnTo>
                      <a:pt x="1791" y="4111"/>
                    </a:lnTo>
                    <a:lnTo>
                      <a:pt x="1954" y="4436"/>
                    </a:lnTo>
                    <a:lnTo>
                      <a:pt x="1994" y="4518"/>
                    </a:lnTo>
                    <a:lnTo>
                      <a:pt x="2035" y="4192"/>
                    </a:lnTo>
                    <a:lnTo>
                      <a:pt x="2116" y="3907"/>
                    </a:lnTo>
                    <a:lnTo>
                      <a:pt x="2239" y="3663"/>
                    </a:lnTo>
                    <a:lnTo>
                      <a:pt x="2361" y="3378"/>
                    </a:lnTo>
                    <a:lnTo>
                      <a:pt x="2523" y="3175"/>
                    </a:lnTo>
                    <a:lnTo>
                      <a:pt x="2686" y="3012"/>
                    </a:lnTo>
                    <a:lnTo>
                      <a:pt x="2890" y="2808"/>
                    </a:lnTo>
                    <a:lnTo>
                      <a:pt x="3053" y="2686"/>
                    </a:lnTo>
                    <a:lnTo>
                      <a:pt x="3459" y="2442"/>
                    </a:lnTo>
                    <a:lnTo>
                      <a:pt x="3826" y="2320"/>
                    </a:lnTo>
                    <a:lnTo>
                      <a:pt x="4151" y="2198"/>
                    </a:lnTo>
                    <a:lnTo>
                      <a:pt x="4151" y="326"/>
                    </a:lnTo>
                    <a:lnTo>
                      <a:pt x="4029" y="244"/>
                    </a:lnTo>
                    <a:lnTo>
                      <a:pt x="3826" y="163"/>
                    </a:lnTo>
                    <a:lnTo>
                      <a:pt x="3582" y="82"/>
                    </a:lnTo>
                    <a:lnTo>
                      <a:pt x="3297" y="41"/>
                    </a:lnTo>
                    <a:lnTo>
                      <a:pt x="2890" y="0"/>
                    </a:lnTo>
                    <a:close/>
                  </a:path>
                </a:pathLst>
              </a:custGeom>
              <a:solidFill>
                <a:srgbClr val="F2A7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1214;p40"/>
              <p:cNvSpPr/>
              <p:nvPr/>
            </p:nvSpPr>
            <p:spPr>
              <a:xfrm>
                <a:off x="2399250" y="3332625"/>
                <a:ext cx="33600" cy="56000"/>
              </a:xfrm>
              <a:custGeom>
                <a:avLst/>
                <a:gdLst/>
                <a:ahLst/>
                <a:cxnLst/>
                <a:rect l="l" t="t" r="r" b="b"/>
                <a:pathLst>
                  <a:path w="1344" h="2240" extrusionOk="0">
                    <a:moveTo>
                      <a:pt x="1343" y="1"/>
                    </a:moveTo>
                    <a:lnTo>
                      <a:pt x="0" y="815"/>
                    </a:lnTo>
                    <a:lnTo>
                      <a:pt x="936" y="2239"/>
                    </a:lnTo>
                    <a:lnTo>
                      <a:pt x="1343" y="693"/>
                    </a:lnTo>
                    <a:lnTo>
                      <a:pt x="134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1215;p40"/>
              <p:cNvSpPr/>
              <p:nvPr/>
            </p:nvSpPr>
            <p:spPr>
              <a:xfrm>
                <a:off x="2364650" y="3332625"/>
                <a:ext cx="33600" cy="56000"/>
              </a:xfrm>
              <a:custGeom>
                <a:avLst/>
                <a:gdLst/>
                <a:ahLst/>
                <a:cxnLst/>
                <a:rect l="l" t="t" r="r" b="b"/>
                <a:pathLst>
                  <a:path w="1344" h="2240" extrusionOk="0">
                    <a:moveTo>
                      <a:pt x="1" y="1"/>
                    </a:moveTo>
                    <a:lnTo>
                      <a:pt x="1" y="693"/>
                    </a:lnTo>
                    <a:lnTo>
                      <a:pt x="408" y="2239"/>
                    </a:lnTo>
                    <a:lnTo>
                      <a:pt x="1344" y="815"/>
                    </a:lnTo>
                    <a:lnTo>
                      <a:pt x="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1216;p40"/>
              <p:cNvSpPr/>
              <p:nvPr/>
            </p:nvSpPr>
            <p:spPr>
              <a:xfrm>
                <a:off x="2237475" y="3337725"/>
                <a:ext cx="158750" cy="132300"/>
              </a:xfrm>
              <a:custGeom>
                <a:avLst/>
                <a:gdLst/>
                <a:ahLst/>
                <a:cxnLst/>
                <a:rect l="l" t="t" r="r" b="b"/>
                <a:pathLst>
                  <a:path w="6350" h="5292" extrusionOk="0">
                    <a:moveTo>
                      <a:pt x="5088" y="0"/>
                    </a:moveTo>
                    <a:lnTo>
                      <a:pt x="936" y="1588"/>
                    </a:lnTo>
                    <a:lnTo>
                      <a:pt x="733" y="1628"/>
                    </a:lnTo>
                    <a:lnTo>
                      <a:pt x="570" y="1750"/>
                    </a:lnTo>
                    <a:lnTo>
                      <a:pt x="407" y="1873"/>
                    </a:lnTo>
                    <a:lnTo>
                      <a:pt x="285" y="2035"/>
                    </a:lnTo>
                    <a:lnTo>
                      <a:pt x="163" y="2198"/>
                    </a:lnTo>
                    <a:lnTo>
                      <a:pt x="82" y="2361"/>
                    </a:lnTo>
                    <a:lnTo>
                      <a:pt x="0" y="2524"/>
                    </a:lnTo>
                    <a:lnTo>
                      <a:pt x="0" y="2768"/>
                    </a:lnTo>
                    <a:lnTo>
                      <a:pt x="0" y="5291"/>
                    </a:lnTo>
                    <a:lnTo>
                      <a:pt x="6349" y="5291"/>
                    </a:lnTo>
                    <a:lnTo>
                      <a:pt x="4803" y="896"/>
                    </a:lnTo>
                    <a:lnTo>
                      <a:pt x="508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40"/>
              <p:cNvSpPr/>
              <p:nvPr/>
            </p:nvSpPr>
            <p:spPr>
              <a:xfrm>
                <a:off x="2399250" y="3337725"/>
                <a:ext cx="160775" cy="132300"/>
              </a:xfrm>
              <a:custGeom>
                <a:avLst/>
                <a:gdLst/>
                <a:ahLst/>
                <a:cxnLst/>
                <a:rect l="l" t="t" r="r" b="b"/>
                <a:pathLst>
                  <a:path w="6431" h="5292" extrusionOk="0">
                    <a:moveTo>
                      <a:pt x="1343" y="0"/>
                    </a:moveTo>
                    <a:lnTo>
                      <a:pt x="1588" y="814"/>
                    </a:lnTo>
                    <a:lnTo>
                      <a:pt x="0" y="5291"/>
                    </a:lnTo>
                    <a:lnTo>
                      <a:pt x="6431" y="5291"/>
                    </a:lnTo>
                    <a:lnTo>
                      <a:pt x="6431" y="2768"/>
                    </a:lnTo>
                    <a:lnTo>
                      <a:pt x="6390" y="2524"/>
                    </a:lnTo>
                    <a:lnTo>
                      <a:pt x="6349" y="2361"/>
                    </a:lnTo>
                    <a:lnTo>
                      <a:pt x="6268" y="2198"/>
                    </a:lnTo>
                    <a:lnTo>
                      <a:pt x="6187" y="2035"/>
                    </a:lnTo>
                    <a:lnTo>
                      <a:pt x="6024" y="1873"/>
                    </a:lnTo>
                    <a:lnTo>
                      <a:pt x="5861" y="1750"/>
                    </a:lnTo>
                    <a:lnTo>
                      <a:pt x="5698" y="1628"/>
                    </a:lnTo>
                    <a:lnTo>
                      <a:pt x="5495" y="1588"/>
                    </a:lnTo>
                    <a:lnTo>
                      <a:pt x="134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1218;p40"/>
              <p:cNvSpPr/>
              <p:nvPr/>
            </p:nvSpPr>
            <p:spPr>
              <a:xfrm>
                <a:off x="2399250" y="3332625"/>
                <a:ext cx="64125" cy="137400"/>
              </a:xfrm>
              <a:custGeom>
                <a:avLst/>
                <a:gdLst/>
                <a:ahLst/>
                <a:cxnLst/>
                <a:rect l="l" t="t" r="r" b="b"/>
                <a:pathLst>
                  <a:path w="2565" h="5496" extrusionOk="0">
                    <a:moveTo>
                      <a:pt x="1343" y="1"/>
                    </a:moveTo>
                    <a:lnTo>
                      <a:pt x="1343" y="693"/>
                    </a:lnTo>
                    <a:lnTo>
                      <a:pt x="0" y="5495"/>
                    </a:lnTo>
                    <a:lnTo>
                      <a:pt x="611" y="5495"/>
                    </a:lnTo>
                    <a:lnTo>
                      <a:pt x="2402" y="2524"/>
                    </a:lnTo>
                    <a:lnTo>
                      <a:pt x="1913" y="1873"/>
                    </a:lnTo>
                    <a:lnTo>
                      <a:pt x="2564" y="1670"/>
                    </a:lnTo>
                    <a:lnTo>
                      <a:pt x="2035" y="856"/>
                    </a:lnTo>
                    <a:lnTo>
                      <a:pt x="1343" y="1"/>
                    </a:lnTo>
                    <a:close/>
                  </a:path>
                </a:pathLst>
              </a:custGeom>
              <a:solidFill>
                <a:srgbClr val="5151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1219;p40"/>
              <p:cNvSpPr/>
              <p:nvPr/>
            </p:nvSpPr>
            <p:spPr>
              <a:xfrm>
                <a:off x="2335150" y="3332625"/>
                <a:ext cx="61075" cy="137400"/>
              </a:xfrm>
              <a:custGeom>
                <a:avLst/>
                <a:gdLst/>
                <a:ahLst/>
                <a:cxnLst/>
                <a:rect l="l" t="t" r="r" b="b"/>
                <a:pathLst>
                  <a:path w="2443" h="5496" extrusionOk="0">
                    <a:moveTo>
                      <a:pt x="1181" y="1"/>
                    </a:moveTo>
                    <a:lnTo>
                      <a:pt x="489" y="856"/>
                    </a:lnTo>
                    <a:lnTo>
                      <a:pt x="0" y="1670"/>
                    </a:lnTo>
                    <a:lnTo>
                      <a:pt x="611" y="1873"/>
                    </a:lnTo>
                    <a:lnTo>
                      <a:pt x="122" y="2524"/>
                    </a:lnTo>
                    <a:lnTo>
                      <a:pt x="1872" y="5495"/>
                    </a:lnTo>
                    <a:lnTo>
                      <a:pt x="2442" y="5495"/>
                    </a:lnTo>
                    <a:lnTo>
                      <a:pt x="1181" y="693"/>
                    </a:lnTo>
                    <a:lnTo>
                      <a:pt x="1181" y="1"/>
                    </a:lnTo>
                    <a:close/>
                  </a:path>
                </a:pathLst>
              </a:custGeom>
              <a:solidFill>
                <a:srgbClr val="5151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220" name="Google Shape;1220;p40"/>
          <p:cNvGrpSpPr/>
          <p:nvPr/>
        </p:nvGrpSpPr>
        <p:grpSpPr>
          <a:xfrm>
            <a:off x="6462752" y="2633107"/>
            <a:ext cx="732052" cy="845219"/>
            <a:chOff x="311963" y="3580250"/>
            <a:chExt cx="322575" cy="372425"/>
          </a:xfrm>
        </p:grpSpPr>
        <p:sp>
          <p:nvSpPr>
            <p:cNvPr id="1221" name="Google Shape;1221;p40"/>
            <p:cNvSpPr/>
            <p:nvPr/>
          </p:nvSpPr>
          <p:spPr>
            <a:xfrm>
              <a:off x="311975" y="3580250"/>
              <a:ext cx="322550" cy="372425"/>
            </a:xfrm>
            <a:custGeom>
              <a:avLst/>
              <a:gdLst/>
              <a:ahLst/>
              <a:cxnLst/>
              <a:rect l="l" t="t" r="r" b="b"/>
              <a:pathLst>
                <a:path w="12902" h="14897" extrusionOk="0">
                  <a:moveTo>
                    <a:pt x="4803" y="1"/>
                  </a:moveTo>
                  <a:lnTo>
                    <a:pt x="4518" y="41"/>
                  </a:lnTo>
                  <a:lnTo>
                    <a:pt x="4192" y="123"/>
                  </a:lnTo>
                  <a:lnTo>
                    <a:pt x="3867" y="163"/>
                  </a:lnTo>
                  <a:lnTo>
                    <a:pt x="3582" y="286"/>
                  </a:lnTo>
                  <a:lnTo>
                    <a:pt x="3256" y="448"/>
                  </a:lnTo>
                  <a:lnTo>
                    <a:pt x="2931" y="693"/>
                  </a:lnTo>
                  <a:lnTo>
                    <a:pt x="2646" y="896"/>
                  </a:lnTo>
                  <a:lnTo>
                    <a:pt x="2401" y="1181"/>
                  </a:lnTo>
                  <a:lnTo>
                    <a:pt x="2198" y="1466"/>
                  </a:lnTo>
                  <a:lnTo>
                    <a:pt x="2076" y="1710"/>
                  </a:lnTo>
                  <a:lnTo>
                    <a:pt x="1994" y="2036"/>
                  </a:lnTo>
                  <a:lnTo>
                    <a:pt x="1913" y="2320"/>
                  </a:lnTo>
                  <a:lnTo>
                    <a:pt x="1872" y="2565"/>
                  </a:lnTo>
                  <a:lnTo>
                    <a:pt x="1872" y="2850"/>
                  </a:lnTo>
                  <a:lnTo>
                    <a:pt x="1913" y="3297"/>
                  </a:lnTo>
                  <a:lnTo>
                    <a:pt x="1994" y="3704"/>
                  </a:lnTo>
                  <a:lnTo>
                    <a:pt x="2117" y="4071"/>
                  </a:lnTo>
                  <a:lnTo>
                    <a:pt x="1791" y="4355"/>
                  </a:lnTo>
                  <a:lnTo>
                    <a:pt x="1465" y="4681"/>
                  </a:lnTo>
                  <a:lnTo>
                    <a:pt x="1099" y="5129"/>
                  </a:lnTo>
                  <a:lnTo>
                    <a:pt x="896" y="5414"/>
                  </a:lnTo>
                  <a:lnTo>
                    <a:pt x="733" y="5698"/>
                  </a:lnTo>
                  <a:lnTo>
                    <a:pt x="570" y="5983"/>
                  </a:lnTo>
                  <a:lnTo>
                    <a:pt x="448" y="6350"/>
                  </a:lnTo>
                  <a:lnTo>
                    <a:pt x="366" y="6716"/>
                  </a:lnTo>
                  <a:lnTo>
                    <a:pt x="285" y="7082"/>
                  </a:lnTo>
                  <a:lnTo>
                    <a:pt x="244" y="7530"/>
                  </a:lnTo>
                  <a:lnTo>
                    <a:pt x="285" y="7937"/>
                  </a:lnTo>
                  <a:lnTo>
                    <a:pt x="366" y="8344"/>
                  </a:lnTo>
                  <a:lnTo>
                    <a:pt x="407" y="8751"/>
                  </a:lnTo>
                  <a:lnTo>
                    <a:pt x="529" y="9117"/>
                  </a:lnTo>
                  <a:lnTo>
                    <a:pt x="651" y="9483"/>
                  </a:lnTo>
                  <a:lnTo>
                    <a:pt x="896" y="10135"/>
                  </a:lnTo>
                  <a:lnTo>
                    <a:pt x="1180" y="10704"/>
                  </a:lnTo>
                  <a:lnTo>
                    <a:pt x="1384" y="11071"/>
                  </a:lnTo>
                  <a:lnTo>
                    <a:pt x="936" y="11193"/>
                  </a:lnTo>
                  <a:lnTo>
                    <a:pt x="733" y="11234"/>
                  </a:lnTo>
                  <a:lnTo>
                    <a:pt x="570" y="11356"/>
                  </a:lnTo>
                  <a:lnTo>
                    <a:pt x="407" y="11478"/>
                  </a:lnTo>
                  <a:lnTo>
                    <a:pt x="244" y="11600"/>
                  </a:lnTo>
                  <a:lnTo>
                    <a:pt x="163" y="11763"/>
                  </a:lnTo>
                  <a:lnTo>
                    <a:pt x="82" y="11966"/>
                  </a:lnTo>
                  <a:lnTo>
                    <a:pt x="41" y="12129"/>
                  </a:lnTo>
                  <a:lnTo>
                    <a:pt x="0" y="12332"/>
                  </a:lnTo>
                  <a:lnTo>
                    <a:pt x="0" y="14896"/>
                  </a:lnTo>
                  <a:lnTo>
                    <a:pt x="12902" y="14896"/>
                  </a:lnTo>
                  <a:lnTo>
                    <a:pt x="12902" y="12332"/>
                  </a:lnTo>
                  <a:lnTo>
                    <a:pt x="12861" y="12129"/>
                  </a:lnTo>
                  <a:lnTo>
                    <a:pt x="12820" y="11966"/>
                  </a:lnTo>
                  <a:lnTo>
                    <a:pt x="12739" y="11763"/>
                  </a:lnTo>
                  <a:lnTo>
                    <a:pt x="12617" y="11600"/>
                  </a:lnTo>
                  <a:lnTo>
                    <a:pt x="12495" y="11478"/>
                  </a:lnTo>
                  <a:lnTo>
                    <a:pt x="12332" y="11356"/>
                  </a:lnTo>
                  <a:lnTo>
                    <a:pt x="12129" y="11234"/>
                  </a:lnTo>
                  <a:lnTo>
                    <a:pt x="11925" y="11193"/>
                  </a:lnTo>
                  <a:lnTo>
                    <a:pt x="11477" y="11071"/>
                  </a:lnTo>
                  <a:lnTo>
                    <a:pt x="11681" y="10704"/>
                  </a:lnTo>
                  <a:lnTo>
                    <a:pt x="11966" y="10135"/>
                  </a:lnTo>
                  <a:lnTo>
                    <a:pt x="12251" y="9483"/>
                  </a:lnTo>
                  <a:lnTo>
                    <a:pt x="12332" y="9117"/>
                  </a:lnTo>
                  <a:lnTo>
                    <a:pt x="12454" y="8751"/>
                  </a:lnTo>
                  <a:lnTo>
                    <a:pt x="12536" y="8344"/>
                  </a:lnTo>
                  <a:lnTo>
                    <a:pt x="12576" y="7896"/>
                  </a:lnTo>
                  <a:lnTo>
                    <a:pt x="12617" y="7489"/>
                  </a:lnTo>
                  <a:lnTo>
                    <a:pt x="12576" y="7082"/>
                  </a:lnTo>
                  <a:lnTo>
                    <a:pt x="12536" y="6716"/>
                  </a:lnTo>
                  <a:lnTo>
                    <a:pt x="12413" y="6350"/>
                  </a:lnTo>
                  <a:lnTo>
                    <a:pt x="12251" y="5983"/>
                  </a:lnTo>
                  <a:lnTo>
                    <a:pt x="12129" y="5698"/>
                  </a:lnTo>
                  <a:lnTo>
                    <a:pt x="11925" y="5373"/>
                  </a:lnTo>
                  <a:lnTo>
                    <a:pt x="11762" y="5129"/>
                  </a:lnTo>
                  <a:lnTo>
                    <a:pt x="11437" y="4681"/>
                  </a:lnTo>
                  <a:lnTo>
                    <a:pt x="11111" y="4355"/>
                  </a:lnTo>
                  <a:lnTo>
                    <a:pt x="10785" y="4071"/>
                  </a:lnTo>
                  <a:lnTo>
                    <a:pt x="10867" y="3704"/>
                  </a:lnTo>
                  <a:lnTo>
                    <a:pt x="10989" y="3297"/>
                  </a:lnTo>
                  <a:lnTo>
                    <a:pt x="10989" y="2809"/>
                  </a:lnTo>
                  <a:lnTo>
                    <a:pt x="10989" y="2565"/>
                  </a:lnTo>
                  <a:lnTo>
                    <a:pt x="10989" y="2320"/>
                  </a:lnTo>
                  <a:lnTo>
                    <a:pt x="10908" y="2036"/>
                  </a:lnTo>
                  <a:lnTo>
                    <a:pt x="10826" y="1710"/>
                  </a:lnTo>
                  <a:lnTo>
                    <a:pt x="10663" y="1466"/>
                  </a:lnTo>
                  <a:lnTo>
                    <a:pt x="10501" y="1181"/>
                  </a:lnTo>
                  <a:lnTo>
                    <a:pt x="10216" y="896"/>
                  </a:lnTo>
                  <a:lnTo>
                    <a:pt x="9931" y="693"/>
                  </a:lnTo>
                  <a:lnTo>
                    <a:pt x="9605" y="448"/>
                  </a:lnTo>
                  <a:lnTo>
                    <a:pt x="9280" y="286"/>
                  </a:lnTo>
                  <a:lnTo>
                    <a:pt x="8995" y="163"/>
                  </a:lnTo>
                  <a:lnTo>
                    <a:pt x="8669" y="82"/>
                  </a:lnTo>
                  <a:lnTo>
                    <a:pt x="8384" y="41"/>
                  </a:lnTo>
                  <a:lnTo>
                    <a:pt x="8099" y="1"/>
                  </a:lnTo>
                  <a:lnTo>
                    <a:pt x="7530" y="1"/>
                  </a:lnTo>
                  <a:lnTo>
                    <a:pt x="7082" y="123"/>
                  </a:lnTo>
                  <a:lnTo>
                    <a:pt x="6716" y="204"/>
                  </a:lnTo>
                  <a:lnTo>
                    <a:pt x="6431" y="286"/>
                  </a:lnTo>
                  <a:lnTo>
                    <a:pt x="6105" y="204"/>
                  </a:lnTo>
                  <a:lnTo>
                    <a:pt x="5779" y="123"/>
                  </a:lnTo>
                  <a:lnTo>
                    <a:pt x="5332" y="1"/>
                  </a:lnTo>
                  <a:close/>
                </a:path>
              </a:pathLst>
            </a:custGeom>
            <a:solidFill>
              <a:schemeClr val="accent4"/>
            </a:solidFill>
            <a:ln w="76200" cap="flat" cmpd="sng">
              <a:solidFill>
                <a:schemeClr val="accent4"/>
              </a:solidFill>
              <a:prstDash val="solid"/>
              <a:round/>
              <a:headEnd type="none" w="sm" len="sm"/>
              <a:tailEnd type="none" w="sm" len="sm"/>
            </a:ln>
            <a:effectLst>
              <a:outerShdw blurRad="57150" algn="bl" rotWithShape="0">
                <a:schemeClr val="dk1">
                  <a:alpha val="2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22" name="Google Shape;1222;p40"/>
            <p:cNvGrpSpPr/>
            <p:nvPr/>
          </p:nvGrpSpPr>
          <p:grpSpPr>
            <a:xfrm>
              <a:off x="311963" y="3580250"/>
              <a:ext cx="322575" cy="372425"/>
              <a:chOff x="1397025" y="3725375"/>
              <a:chExt cx="322575" cy="372425"/>
            </a:xfrm>
          </p:grpSpPr>
          <p:sp>
            <p:nvSpPr>
              <p:cNvPr id="1223" name="Google Shape;1223;p40"/>
              <p:cNvSpPr/>
              <p:nvPr/>
            </p:nvSpPr>
            <p:spPr>
              <a:xfrm>
                <a:off x="1404150" y="3725375"/>
                <a:ext cx="308325" cy="294075"/>
              </a:xfrm>
              <a:custGeom>
                <a:avLst/>
                <a:gdLst/>
                <a:ahLst/>
                <a:cxnLst/>
                <a:rect l="l" t="t" r="r" b="b"/>
                <a:pathLst>
                  <a:path w="12333" h="11763" extrusionOk="0">
                    <a:moveTo>
                      <a:pt x="4518" y="1"/>
                    </a:moveTo>
                    <a:lnTo>
                      <a:pt x="4233" y="41"/>
                    </a:lnTo>
                    <a:lnTo>
                      <a:pt x="3948" y="123"/>
                    </a:lnTo>
                    <a:lnTo>
                      <a:pt x="3623" y="164"/>
                    </a:lnTo>
                    <a:lnTo>
                      <a:pt x="3338" y="286"/>
                    </a:lnTo>
                    <a:lnTo>
                      <a:pt x="3012" y="448"/>
                    </a:lnTo>
                    <a:lnTo>
                      <a:pt x="2687" y="693"/>
                    </a:lnTo>
                    <a:lnTo>
                      <a:pt x="2361" y="937"/>
                    </a:lnTo>
                    <a:lnTo>
                      <a:pt x="2117" y="1181"/>
                    </a:lnTo>
                    <a:lnTo>
                      <a:pt x="1913" y="1466"/>
                    </a:lnTo>
                    <a:lnTo>
                      <a:pt x="1791" y="1710"/>
                    </a:lnTo>
                    <a:lnTo>
                      <a:pt x="1710" y="2036"/>
                    </a:lnTo>
                    <a:lnTo>
                      <a:pt x="1628" y="2321"/>
                    </a:lnTo>
                    <a:lnTo>
                      <a:pt x="1588" y="2565"/>
                    </a:lnTo>
                    <a:lnTo>
                      <a:pt x="1588" y="2850"/>
                    </a:lnTo>
                    <a:lnTo>
                      <a:pt x="1628" y="3297"/>
                    </a:lnTo>
                    <a:lnTo>
                      <a:pt x="1710" y="3704"/>
                    </a:lnTo>
                    <a:lnTo>
                      <a:pt x="1832" y="4071"/>
                    </a:lnTo>
                    <a:lnTo>
                      <a:pt x="1506" y="4356"/>
                    </a:lnTo>
                    <a:lnTo>
                      <a:pt x="1181" y="4681"/>
                    </a:lnTo>
                    <a:lnTo>
                      <a:pt x="814" y="5129"/>
                    </a:lnTo>
                    <a:lnTo>
                      <a:pt x="652" y="5414"/>
                    </a:lnTo>
                    <a:lnTo>
                      <a:pt x="489" y="5699"/>
                    </a:lnTo>
                    <a:lnTo>
                      <a:pt x="326" y="5984"/>
                    </a:lnTo>
                    <a:lnTo>
                      <a:pt x="163" y="6350"/>
                    </a:lnTo>
                    <a:lnTo>
                      <a:pt x="82" y="6716"/>
                    </a:lnTo>
                    <a:lnTo>
                      <a:pt x="0" y="7082"/>
                    </a:lnTo>
                    <a:lnTo>
                      <a:pt x="0" y="7530"/>
                    </a:lnTo>
                    <a:lnTo>
                      <a:pt x="0" y="7937"/>
                    </a:lnTo>
                    <a:lnTo>
                      <a:pt x="82" y="8344"/>
                    </a:lnTo>
                    <a:lnTo>
                      <a:pt x="163" y="8751"/>
                    </a:lnTo>
                    <a:lnTo>
                      <a:pt x="245" y="9158"/>
                    </a:lnTo>
                    <a:lnTo>
                      <a:pt x="367" y="9484"/>
                    </a:lnTo>
                    <a:lnTo>
                      <a:pt x="652" y="10135"/>
                    </a:lnTo>
                    <a:lnTo>
                      <a:pt x="896" y="10705"/>
                    </a:lnTo>
                    <a:lnTo>
                      <a:pt x="1181" y="11152"/>
                    </a:lnTo>
                    <a:lnTo>
                      <a:pt x="1384" y="11519"/>
                    </a:lnTo>
                    <a:lnTo>
                      <a:pt x="1588" y="11763"/>
                    </a:lnTo>
                    <a:lnTo>
                      <a:pt x="10745" y="11763"/>
                    </a:lnTo>
                    <a:lnTo>
                      <a:pt x="10908" y="11478"/>
                    </a:lnTo>
                    <a:lnTo>
                      <a:pt x="11152" y="11152"/>
                    </a:lnTo>
                    <a:lnTo>
                      <a:pt x="11396" y="10705"/>
                    </a:lnTo>
                    <a:lnTo>
                      <a:pt x="11681" y="10135"/>
                    </a:lnTo>
                    <a:lnTo>
                      <a:pt x="11966" y="9484"/>
                    </a:lnTo>
                    <a:lnTo>
                      <a:pt x="12047" y="9158"/>
                    </a:lnTo>
                    <a:lnTo>
                      <a:pt x="12170" y="8751"/>
                    </a:lnTo>
                    <a:lnTo>
                      <a:pt x="12251" y="8344"/>
                    </a:lnTo>
                    <a:lnTo>
                      <a:pt x="12332" y="7896"/>
                    </a:lnTo>
                    <a:lnTo>
                      <a:pt x="12332" y="7489"/>
                    </a:lnTo>
                    <a:lnTo>
                      <a:pt x="12332" y="7082"/>
                    </a:lnTo>
                    <a:lnTo>
                      <a:pt x="12251" y="6716"/>
                    </a:lnTo>
                    <a:lnTo>
                      <a:pt x="12129" y="6350"/>
                    </a:lnTo>
                    <a:lnTo>
                      <a:pt x="12007" y="5984"/>
                    </a:lnTo>
                    <a:lnTo>
                      <a:pt x="11844" y="5699"/>
                    </a:lnTo>
                    <a:lnTo>
                      <a:pt x="11681" y="5373"/>
                    </a:lnTo>
                    <a:lnTo>
                      <a:pt x="11518" y="5129"/>
                    </a:lnTo>
                    <a:lnTo>
                      <a:pt x="11152" y="4681"/>
                    </a:lnTo>
                    <a:lnTo>
                      <a:pt x="10826" y="4356"/>
                    </a:lnTo>
                    <a:lnTo>
                      <a:pt x="10501" y="4071"/>
                    </a:lnTo>
                    <a:lnTo>
                      <a:pt x="10582" y="3704"/>
                    </a:lnTo>
                    <a:lnTo>
                      <a:pt x="10704" y="3297"/>
                    </a:lnTo>
                    <a:lnTo>
                      <a:pt x="10745" y="2809"/>
                    </a:lnTo>
                    <a:lnTo>
                      <a:pt x="10745" y="2565"/>
                    </a:lnTo>
                    <a:lnTo>
                      <a:pt x="10704" y="2321"/>
                    </a:lnTo>
                    <a:lnTo>
                      <a:pt x="10623" y="2036"/>
                    </a:lnTo>
                    <a:lnTo>
                      <a:pt x="10542" y="1710"/>
                    </a:lnTo>
                    <a:lnTo>
                      <a:pt x="10379" y="1466"/>
                    </a:lnTo>
                    <a:lnTo>
                      <a:pt x="10216" y="1181"/>
                    </a:lnTo>
                    <a:lnTo>
                      <a:pt x="9972" y="937"/>
                    </a:lnTo>
                    <a:lnTo>
                      <a:pt x="9646" y="693"/>
                    </a:lnTo>
                    <a:lnTo>
                      <a:pt x="9321" y="448"/>
                    </a:lnTo>
                    <a:lnTo>
                      <a:pt x="8995" y="286"/>
                    </a:lnTo>
                    <a:lnTo>
                      <a:pt x="8710" y="164"/>
                    </a:lnTo>
                    <a:lnTo>
                      <a:pt x="8384" y="82"/>
                    </a:lnTo>
                    <a:lnTo>
                      <a:pt x="8100" y="41"/>
                    </a:lnTo>
                    <a:lnTo>
                      <a:pt x="7815" y="1"/>
                    </a:lnTo>
                    <a:lnTo>
                      <a:pt x="7286" y="1"/>
                    </a:lnTo>
                    <a:lnTo>
                      <a:pt x="6797" y="123"/>
                    </a:lnTo>
                    <a:lnTo>
                      <a:pt x="6472" y="204"/>
                    </a:lnTo>
                    <a:lnTo>
                      <a:pt x="6146" y="286"/>
                    </a:lnTo>
                    <a:lnTo>
                      <a:pt x="5861" y="204"/>
                    </a:lnTo>
                    <a:lnTo>
                      <a:pt x="5536" y="123"/>
                    </a:lnTo>
                    <a:lnTo>
                      <a:pt x="5047" y="1"/>
                    </a:lnTo>
                    <a:close/>
                  </a:path>
                </a:pathLst>
              </a:custGeom>
              <a:solidFill>
                <a:srgbClr val="4A1E1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40"/>
              <p:cNvSpPr/>
              <p:nvPr/>
            </p:nvSpPr>
            <p:spPr>
              <a:xfrm>
                <a:off x="1397025" y="3929900"/>
                <a:ext cx="322575" cy="167900"/>
              </a:xfrm>
              <a:custGeom>
                <a:avLst/>
                <a:gdLst/>
                <a:ahLst/>
                <a:cxnLst/>
                <a:rect l="l" t="t" r="r" b="b"/>
                <a:pathLst>
                  <a:path w="12903" h="6716" extrusionOk="0">
                    <a:moveTo>
                      <a:pt x="5169" y="0"/>
                    </a:moveTo>
                    <a:lnTo>
                      <a:pt x="5169" y="1913"/>
                    </a:lnTo>
                    <a:lnTo>
                      <a:pt x="937" y="3012"/>
                    </a:lnTo>
                    <a:lnTo>
                      <a:pt x="774" y="3053"/>
                    </a:lnTo>
                    <a:lnTo>
                      <a:pt x="570" y="3175"/>
                    </a:lnTo>
                    <a:lnTo>
                      <a:pt x="408" y="3297"/>
                    </a:lnTo>
                    <a:lnTo>
                      <a:pt x="285" y="3419"/>
                    </a:lnTo>
                    <a:lnTo>
                      <a:pt x="163" y="3582"/>
                    </a:lnTo>
                    <a:lnTo>
                      <a:pt x="82" y="3785"/>
                    </a:lnTo>
                    <a:lnTo>
                      <a:pt x="41" y="3989"/>
                    </a:lnTo>
                    <a:lnTo>
                      <a:pt x="1" y="4152"/>
                    </a:lnTo>
                    <a:lnTo>
                      <a:pt x="1" y="6716"/>
                    </a:lnTo>
                    <a:lnTo>
                      <a:pt x="12902" y="6716"/>
                    </a:lnTo>
                    <a:lnTo>
                      <a:pt x="12902" y="4152"/>
                    </a:lnTo>
                    <a:lnTo>
                      <a:pt x="12862" y="3989"/>
                    </a:lnTo>
                    <a:lnTo>
                      <a:pt x="12821" y="3785"/>
                    </a:lnTo>
                    <a:lnTo>
                      <a:pt x="12739" y="3582"/>
                    </a:lnTo>
                    <a:lnTo>
                      <a:pt x="12617" y="3419"/>
                    </a:lnTo>
                    <a:lnTo>
                      <a:pt x="12495" y="3297"/>
                    </a:lnTo>
                    <a:lnTo>
                      <a:pt x="12332" y="3175"/>
                    </a:lnTo>
                    <a:lnTo>
                      <a:pt x="12129" y="3053"/>
                    </a:lnTo>
                    <a:lnTo>
                      <a:pt x="11966" y="3012"/>
                    </a:lnTo>
                    <a:lnTo>
                      <a:pt x="7693" y="1913"/>
                    </a:lnTo>
                    <a:lnTo>
                      <a:pt x="7693" y="0"/>
                    </a:lnTo>
                    <a:close/>
                  </a:path>
                </a:pathLst>
              </a:custGeom>
              <a:solidFill>
                <a:srgbClr val="FFD5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40"/>
              <p:cNvSpPr/>
              <p:nvPr/>
            </p:nvSpPr>
            <p:spPr>
              <a:xfrm>
                <a:off x="1526250" y="3929900"/>
                <a:ext cx="63100" cy="30550"/>
              </a:xfrm>
              <a:custGeom>
                <a:avLst/>
                <a:gdLst/>
                <a:ahLst/>
                <a:cxnLst/>
                <a:rect l="l" t="t" r="r" b="b"/>
                <a:pathLst>
                  <a:path w="2524" h="1222" extrusionOk="0">
                    <a:moveTo>
                      <a:pt x="0" y="0"/>
                    </a:moveTo>
                    <a:lnTo>
                      <a:pt x="0" y="936"/>
                    </a:lnTo>
                    <a:lnTo>
                      <a:pt x="326" y="1058"/>
                    </a:lnTo>
                    <a:lnTo>
                      <a:pt x="652" y="1140"/>
                    </a:lnTo>
                    <a:lnTo>
                      <a:pt x="977" y="1181"/>
                    </a:lnTo>
                    <a:lnTo>
                      <a:pt x="1262" y="1221"/>
                    </a:lnTo>
                    <a:lnTo>
                      <a:pt x="1588" y="1181"/>
                    </a:lnTo>
                    <a:lnTo>
                      <a:pt x="1913" y="1140"/>
                    </a:lnTo>
                    <a:lnTo>
                      <a:pt x="2239" y="1058"/>
                    </a:lnTo>
                    <a:lnTo>
                      <a:pt x="2524" y="936"/>
                    </a:lnTo>
                    <a:lnTo>
                      <a:pt x="2524" y="0"/>
                    </a:lnTo>
                    <a:close/>
                  </a:path>
                </a:pathLst>
              </a:custGeom>
              <a:solidFill>
                <a:srgbClr val="000000">
                  <a:alpha val="95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40"/>
              <p:cNvSpPr/>
              <p:nvPr/>
            </p:nvSpPr>
            <p:spPr>
              <a:xfrm>
                <a:off x="1479450" y="3766075"/>
                <a:ext cx="156700" cy="184200"/>
              </a:xfrm>
              <a:custGeom>
                <a:avLst/>
                <a:gdLst/>
                <a:ahLst/>
                <a:cxnLst/>
                <a:rect l="l" t="t" r="r" b="b"/>
                <a:pathLst>
                  <a:path w="6268" h="7368" extrusionOk="0">
                    <a:moveTo>
                      <a:pt x="1750" y="1"/>
                    </a:moveTo>
                    <a:lnTo>
                      <a:pt x="1425" y="41"/>
                    </a:lnTo>
                    <a:lnTo>
                      <a:pt x="1099" y="123"/>
                    </a:lnTo>
                    <a:lnTo>
                      <a:pt x="773" y="286"/>
                    </a:lnTo>
                    <a:lnTo>
                      <a:pt x="529" y="530"/>
                    </a:lnTo>
                    <a:lnTo>
                      <a:pt x="326" y="774"/>
                    </a:lnTo>
                    <a:lnTo>
                      <a:pt x="163" y="1059"/>
                    </a:lnTo>
                    <a:lnTo>
                      <a:pt x="82" y="1384"/>
                    </a:lnTo>
                    <a:lnTo>
                      <a:pt x="0" y="1751"/>
                    </a:lnTo>
                    <a:lnTo>
                      <a:pt x="0" y="4315"/>
                    </a:lnTo>
                    <a:lnTo>
                      <a:pt x="41" y="4681"/>
                    </a:lnTo>
                    <a:lnTo>
                      <a:pt x="163" y="5047"/>
                    </a:lnTo>
                    <a:lnTo>
                      <a:pt x="244" y="5414"/>
                    </a:lnTo>
                    <a:lnTo>
                      <a:pt x="407" y="5780"/>
                    </a:lnTo>
                    <a:lnTo>
                      <a:pt x="611" y="6065"/>
                    </a:lnTo>
                    <a:lnTo>
                      <a:pt x="855" y="6350"/>
                    </a:lnTo>
                    <a:lnTo>
                      <a:pt x="1140" y="6594"/>
                    </a:lnTo>
                    <a:lnTo>
                      <a:pt x="1465" y="6838"/>
                    </a:lnTo>
                    <a:lnTo>
                      <a:pt x="1628" y="6920"/>
                    </a:lnTo>
                    <a:lnTo>
                      <a:pt x="1994" y="7123"/>
                    </a:lnTo>
                    <a:lnTo>
                      <a:pt x="2361" y="7245"/>
                    </a:lnTo>
                    <a:lnTo>
                      <a:pt x="2768" y="7327"/>
                    </a:lnTo>
                    <a:lnTo>
                      <a:pt x="3134" y="7367"/>
                    </a:lnTo>
                    <a:lnTo>
                      <a:pt x="3541" y="7327"/>
                    </a:lnTo>
                    <a:lnTo>
                      <a:pt x="3948" y="7245"/>
                    </a:lnTo>
                    <a:lnTo>
                      <a:pt x="4274" y="7123"/>
                    </a:lnTo>
                    <a:lnTo>
                      <a:pt x="4640" y="6920"/>
                    </a:lnTo>
                    <a:lnTo>
                      <a:pt x="4843" y="6838"/>
                    </a:lnTo>
                    <a:lnTo>
                      <a:pt x="5169" y="6594"/>
                    </a:lnTo>
                    <a:lnTo>
                      <a:pt x="5454" y="6350"/>
                    </a:lnTo>
                    <a:lnTo>
                      <a:pt x="5698" y="6065"/>
                    </a:lnTo>
                    <a:lnTo>
                      <a:pt x="5902" y="5780"/>
                    </a:lnTo>
                    <a:lnTo>
                      <a:pt x="6064" y="5414"/>
                    </a:lnTo>
                    <a:lnTo>
                      <a:pt x="6146" y="5047"/>
                    </a:lnTo>
                    <a:lnTo>
                      <a:pt x="6268" y="4681"/>
                    </a:lnTo>
                    <a:lnTo>
                      <a:pt x="6268" y="4315"/>
                    </a:lnTo>
                    <a:lnTo>
                      <a:pt x="6268" y="1751"/>
                    </a:lnTo>
                    <a:lnTo>
                      <a:pt x="6227" y="1384"/>
                    </a:lnTo>
                    <a:lnTo>
                      <a:pt x="6146" y="1059"/>
                    </a:lnTo>
                    <a:lnTo>
                      <a:pt x="5983" y="774"/>
                    </a:lnTo>
                    <a:lnTo>
                      <a:pt x="5779" y="530"/>
                    </a:lnTo>
                    <a:lnTo>
                      <a:pt x="5535" y="286"/>
                    </a:lnTo>
                    <a:lnTo>
                      <a:pt x="5210" y="123"/>
                    </a:lnTo>
                    <a:lnTo>
                      <a:pt x="4884" y="41"/>
                    </a:lnTo>
                    <a:lnTo>
                      <a:pt x="4559" y="1"/>
                    </a:lnTo>
                    <a:close/>
                  </a:path>
                </a:pathLst>
              </a:custGeom>
              <a:solidFill>
                <a:srgbClr val="FFD5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40"/>
              <p:cNvSpPr/>
              <p:nvPr/>
            </p:nvSpPr>
            <p:spPr>
              <a:xfrm>
                <a:off x="1586275" y="3838325"/>
                <a:ext cx="13250" cy="22400"/>
              </a:xfrm>
              <a:custGeom>
                <a:avLst/>
                <a:gdLst/>
                <a:ahLst/>
                <a:cxnLst/>
                <a:rect l="l" t="t" r="r" b="b"/>
                <a:pathLst>
                  <a:path w="530" h="896" extrusionOk="0">
                    <a:moveTo>
                      <a:pt x="286" y="0"/>
                    </a:moveTo>
                    <a:lnTo>
                      <a:pt x="163" y="41"/>
                    </a:lnTo>
                    <a:lnTo>
                      <a:pt x="82" y="122"/>
                    </a:lnTo>
                    <a:lnTo>
                      <a:pt x="1" y="245"/>
                    </a:lnTo>
                    <a:lnTo>
                      <a:pt x="1" y="448"/>
                    </a:lnTo>
                    <a:lnTo>
                      <a:pt x="1" y="611"/>
                    </a:lnTo>
                    <a:lnTo>
                      <a:pt x="82" y="774"/>
                    </a:lnTo>
                    <a:lnTo>
                      <a:pt x="163" y="855"/>
                    </a:lnTo>
                    <a:lnTo>
                      <a:pt x="286" y="896"/>
                    </a:lnTo>
                    <a:lnTo>
                      <a:pt x="367" y="855"/>
                    </a:lnTo>
                    <a:lnTo>
                      <a:pt x="448" y="774"/>
                    </a:lnTo>
                    <a:lnTo>
                      <a:pt x="489" y="611"/>
                    </a:lnTo>
                    <a:lnTo>
                      <a:pt x="530" y="448"/>
                    </a:lnTo>
                    <a:lnTo>
                      <a:pt x="489" y="245"/>
                    </a:lnTo>
                    <a:lnTo>
                      <a:pt x="448" y="122"/>
                    </a:lnTo>
                    <a:lnTo>
                      <a:pt x="367" y="41"/>
                    </a:lnTo>
                    <a:lnTo>
                      <a:pt x="286" y="0"/>
                    </a:lnTo>
                    <a:close/>
                  </a:path>
                </a:pathLst>
              </a:custGeom>
              <a:solidFill>
                <a:srgbClr val="1D1D1B"/>
              </a:solidFill>
              <a:ln w="2025" cap="rnd" cmpd="sng">
                <a:solidFill>
                  <a:srgbClr val="1D1D1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40"/>
              <p:cNvSpPr/>
              <p:nvPr/>
            </p:nvSpPr>
            <p:spPr>
              <a:xfrm>
                <a:off x="1517100" y="3838325"/>
                <a:ext cx="13250" cy="22400"/>
              </a:xfrm>
              <a:custGeom>
                <a:avLst/>
                <a:gdLst/>
                <a:ahLst/>
                <a:cxnLst/>
                <a:rect l="l" t="t" r="r" b="b"/>
                <a:pathLst>
                  <a:path w="530" h="896" extrusionOk="0">
                    <a:moveTo>
                      <a:pt x="244" y="0"/>
                    </a:moveTo>
                    <a:lnTo>
                      <a:pt x="163" y="41"/>
                    </a:lnTo>
                    <a:lnTo>
                      <a:pt x="81" y="122"/>
                    </a:lnTo>
                    <a:lnTo>
                      <a:pt x="41" y="245"/>
                    </a:lnTo>
                    <a:lnTo>
                      <a:pt x="0" y="448"/>
                    </a:lnTo>
                    <a:lnTo>
                      <a:pt x="41" y="611"/>
                    </a:lnTo>
                    <a:lnTo>
                      <a:pt x="81" y="774"/>
                    </a:lnTo>
                    <a:lnTo>
                      <a:pt x="163" y="855"/>
                    </a:lnTo>
                    <a:lnTo>
                      <a:pt x="244" y="896"/>
                    </a:lnTo>
                    <a:lnTo>
                      <a:pt x="366" y="855"/>
                    </a:lnTo>
                    <a:lnTo>
                      <a:pt x="448" y="774"/>
                    </a:lnTo>
                    <a:lnTo>
                      <a:pt x="529" y="611"/>
                    </a:lnTo>
                    <a:lnTo>
                      <a:pt x="529" y="448"/>
                    </a:lnTo>
                    <a:lnTo>
                      <a:pt x="529" y="245"/>
                    </a:lnTo>
                    <a:lnTo>
                      <a:pt x="448" y="122"/>
                    </a:lnTo>
                    <a:lnTo>
                      <a:pt x="366" y="41"/>
                    </a:lnTo>
                    <a:lnTo>
                      <a:pt x="244" y="0"/>
                    </a:lnTo>
                    <a:close/>
                  </a:path>
                </a:pathLst>
              </a:custGeom>
              <a:solidFill>
                <a:srgbClr val="1D1D1B"/>
              </a:solidFill>
              <a:ln w="2025" cap="rnd" cmpd="sng">
                <a:solidFill>
                  <a:srgbClr val="1D1D1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40"/>
              <p:cNvSpPr/>
              <p:nvPr/>
            </p:nvSpPr>
            <p:spPr>
              <a:xfrm>
                <a:off x="1542525" y="3841375"/>
                <a:ext cx="31575" cy="50900"/>
              </a:xfrm>
              <a:custGeom>
                <a:avLst/>
                <a:gdLst/>
                <a:ahLst/>
                <a:cxnLst/>
                <a:rect l="l" t="t" r="r" b="b"/>
                <a:pathLst>
                  <a:path w="1263" h="2036" extrusionOk="0">
                    <a:moveTo>
                      <a:pt x="611" y="0"/>
                    </a:moveTo>
                    <a:lnTo>
                      <a:pt x="530" y="41"/>
                    </a:lnTo>
                    <a:lnTo>
                      <a:pt x="489" y="82"/>
                    </a:lnTo>
                    <a:lnTo>
                      <a:pt x="448" y="204"/>
                    </a:lnTo>
                    <a:lnTo>
                      <a:pt x="408" y="326"/>
                    </a:lnTo>
                    <a:lnTo>
                      <a:pt x="326" y="652"/>
                    </a:lnTo>
                    <a:lnTo>
                      <a:pt x="326" y="977"/>
                    </a:lnTo>
                    <a:lnTo>
                      <a:pt x="326" y="1140"/>
                    </a:lnTo>
                    <a:lnTo>
                      <a:pt x="285" y="1221"/>
                    </a:lnTo>
                    <a:lnTo>
                      <a:pt x="163" y="1384"/>
                    </a:lnTo>
                    <a:lnTo>
                      <a:pt x="82" y="1506"/>
                    </a:lnTo>
                    <a:lnTo>
                      <a:pt x="1" y="1547"/>
                    </a:lnTo>
                    <a:lnTo>
                      <a:pt x="1" y="1628"/>
                    </a:lnTo>
                    <a:lnTo>
                      <a:pt x="1" y="1710"/>
                    </a:lnTo>
                    <a:lnTo>
                      <a:pt x="1" y="1791"/>
                    </a:lnTo>
                    <a:lnTo>
                      <a:pt x="1" y="1832"/>
                    </a:lnTo>
                    <a:lnTo>
                      <a:pt x="82" y="1873"/>
                    </a:lnTo>
                    <a:lnTo>
                      <a:pt x="163" y="1913"/>
                    </a:lnTo>
                    <a:lnTo>
                      <a:pt x="326" y="1873"/>
                    </a:lnTo>
                    <a:lnTo>
                      <a:pt x="367" y="1954"/>
                    </a:lnTo>
                    <a:lnTo>
                      <a:pt x="489" y="1995"/>
                    </a:lnTo>
                    <a:lnTo>
                      <a:pt x="611" y="2035"/>
                    </a:lnTo>
                    <a:lnTo>
                      <a:pt x="774" y="1995"/>
                    </a:lnTo>
                    <a:lnTo>
                      <a:pt x="896" y="1954"/>
                    </a:lnTo>
                    <a:lnTo>
                      <a:pt x="937" y="1873"/>
                    </a:lnTo>
                    <a:lnTo>
                      <a:pt x="1099" y="1913"/>
                    </a:lnTo>
                    <a:lnTo>
                      <a:pt x="1181" y="1873"/>
                    </a:lnTo>
                    <a:lnTo>
                      <a:pt x="1222" y="1832"/>
                    </a:lnTo>
                    <a:lnTo>
                      <a:pt x="1262" y="1791"/>
                    </a:lnTo>
                    <a:lnTo>
                      <a:pt x="1262" y="1710"/>
                    </a:lnTo>
                    <a:lnTo>
                      <a:pt x="1262" y="1628"/>
                    </a:lnTo>
                    <a:lnTo>
                      <a:pt x="1262" y="1547"/>
                    </a:lnTo>
                    <a:lnTo>
                      <a:pt x="1181" y="1506"/>
                    </a:lnTo>
                    <a:lnTo>
                      <a:pt x="1099" y="1384"/>
                    </a:lnTo>
                    <a:lnTo>
                      <a:pt x="977" y="1221"/>
                    </a:lnTo>
                    <a:lnTo>
                      <a:pt x="937" y="1140"/>
                    </a:lnTo>
                    <a:lnTo>
                      <a:pt x="937" y="977"/>
                    </a:lnTo>
                    <a:lnTo>
                      <a:pt x="937" y="652"/>
                    </a:lnTo>
                    <a:lnTo>
                      <a:pt x="855" y="326"/>
                    </a:lnTo>
                    <a:lnTo>
                      <a:pt x="815" y="204"/>
                    </a:lnTo>
                    <a:lnTo>
                      <a:pt x="774" y="82"/>
                    </a:lnTo>
                    <a:lnTo>
                      <a:pt x="692" y="41"/>
                    </a:lnTo>
                    <a:lnTo>
                      <a:pt x="611" y="0"/>
                    </a:lnTo>
                    <a:close/>
                  </a:path>
                </a:pathLst>
              </a:custGeom>
              <a:solidFill>
                <a:srgbClr val="000000">
                  <a:alpha val="95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1230;p40"/>
              <p:cNvSpPr/>
              <p:nvPr/>
            </p:nvSpPr>
            <p:spPr>
              <a:xfrm>
                <a:off x="1530325" y="3902425"/>
                <a:ext cx="54950" cy="27500"/>
              </a:xfrm>
              <a:custGeom>
                <a:avLst/>
                <a:gdLst/>
                <a:ahLst/>
                <a:cxnLst/>
                <a:rect l="l" t="t" r="r" b="b"/>
                <a:pathLst>
                  <a:path w="2198" h="1100" extrusionOk="0">
                    <a:moveTo>
                      <a:pt x="41" y="0"/>
                    </a:moveTo>
                    <a:lnTo>
                      <a:pt x="0" y="82"/>
                    </a:lnTo>
                    <a:lnTo>
                      <a:pt x="41" y="285"/>
                    </a:lnTo>
                    <a:lnTo>
                      <a:pt x="163" y="489"/>
                    </a:lnTo>
                    <a:lnTo>
                      <a:pt x="244" y="652"/>
                    </a:lnTo>
                    <a:lnTo>
                      <a:pt x="366" y="814"/>
                    </a:lnTo>
                    <a:lnTo>
                      <a:pt x="529" y="936"/>
                    </a:lnTo>
                    <a:lnTo>
                      <a:pt x="692" y="1018"/>
                    </a:lnTo>
                    <a:lnTo>
                      <a:pt x="896" y="1059"/>
                    </a:lnTo>
                    <a:lnTo>
                      <a:pt x="1099" y="1099"/>
                    </a:lnTo>
                    <a:lnTo>
                      <a:pt x="1303" y="1059"/>
                    </a:lnTo>
                    <a:lnTo>
                      <a:pt x="1506" y="1018"/>
                    </a:lnTo>
                    <a:lnTo>
                      <a:pt x="1710" y="936"/>
                    </a:lnTo>
                    <a:lnTo>
                      <a:pt x="1872" y="814"/>
                    </a:lnTo>
                    <a:lnTo>
                      <a:pt x="1994" y="652"/>
                    </a:lnTo>
                    <a:lnTo>
                      <a:pt x="2076" y="489"/>
                    </a:lnTo>
                    <a:lnTo>
                      <a:pt x="2157" y="285"/>
                    </a:lnTo>
                    <a:lnTo>
                      <a:pt x="2198" y="82"/>
                    </a:lnTo>
                    <a:lnTo>
                      <a:pt x="2198" y="0"/>
                    </a:lnTo>
                    <a:close/>
                  </a:path>
                </a:pathLst>
              </a:custGeom>
              <a:solidFill>
                <a:srgbClr val="1D1D1B"/>
              </a:solidFill>
              <a:ln w="2025" cap="rnd" cmpd="sng">
                <a:solidFill>
                  <a:srgbClr val="1D1D1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 name="Google Shape;1231;p40"/>
              <p:cNvSpPr/>
              <p:nvPr/>
            </p:nvSpPr>
            <p:spPr>
              <a:xfrm>
                <a:off x="1542525" y="3914625"/>
                <a:ext cx="31575" cy="15300"/>
              </a:xfrm>
              <a:custGeom>
                <a:avLst/>
                <a:gdLst/>
                <a:ahLst/>
                <a:cxnLst/>
                <a:rect l="l" t="t" r="r" b="b"/>
                <a:pathLst>
                  <a:path w="1263" h="612" extrusionOk="0">
                    <a:moveTo>
                      <a:pt x="448" y="1"/>
                    </a:moveTo>
                    <a:lnTo>
                      <a:pt x="245" y="123"/>
                    </a:lnTo>
                    <a:lnTo>
                      <a:pt x="123" y="245"/>
                    </a:lnTo>
                    <a:lnTo>
                      <a:pt x="1" y="408"/>
                    </a:lnTo>
                    <a:lnTo>
                      <a:pt x="163" y="489"/>
                    </a:lnTo>
                    <a:lnTo>
                      <a:pt x="326" y="571"/>
                    </a:lnTo>
                    <a:lnTo>
                      <a:pt x="489" y="611"/>
                    </a:lnTo>
                    <a:lnTo>
                      <a:pt x="774" y="611"/>
                    </a:lnTo>
                    <a:lnTo>
                      <a:pt x="937" y="571"/>
                    </a:lnTo>
                    <a:lnTo>
                      <a:pt x="1099" y="489"/>
                    </a:lnTo>
                    <a:lnTo>
                      <a:pt x="1262" y="408"/>
                    </a:lnTo>
                    <a:lnTo>
                      <a:pt x="1140" y="245"/>
                    </a:lnTo>
                    <a:lnTo>
                      <a:pt x="1018" y="123"/>
                    </a:lnTo>
                    <a:lnTo>
                      <a:pt x="815" y="1"/>
                    </a:lnTo>
                    <a:close/>
                  </a:path>
                </a:pathLst>
              </a:custGeom>
              <a:solidFill>
                <a:srgbClr val="F27089"/>
              </a:solidFill>
              <a:ln w="2025" cap="rnd" cmpd="sng">
                <a:solidFill>
                  <a:srgbClr val="F2708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2" name="Google Shape;1232;p40"/>
              <p:cNvSpPr/>
              <p:nvPr/>
            </p:nvSpPr>
            <p:spPr>
              <a:xfrm>
                <a:off x="1465200" y="3735550"/>
                <a:ext cx="186225" cy="97700"/>
              </a:xfrm>
              <a:custGeom>
                <a:avLst/>
                <a:gdLst/>
                <a:ahLst/>
                <a:cxnLst/>
                <a:rect l="l" t="t" r="r" b="b"/>
                <a:pathLst>
                  <a:path w="7449" h="3908" extrusionOk="0">
                    <a:moveTo>
                      <a:pt x="3582" y="1"/>
                    </a:moveTo>
                    <a:lnTo>
                      <a:pt x="3175" y="41"/>
                    </a:lnTo>
                    <a:lnTo>
                      <a:pt x="2605" y="204"/>
                    </a:lnTo>
                    <a:lnTo>
                      <a:pt x="2280" y="286"/>
                    </a:lnTo>
                    <a:lnTo>
                      <a:pt x="1913" y="448"/>
                    </a:lnTo>
                    <a:lnTo>
                      <a:pt x="1588" y="611"/>
                    </a:lnTo>
                    <a:lnTo>
                      <a:pt x="1262" y="855"/>
                    </a:lnTo>
                    <a:lnTo>
                      <a:pt x="936" y="1100"/>
                    </a:lnTo>
                    <a:lnTo>
                      <a:pt x="652" y="1425"/>
                    </a:lnTo>
                    <a:lnTo>
                      <a:pt x="407" y="1792"/>
                    </a:lnTo>
                    <a:lnTo>
                      <a:pt x="204" y="2239"/>
                    </a:lnTo>
                    <a:lnTo>
                      <a:pt x="122" y="2443"/>
                    </a:lnTo>
                    <a:lnTo>
                      <a:pt x="82" y="2728"/>
                    </a:lnTo>
                    <a:lnTo>
                      <a:pt x="41" y="3012"/>
                    </a:lnTo>
                    <a:lnTo>
                      <a:pt x="0" y="3297"/>
                    </a:lnTo>
                    <a:lnTo>
                      <a:pt x="0" y="3379"/>
                    </a:lnTo>
                    <a:lnTo>
                      <a:pt x="41" y="3542"/>
                    </a:lnTo>
                    <a:lnTo>
                      <a:pt x="82" y="3623"/>
                    </a:lnTo>
                    <a:lnTo>
                      <a:pt x="163" y="3704"/>
                    </a:lnTo>
                    <a:lnTo>
                      <a:pt x="245" y="3786"/>
                    </a:lnTo>
                    <a:lnTo>
                      <a:pt x="367" y="3826"/>
                    </a:lnTo>
                    <a:lnTo>
                      <a:pt x="489" y="3867"/>
                    </a:lnTo>
                    <a:lnTo>
                      <a:pt x="611" y="3908"/>
                    </a:lnTo>
                    <a:lnTo>
                      <a:pt x="1018" y="3867"/>
                    </a:lnTo>
                    <a:lnTo>
                      <a:pt x="1425" y="3826"/>
                    </a:lnTo>
                    <a:lnTo>
                      <a:pt x="1750" y="3704"/>
                    </a:lnTo>
                    <a:lnTo>
                      <a:pt x="2076" y="3542"/>
                    </a:lnTo>
                    <a:lnTo>
                      <a:pt x="2361" y="3379"/>
                    </a:lnTo>
                    <a:lnTo>
                      <a:pt x="2605" y="3216"/>
                    </a:lnTo>
                    <a:lnTo>
                      <a:pt x="2809" y="3012"/>
                    </a:lnTo>
                    <a:lnTo>
                      <a:pt x="3012" y="2809"/>
                    </a:lnTo>
                    <a:lnTo>
                      <a:pt x="3175" y="2605"/>
                    </a:lnTo>
                    <a:lnTo>
                      <a:pt x="3297" y="2402"/>
                    </a:lnTo>
                    <a:lnTo>
                      <a:pt x="3541" y="1995"/>
                    </a:lnTo>
                    <a:lnTo>
                      <a:pt x="3663" y="1710"/>
                    </a:lnTo>
                    <a:lnTo>
                      <a:pt x="3704" y="1507"/>
                    </a:lnTo>
                    <a:lnTo>
                      <a:pt x="3785" y="1710"/>
                    </a:lnTo>
                    <a:lnTo>
                      <a:pt x="3908" y="1995"/>
                    </a:lnTo>
                    <a:lnTo>
                      <a:pt x="4152" y="2402"/>
                    </a:lnTo>
                    <a:lnTo>
                      <a:pt x="4274" y="2605"/>
                    </a:lnTo>
                    <a:lnTo>
                      <a:pt x="4437" y="2809"/>
                    </a:lnTo>
                    <a:lnTo>
                      <a:pt x="4640" y="3012"/>
                    </a:lnTo>
                    <a:lnTo>
                      <a:pt x="4844" y="3216"/>
                    </a:lnTo>
                    <a:lnTo>
                      <a:pt x="5088" y="3379"/>
                    </a:lnTo>
                    <a:lnTo>
                      <a:pt x="5373" y="3542"/>
                    </a:lnTo>
                    <a:lnTo>
                      <a:pt x="5658" y="3704"/>
                    </a:lnTo>
                    <a:lnTo>
                      <a:pt x="6024" y="3826"/>
                    </a:lnTo>
                    <a:lnTo>
                      <a:pt x="6390" y="3867"/>
                    </a:lnTo>
                    <a:lnTo>
                      <a:pt x="6838" y="3908"/>
                    </a:lnTo>
                    <a:lnTo>
                      <a:pt x="6960" y="3867"/>
                    </a:lnTo>
                    <a:lnTo>
                      <a:pt x="7041" y="3826"/>
                    </a:lnTo>
                    <a:lnTo>
                      <a:pt x="7204" y="3786"/>
                    </a:lnTo>
                    <a:lnTo>
                      <a:pt x="7245" y="3704"/>
                    </a:lnTo>
                    <a:lnTo>
                      <a:pt x="7367" y="3623"/>
                    </a:lnTo>
                    <a:lnTo>
                      <a:pt x="7367" y="3542"/>
                    </a:lnTo>
                    <a:lnTo>
                      <a:pt x="7448" y="3379"/>
                    </a:lnTo>
                    <a:lnTo>
                      <a:pt x="7448" y="3297"/>
                    </a:lnTo>
                    <a:lnTo>
                      <a:pt x="7408" y="3012"/>
                    </a:lnTo>
                    <a:lnTo>
                      <a:pt x="7367" y="2728"/>
                    </a:lnTo>
                    <a:lnTo>
                      <a:pt x="7326" y="2443"/>
                    </a:lnTo>
                    <a:lnTo>
                      <a:pt x="7245" y="2239"/>
                    </a:lnTo>
                    <a:lnTo>
                      <a:pt x="7041" y="1792"/>
                    </a:lnTo>
                    <a:lnTo>
                      <a:pt x="6797" y="1425"/>
                    </a:lnTo>
                    <a:lnTo>
                      <a:pt x="6512" y="1100"/>
                    </a:lnTo>
                    <a:lnTo>
                      <a:pt x="6187" y="855"/>
                    </a:lnTo>
                    <a:lnTo>
                      <a:pt x="5861" y="611"/>
                    </a:lnTo>
                    <a:lnTo>
                      <a:pt x="5536" y="448"/>
                    </a:lnTo>
                    <a:lnTo>
                      <a:pt x="5169" y="286"/>
                    </a:lnTo>
                    <a:lnTo>
                      <a:pt x="4844" y="204"/>
                    </a:lnTo>
                    <a:lnTo>
                      <a:pt x="4274" y="41"/>
                    </a:lnTo>
                    <a:lnTo>
                      <a:pt x="3867" y="1"/>
                    </a:lnTo>
                    <a:close/>
                  </a:path>
                </a:pathLst>
              </a:custGeom>
              <a:solidFill>
                <a:srgbClr val="4A1E1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1233;p40"/>
              <p:cNvSpPr/>
              <p:nvPr/>
            </p:nvSpPr>
            <p:spPr>
              <a:xfrm>
                <a:off x="1397025" y="3984850"/>
                <a:ext cx="322575" cy="112950"/>
              </a:xfrm>
              <a:custGeom>
                <a:avLst/>
                <a:gdLst/>
                <a:ahLst/>
                <a:cxnLst/>
                <a:rect l="l" t="t" r="r" b="b"/>
                <a:pathLst>
                  <a:path w="12903" h="4518" extrusionOk="0">
                    <a:moveTo>
                      <a:pt x="4070" y="0"/>
                    </a:moveTo>
                    <a:lnTo>
                      <a:pt x="937" y="814"/>
                    </a:lnTo>
                    <a:lnTo>
                      <a:pt x="774" y="855"/>
                    </a:lnTo>
                    <a:lnTo>
                      <a:pt x="570" y="977"/>
                    </a:lnTo>
                    <a:lnTo>
                      <a:pt x="408" y="1099"/>
                    </a:lnTo>
                    <a:lnTo>
                      <a:pt x="285" y="1221"/>
                    </a:lnTo>
                    <a:lnTo>
                      <a:pt x="163" y="1384"/>
                    </a:lnTo>
                    <a:lnTo>
                      <a:pt x="82" y="1587"/>
                    </a:lnTo>
                    <a:lnTo>
                      <a:pt x="41" y="1791"/>
                    </a:lnTo>
                    <a:lnTo>
                      <a:pt x="1" y="1954"/>
                    </a:lnTo>
                    <a:lnTo>
                      <a:pt x="1" y="4518"/>
                    </a:lnTo>
                    <a:lnTo>
                      <a:pt x="12902" y="4518"/>
                    </a:lnTo>
                    <a:lnTo>
                      <a:pt x="12902" y="1954"/>
                    </a:lnTo>
                    <a:lnTo>
                      <a:pt x="12862" y="1791"/>
                    </a:lnTo>
                    <a:lnTo>
                      <a:pt x="12821" y="1587"/>
                    </a:lnTo>
                    <a:lnTo>
                      <a:pt x="12739" y="1384"/>
                    </a:lnTo>
                    <a:lnTo>
                      <a:pt x="12617" y="1221"/>
                    </a:lnTo>
                    <a:lnTo>
                      <a:pt x="12495" y="1099"/>
                    </a:lnTo>
                    <a:lnTo>
                      <a:pt x="12332" y="977"/>
                    </a:lnTo>
                    <a:lnTo>
                      <a:pt x="12129" y="855"/>
                    </a:lnTo>
                    <a:lnTo>
                      <a:pt x="11966" y="814"/>
                    </a:lnTo>
                    <a:lnTo>
                      <a:pt x="8832" y="0"/>
                    </a:lnTo>
                    <a:lnTo>
                      <a:pt x="8669" y="366"/>
                    </a:lnTo>
                    <a:lnTo>
                      <a:pt x="8507" y="692"/>
                    </a:lnTo>
                    <a:lnTo>
                      <a:pt x="8222" y="1017"/>
                    </a:lnTo>
                    <a:lnTo>
                      <a:pt x="7937" y="1302"/>
                    </a:lnTo>
                    <a:lnTo>
                      <a:pt x="7611" y="1506"/>
                    </a:lnTo>
                    <a:lnTo>
                      <a:pt x="7245" y="1669"/>
                    </a:lnTo>
                    <a:lnTo>
                      <a:pt x="6879" y="1791"/>
                    </a:lnTo>
                    <a:lnTo>
                      <a:pt x="6024" y="1791"/>
                    </a:lnTo>
                    <a:lnTo>
                      <a:pt x="5658" y="1669"/>
                    </a:lnTo>
                    <a:lnTo>
                      <a:pt x="5291" y="1506"/>
                    </a:lnTo>
                    <a:lnTo>
                      <a:pt x="4966" y="1302"/>
                    </a:lnTo>
                    <a:lnTo>
                      <a:pt x="4681" y="1017"/>
                    </a:lnTo>
                    <a:lnTo>
                      <a:pt x="4396" y="692"/>
                    </a:lnTo>
                    <a:lnTo>
                      <a:pt x="4233" y="366"/>
                    </a:lnTo>
                    <a:lnTo>
                      <a:pt x="407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1234;p40"/>
              <p:cNvSpPr/>
              <p:nvPr/>
            </p:nvSpPr>
            <p:spPr>
              <a:xfrm>
                <a:off x="1557800" y="3984850"/>
                <a:ext cx="161800" cy="112950"/>
              </a:xfrm>
              <a:custGeom>
                <a:avLst/>
                <a:gdLst/>
                <a:ahLst/>
                <a:cxnLst/>
                <a:rect l="l" t="t" r="r" b="b"/>
                <a:pathLst>
                  <a:path w="6472" h="4518" extrusionOk="0">
                    <a:moveTo>
                      <a:pt x="2401" y="0"/>
                    </a:moveTo>
                    <a:lnTo>
                      <a:pt x="2238" y="366"/>
                    </a:lnTo>
                    <a:lnTo>
                      <a:pt x="2076" y="692"/>
                    </a:lnTo>
                    <a:lnTo>
                      <a:pt x="1791" y="1017"/>
                    </a:lnTo>
                    <a:lnTo>
                      <a:pt x="1506" y="1302"/>
                    </a:lnTo>
                    <a:lnTo>
                      <a:pt x="1180" y="1506"/>
                    </a:lnTo>
                    <a:lnTo>
                      <a:pt x="814" y="1669"/>
                    </a:lnTo>
                    <a:lnTo>
                      <a:pt x="448" y="1791"/>
                    </a:lnTo>
                    <a:lnTo>
                      <a:pt x="0" y="1791"/>
                    </a:lnTo>
                    <a:lnTo>
                      <a:pt x="0" y="4518"/>
                    </a:lnTo>
                    <a:lnTo>
                      <a:pt x="6471" y="4518"/>
                    </a:lnTo>
                    <a:lnTo>
                      <a:pt x="6471" y="1954"/>
                    </a:lnTo>
                    <a:lnTo>
                      <a:pt x="6431" y="1791"/>
                    </a:lnTo>
                    <a:lnTo>
                      <a:pt x="6390" y="1587"/>
                    </a:lnTo>
                    <a:lnTo>
                      <a:pt x="6308" y="1384"/>
                    </a:lnTo>
                    <a:lnTo>
                      <a:pt x="6186" y="1221"/>
                    </a:lnTo>
                    <a:lnTo>
                      <a:pt x="6064" y="1099"/>
                    </a:lnTo>
                    <a:lnTo>
                      <a:pt x="5901" y="977"/>
                    </a:lnTo>
                    <a:lnTo>
                      <a:pt x="5698" y="855"/>
                    </a:lnTo>
                    <a:lnTo>
                      <a:pt x="5535" y="814"/>
                    </a:lnTo>
                    <a:lnTo>
                      <a:pt x="240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1235" name="Google Shape;1235;p40"/>
          <p:cNvPicPr preferRelativeResize="0"/>
          <p:nvPr/>
        </p:nvPicPr>
        <p:blipFill rotWithShape="1">
          <a:blip r:embed="rId3">
            <a:alphaModFix/>
          </a:blip>
          <a:srcRect l="16752" r="16745"/>
          <a:stretch/>
        </p:blipFill>
        <p:spPr>
          <a:xfrm rot="306875">
            <a:off x="8150473" y="857734"/>
            <a:ext cx="467762" cy="467762"/>
          </a:xfrm>
          <a:prstGeom prst="ellipse">
            <a:avLst/>
          </a:prstGeom>
          <a:noFill/>
          <a:ln w="28575" cap="flat" cmpd="sng">
            <a:solidFill>
              <a:srgbClr val="FFFFFF"/>
            </a:solidFill>
            <a:prstDash val="solid"/>
            <a:round/>
            <a:headEnd type="none" w="sm" len="sm"/>
            <a:tailEnd type="none" w="sm" len="sm"/>
          </a:ln>
          <a:effectLst>
            <a:outerShdw blurRad="57150" algn="bl" rotWithShape="0">
              <a:schemeClr val="dk1">
                <a:alpha val="25000"/>
              </a:schemeClr>
            </a:outerShdw>
          </a:effectLst>
        </p:spPr>
      </p:pic>
      <p:grpSp>
        <p:nvGrpSpPr>
          <p:cNvPr id="1236" name="Google Shape;1236;p40"/>
          <p:cNvGrpSpPr/>
          <p:nvPr/>
        </p:nvGrpSpPr>
        <p:grpSpPr>
          <a:xfrm rot="1613602">
            <a:off x="214500" y="187419"/>
            <a:ext cx="997439" cy="704182"/>
            <a:chOff x="3177449" y="4179063"/>
            <a:chExt cx="1073966" cy="758210"/>
          </a:xfrm>
        </p:grpSpPr>
        <p:sp>
          <p:nvSpPr>
            <p:cNvPr id="1237" name="Google Shape;1237;p40"/>
            <p:cNvSpPr/>
            <p:nvPr/>
          </p:nvSpPr>
          <p:spPr>
            <a:xfrm>
              <a:off x="3177449" y="4179104"/>
              <a:ext cx="1073628" cy="758169"/>
            </a:xfrm>
            <a:custGeom>
              <a:avLst/>
              <a:gdLst/>
              <a:ahLst/>
              <a:cxnLst/>
              <a:rect l="l" t="t" r="r" b="b"/>
              <a:pathLst>
                <a:path w="12276" h="8669" extrusionOk="0">
                  <a:moveTo>
                    <a:pt x="11984" y="5702"/>
                  </a:moveTo>
                  <a:lnTo>
                    <a:pt x="11984" y="5702"/>
                  </a:lnTo>
                  <a:lnTo>
                    <a:pt x="11810" y="5644"/>
                  </a:lnTo>
                  <a:lnTo>
                    <a:pt x="11402" y="5527"/>
                  </a:lnTo>
                  <a:lnTo>
                    <a:pt x="10879" y="5411"/>
                  </a:lnTo>
                  <a:lnTo>
                    <a:pt x="10588" y="5411"/>
                  </a:lnTo>
                  <a:lnTo>
                    <a:pt x="10297" y="5469"/>
                  </a:lnTo>
                  <a:lnTo>
                    <a:pt x="10297" y="5469"/>
                  </a:lnTo>
                  <a:lnTo>
                    <a:pt x="10123" y="5527"/>
                  </a:lnTo>
                  <a:lnTo>
                    <a:pt x="10123" y="5527"/>
                  </a:lnTo>
                  <a:lnTo>
                    <a:pt x="10123" y="5469"/>
                  </a:lnTo>
                  <a:lnTo>
                    <a:pt x="10123" y="5469"/>
                  </a:lnTo>
                  <a:lnTo>
                    <a:pt x="10123" y="5411"/>
                  </a:lnTo>
                  <a:lnTo>
                    <a:pt x="10123" y="5411"/>
                  </a:lnTo>
                  <a:lnTo>
                    <a:pt x="10123" y="5295"/>
                  </a:lnTo>
                  <a:lnTo>
                    <a:pt x="10123" y="5295"/>
                  </a:lnTo>
                  <a:lnTo>
                    <a:pt x="10181" y="5236"/>
                  </a:lnTo>
                  <a:lnTo>
                    <a:pt x="10239" y="5178"/>
                  </a:lnTo>
                  <a:lnTo>
                    <a:pt x="10239" y="5062"/>
                  </a:lnTo>
                  <a:lnTo>
                    <a:pt x="10239" y="5004"/>
                  </a:lnTo>
                  <a:lnTo>
                    <a:pt x="10239" y="5004"/>
                  </a:lnTo>
                  <a:lnTo>
                    <a:pt x="10181" y="4887"/>
                  </a:lnTo>
                  <a:lnTo>
                    <a:pt x="10123" y="4887"/>
                  </a:lnTo>
                  <a:lnTo>
                    <a:pt x="9948" y="4829"/>
                  </a:lnTo>
                  <a:lnTo>
                    <a:pt x="9948" y="4829"/>
                  </a:lnTo>
                  <a:lnTo>
                    <a:pt x="9890" y="4771"/>
                  </a:lnTo>
                  <a:lnTo>
                    <a:pt x="9890" y="4771"/>
                  </a:lnTo>
                  <a:lnTo>
                    <a:pt x="9832" y="4771"/>
                  </a:lnTo>
                  <a:lnTo>
                    <a:pt x="9832" y="4771"/>
                  </a:lnTo>
                  <a:lnTo>
                    <a:pt x="9774" y="4655"/>
                  </a:lnTo>
                  <a:lnTo>
                    <a:pt x="9774" y="4655"/>
                  </a:lnTo>
                  <a:lnTo>
                    <a:pt x="9599" y="4538"/>
                  </a:lnTo>
                  <a:lnTo>
                    <a:pt x="9424" y="4422"/>
                  </a:lnTo>
                  <a:lnTo>
                    <a:pt x="9250" y="4131"/>
                  </a:lnTo>
                  <a:lnTo>
                    <a:pt x="9250" y="4131"/>
                  </a:lnTo>
                  <a:lnTo>
                    <a:pt x="9075" y="3782"/>
                  </a:lnTo>
                  <a:lnTo>
                    <a:pt x="8901" y="3317"/>
                  </a:lnTo>
                  <a:lnTo>
                    <a:pt x="8610" y="2502"/>
                  </a:lnTo>
                  <a:lnTo>
                    <a:pt x="8610" y="2502"/>
                  </a:lnTo>
                  <a:lnTo>
                    <a:pt x="8843" y="2502"/>
                  </a:lnTo>
                  <a:lnTo>
                    <a:pt x="9075" y="2502"/>
                  </a:lnTo>
                  <a:lnTo>
                    <a:pt x="9483" y="2444"/>
                  </a:lnTo>
                  <a:lnTo>
                    <a:pt x="9483" y="2444"/>
                  </a:lnTo>
                  <a:lnTo>
                    <a:pt x="9483" y="2444"/>
                  </a:lnTo>
                  <a:lnTo>
                    <a:pt x="9774" y="2386"/>
                  </a:lnTo>
                  <a:lnTo>
                    <a:pt x="9774" y="2386"/>
                  </a:lnTo>
                  <a:lnTo>
                    <a:pt x="9715" y="2037"/>
                  </a:lnTo>
                  <a:lnTo>
                    <a:pt x="9657" y="1746"/>
                  </a:lnTo>
                  <a:lnTo>
                    <a:pt x="9541" y="1513"/>
                  </a:lnTo>
                  <a:lnTo>
                    <a:pt x="9541" y="1513"/>
                  </a:lnTo>
                  <a:lnTo>
                    <a:pt x="9424" y="1513"/>
                  </a:lnTo>
                  <a:lnTo>
                    <a:pt x="9308" y="1513"/>
                  </a:lnTo>
                  <a:lnTo>
                    <a:pt x="9134" y="1571"/>
                  </a:lnTo>
                  <a:lnTo>
                    <a:pt x="9134" y="1571"/>
                  </a:lnTo>
                  <a:lnTo>
                    <a:pt x="9134" y="1571"/>
                  </a:lnTo>
                  <a:lnTo>
                    <a:pt x="8552" y="1746"/>
                  </a:lnTo>
                  <a:lnTo>
                    <a:pt x="8552" y="1746"/>
                  </a:lnTo>
                  <a:lnTo>
                    <a:pt x="8552" y="1164"/>
                  </a:lnTo>
                  <a:lnTo>
                    <a:pt x="8552" y="699"/>
                  </a:lnTo>
                  <a:lnTo>
                    <a:pt x="8552" y="699"/>
                  </a:lnTo>
                  <a:lnTo>
                    <a:pt x="8494" y="582"/>
                  </a:lnTo>
                  <a:lnTo>
                    <a:pt x="8377" y="524"/>
                  </a:lnTo>
                  <a:lnTo>
                    <a:pt x="8261" y="466"/>
                  </a:lnTo>
                  <a:lnTo>
                    <a:pt x="8261" y="466"/>
                  </a:lnTo>
                  <a:lnTo>
                    <a:pt x="8261" y="175"/>
                  </a:lnTo>
                  <a:lnTo>
                    <a:pt x="8203" y="59"/>
                  </a:lnTo>
                  <a:lnTo>
                    <a:pt x="8145" y="1"/>
                  </a:lnTo>
                  <a:lnTo>
                    <a:pt x="8145" y="1"/>
                  </a:lnTo>
                  <a:lnTo>
                    <a:pt x="8086" y="117"/>
                  </a:lnTo>
                  <a:lnTo>
                    <a:pt x="8028" y="291"/>
                  </a:lnTo>
                  <a:lnTo>
                    <a:pt x="7970" y="757"/>
                  </a:lnTo>
                  <a:lnTo>
                    <a:pt x="7970" y="757"/>
                  </a:lnTo>
                  <a:lnTo>
                    <a:pt x="7854" y="582"/>
                  </a:lnTo>
                  <a:lnTo>
                    <a:pt x="7854" y="582"/>
                  </a:lnTo>
                  <a:lnTo>
                    <a:pt x="7737" y="582"/>
                  </a:lnTo>
                  <a:lnTo>
                    <a:pt x="7679" y="582"/>
                  </a:lnTo>
                  <a:lnTo>
                    <a:pt x="7505" y="582"/>
                  </a:lnTo>
                  <a:lnTo>
                    <a:pt x="7505" y="582"/>
                  </a:lnTo>
                  <a:lnTo>
                    <a:pt x="7446" y="408"/>
                  </a:lnTo>
                  <a:lnTo>
                    <a:pt x="7330" y="233"/>
                  </a:lnTo>
                  <a:lnTo>
                    <a:pt x="7214" y="117"/>
                  </a:lnTo>
                  <a:lnTo>
                    <a:pt x="7214" y="117"/>
                  </a:lnTo>
                  <a:lnTo>
                    <a:pt x="7097" y="59"/>
                  </a:lnTo>
                  <a:lnTo>
                    <a:pt x="6981" y="1"/>
                  </a:lnTo>
                  <a:lnTo>
                    <a:pt x="6923" y="117"/>
                  </a:lnTo>
                  <a:lnTo>
                    <a:pt x="6981" y="233"/>
                  </a:lnTo>
                  <a:lnTo>
                    <a:pt x="6981" y="233"/>
                  </a:lnTo>
                  <a:lnTo>
                    <a:pt x="7272" y="873"/>
                  </a:lnTo>
                  <a:lnTo>
                    <a:pt x="7388" y="1106"/>
                  </a:lnTo>
                  <a:lnTo>
                    <a:pt x="7446" y="1164"/>
                  </a:lnTo>
                  <a:lnTo>
                    <a:pt x="7505" y="1222"/>
                  </a:lnTo>
                  <a:lnTo>
                    <a:pt x="7505" y="1222"/>
                  </a:lnTo>
                  <a:lnTo>
                    <a:pt x="7621" y="1106"/>
                  </a:lnTo>
                  <a:lnTo>
                    <a:pt x="7621" y="990"/>
                  </a:lnTo>
                  <a:lnTo>
                    <a:pt x="7563" y="815"/>
                  </a:lnTo>
                  <a:lnTo>
                    <a:pt x="7563" y="815"/>
                  </a:lnTo>
                  <a:lnTo>
                    <a:pt x="7679" y="757"/>
                  </a:lnTo>
                  <a:lnTo>
                    <a:pt x="7737" y="757"/>
                  </a:lnTo>
                  <a:lnTo>
                    <a:pt x="7796" y="757"/>
                  </a:lnTo>
                  <a:lnTo>
                    <a:pt x="7796" y="757"/>
                  </a:lnTo>
                  <a:lnTo>
                    <a:pt x="8086" y="1339"/>
                  </a:lnTo>
                  <a:lnTo>
                    <a:pt x="8319" y="1920"/>
                  </a:lnTo>
                  <a:lnTo>
                    <a:pt x="8377" y="1920"/>
                  </a:lnTo>
                  <a:lnTo>
                    <a:pt x="8377" y="1979"/>
                  </a:lnTo>
                  <a:lnTo>
                    <a:pt x="8377" y="1979"/>
                  </a:lnTo>
                  <a:lnTo>
                    <a:pt x="8203" y="2037"/>
                  </a:lnTo>
                  <a:lnTo>
                    <a:pt x="8203" y="2037"/>
                  </a:lnTo>
                  <a:lnTo>
                    <a:pt x="8203" y="2269"/>
                  </a:lnTo>
                  <a:lnTo>
                    <a:pt x="8261" y="2560"/>
                  </a:lnTo>
                  <a:lnTo>
                    <a:pt x="8319" y="2560"/>
                  </a:lnTo>
                  <a:lnTo>
                    <a:pt x="8319" y="2560"/>
                  </a:lnTo>
                  <a:lnTo>
                    <a:pt x="8843" y="4480"/>
                  </a:lnTo>
                  <a:lnTo>
                    <a:pt x="8843" y="4480"/>
                  </a:lnTo>
                  <a:lnTo>
                    <a:pt x="8435" y="4713"/>
                  </a:lnTo>
                  <a:lnTo>
                    <a:pt x="8145" y="4946"/>
                  </a:lnTo>
                  <a:lnTo>
                    <a:pt x="8145" y="4946"/>
                  </a:lnTo>
                  <a:lnTo>
                    <a:pt x="8145" y="5062"/>
                  </a:lnTo>
                  <a:lnTo>
                    <a:pt x="8145" y="5236"/>
                  </a:lnTo>
                  <a:lnTo>
                    <a:pt x="8203" y="5702"/>
                  </a:lnTo>
                  <a:lnTo>
                    <a:pt x="8494" y="6633"/>
                  </a:lnTo>
                  <a:lnTo>
                    <a:pt x="8494" y="6633"/>
                  </a:lnTo>
                  <a:lnTo>
                    <a:pt x="8261" y="6807"/>
                  </a:lnTo>
                  <a:lnTo>
                    <a:pt x="7970" y="6924"/>
                  </a:lnTo>
                  <a:lnTo>
                    <a:pt x="7621" y="6982"/>
                  </a:lnTo>
                  <a:lnTo>
                    <a:pt x="7214" y="7040"/>
                  </a:lnTo>
                  <a:lnTo>
                    <a:pt x="7214" y="7040"/>
                  </a:lnTo>
                  <a:lnTo>
                    <a:pt x="6516" y="7040"/>
                  </a:lnTo>
                  <a:lnTo>
                    <a:pt x="5701" y="6982"/>
                  </a:lnTo>
                  <a:lnTo>
                    <a:pt x="5003" y="6924"/>
                  </a:lnTo>
                  <a:lnTo>
                    <a:pt x="4538" y="6865"/>
                  </a:lnTo>
                  <a:lnTo>
                    <a:pt x="4538" y="6865"/>
                  </a:lnTo>
                  <a:lnTo>
                    <a:pt x="4363" y="6749"/>
                  </a:lnTo>
                  <a:lnTo>
                    <a:pt x="4189" y="6516"/>
                  </a:lnTo>
                  <a:lnTo>
                    <a:pt x="4130" y="6342"/>
                  </a:lnTo>
                  <a:lnTo>
                    <a:pt x="4189" y="6051"/>
                  </a:lnTo>
                  <a:lnTo>
                    <a:pt x="4189" y="6051"/>
                  </a:lnTo>
                  <a:lnTo>
                    <a:pt x="4363" y="5295"/>
                  </a:lnTo>
                  <a:lnTo>
                    <a:pt x="4480" y="4771"/>
                  </a:lnTo>
                  <a:lnTo>
                    <a:pt x="4596" y="4364"/>
                  </a:lnTo>
                  <a:lnTo>
                    <a:pt x="4596" y="4364"/>
                  </a:lnTo>
                  <a:lnTo>
                    <a:pt x="4596" y="4364"/>
                  </a:lnTo>
                  <a:lnTo>
                    <a:pt x="4770" y="4073"/>
                  </a:lnTo>
                  <a:lnTo>
                    <a:pt x="4887" y="3840"/>
                  </a:lnTo>
                  <a:lnTo>
                    <a:pt x="4945" y="3666"/>
                  </a:lnTo>
                  <a:lnTo>
                    <a:pt x="4945" y="3666"/>
                  </a:lnTo>
                  <a:lnTo>
                    <a:pt x="4887" y="3549"/>
                  </a:lnTo>
                  <a:lnTo>
                    <a:pt x="4712" y="3491"/>
                  </a:lnTo>
                  <a:lnTo>
                    <a:pt x="4189" y="3375"/>
                  </a:lnTo>
                  <a:lnTo>
                    <a:pt x="3200" y="3200"/>
                  </a:lnTo>
                  <a:lnTo>
                    <a:pt x="3200" y="3200"/>
                  </a:lnTo>
                  <a:lnTo>
                    <a:pt x="2327" y="2968"/>
                  </a:lnTo>
                  <a:lnTo>
                    <a:pt x="1803" y="2909"/>
                  </a:lnTo>
                  <a:lnTo>
                    <a:pt x="1571" y="2909"/>
                  </a:lnTo>
                  <a:lnTo>
                    <a:pt x="1396" y="2968"/>
                  </a:lnTo>
                  <a:lnTo>
                    <a:pt x="1396" y="2968"/>
                  </a:lnTo>
                  <a:lnTo>
                    <a:pt x="1280" y="3026"/>
                  </a:lnTo>
                  <a:lnTo>
                    <a:pt x="1222" y="3142"/>
                  </a:lnTo>
                  <a:lnTo>
                    <a:pt x="1164" y="3433"/>
                  </a:lnTo>
                  <a:lnTo>
                    <a:pt x="1222" y="3724"/>
                  </a:lnTo>
                  <a:lnTo>
                    <a:pt x="1222" y="3957"/>
                  </a:lnTo>
                  <a:lnTo>
                    <a:pt x="1222" y="3957"/>
                  </a:lnTo>
                  <a:lnTo>
                    <a:pt x="931" y="4422"/>
                  </a:lnTo>
                  <a:lnTo>
                    <a:pt x="931" y="4422"/>
                  </a:lnTo>
                  <a:lnTo>
                    <a:pt x="814" y="4364"/>
                  </a:lnTo>
                  <a:lnTo>
                    <a:pt x="698" y="4364"/>
                  </a:lnTo>
                  <a:lnTo>
                    <a:pt x="524" y="4422"/>
                  </a:lnTo>
                  <a:lnTo>
                    <a:pt x="407" y="4480"/>
                  </a:lnTo>
                  <a:lnTo>
                    <a:pt x="349" y="4596"/>
                  </a:lnTo>
                  <a:lnTo>
                    <a:pt x="349" y="4596"/>
                  </a:lnTo>
                  <a:lnTo>
                    <a:pt x="291" y="4829"/>
                  </a:lnTo>
                  <a:lnTo>
                    <a:pt x="349" y="4946"/>
                  </a:lnTo>
                  <a:lnTo>
                    <a:pt x="465" y="5062"/>
                  </a:lnTo>
                  <a:lnTo>
                    <a:pt x="524" y="5120"/>
                  </a:lnTo>
                  <a:lnTo>
                    <a:pt x="524" y="5120"/>
                  </a:lnTo>
                  <a:lnTo>
                    <a:pt x="349" y="5644"/>
                  </a:lnTo>
                  <a:lnTo>
                    <a:pt x="175" y="6109"/>
                  </a:lnTo>
                  <a:lnTo>
                    <a:pt x="175" y="6109"/>
                  </a:lnTo>
                  <a:lnTo>
                    <a:pt x="58" y="6400"/>
                  </a:lnTo>
                  <a:lnTo>
                    <a:pt x="58" y="6633"/>
                  </a:lnTo>
                  <a:lnTo>
                    <a:pt x="0" y="6807"/>
                  </a:lnTo>
                  <a:lnTo>
                    <a:pt x="0" y="6807"/>
                  </a:lnTo>
                  <a:lnTo>
                    <a:pt x="698" y="6807"/>
                  </a:lnTo>
                  <a:lnTo>
                    <a:pt x="698" y="6807"/>
                  </a:lnTo>
                  <a:lnTo>
                    <a:pt x="582" y="7040"/>
                  </a:lnTo>
                  <a:lnTo>
                    <a:pt x="582" y="7331"/>
                  </a:lnTo>
                  <a:lnTo>
                    <a:pt x="582" y="7331"/>
                  </a:lnTo>
                  <a:lnTo>
                    <a:pt x="582" y="7622"/>
                  </a:lnTo>
                  <a:lnTo>
                    <a:pt x="698" y="7854"/>
                  </a:lnTo>
                  <a:lnTo>
                    <a:pt x="814" y="8087"/>
                  </a:lnTo>
                  <a:lnTo>
                    <a:pt x="989" y="8262"/>
                  </a:lnTo>
                  <a:lnTo>
                    <a:pt x="1164" y="8436"/>
                  </a:lnTo>
                  <a:lnTo>
                    <a:pt x="1396" y="8552"/>
                  </a:lnTo>
                  <a:lnTo>
                    <a:pt x="1629" y="8669"/>
                  </a:lnTo>
                  <a:lnTo>
                    <a:pt x="1920" y="8669"/>
                  </a:lnTo>
                  <a:lnTo>
                    <a:pt x="1920" y="8669"/>
                  </a:lnTo>
                  <a:lnTo>
                    <a:pt x="2211" y="8669"/>
                  </a:lnTo>
                  <a:lnTo>
                    <a:pt x="2443" y="8552"/>
                  </a:lnTo>
                  <a:lnTo>
                    <a:pt x="2676" y="8436"/>
                  </a:lnTo>
                  <a:lnTo>
                    <a:pt x="2851" y="8262"/>
                  </a:lnTo>
                  <a:lnTo>
                    <a:pt x="3025" y="8087"/>
                  </a:lnTo>
                  <a:lnTo>
                    <a:pt x="3141" y="7854"/>
                  </a:lnTo>
                  <a:lnTo>
                    <a:pt x="3258" y="7622"/>
                  </a:lnTo>
                  <a:lnTo>
                    <a:pt x="3258" y="7331"/>
                  </a:lnTo>
                  <a:lnTo>
                    <a:pt x="3258" y="7331"/>
                  </a:lnTo>
                  <a:lnTo>
                    <a:pt x="3258" y="7331"/>
                  </a:lnTo>
                  <a:lnTo>
                    <a:pt x="3607" y="7331"/>
                  </a:lnTo>
                  <a:lnTo>
                    <a:pt x="3607" y="7331"/>
                  </a:lnTo>
                  <a:lnTo>
                    <a:pt x="3665" y="7214"/>
                  </a:lnTo>
                  <a:lnTo>
                    <a:pt x="3665" y="7214"/>
                  </a:lnTo>
                  <a:lnTo>
                    <a:pt x="4945" y="7389"/>
                  </a:lnTo>
                  <a:lnTo>
                    <a:pt x="4945" y="7389"/>
                  </a:lnTo>
                  <a:lnTo>
                    <a:pt x="5759" y="7447"/>
                  </a:lnTo>
                  <a:lnTo>
                    <a:pt x="6690" y="7447"/>
                  </a:lnTo>
                  <a:lnTo>
                    <a:pt x="7912" y="7447"/>
                  </a:lnTo>
                  <a:lnTo>
                    <a:pt x="7912" y="7447"/>
                  </a:lnTo>
                  <a:lnTo>
                    <a:pt x="8261" y="7273"/>
                  </a:lnTo>
                  <a:lnTo>
                    <a:pt x="8843" y="6865"/>
                  </a:lnTo>
                  <a:lnTo>
                    <a:pt x="8843" y="6865"/>
                  </a:lnTo>
                  <a:lnTo>
                    <a:pt x="8726" y="7273"/>
                  </a:lnTo>
                  <a:lnTo>
                    <a:pt x="8668" y="7505"/>
                  </a:lnTo>
                  <a:lnTo>
                    <a:pt x="8668" y="7505"/>
                  </a:lnTo>
                  <a:lnTo>
                    <a:pt x="9192" y="7505"/>
                  </a:lnTo>
                  <a:lnTo>
                    <a:pt x="9192" y="7505"/>
                  </a:lnTo>
                  <a:lnTo>
                    <a:pt x="9192" y="7738"/>
                  </a:lnTo>
                  <a:lnTo>
                    <a:pt x="9308" y="7971"/>
                  </a:lnTo>
                  <a:lnTo>
                    <a:pt x="9424" y="8145"/>
                  </a:lnTo>
                  <a:lnTo>
                    <a:pt x="9599" y="8320"/>
                  </a:lnTo>
                  <a:lnTo>
                    <a:pt x="9774" y="8494"/>
                  </a:lnTo>
                  <a:lnTo>
                    <a:pt x="10006" y="8611"/>
                  </a:lnTo>
                  <a:lnTo>
                    <a:pt x="10239" y="8669"/>
                  </a:lnTo>
                  <a:lnTo>
                    <a:pt x="10530" y="8669"/>
                  </a:lnTo>
                  <a:lnTo>
                    <a:pt x="10530" y="8669"/>
                  </a:lnTo>
                  <a:lnTo>
                    <a:pt x="10763" y="8669"/>
                  </a:lnTo>
                  <a:lnTo>
                    <a:pt x="11053" y="8552"/>
                  </a:lnTo>
                  <a:lnTo>
                    <a:pt x="11228" y="8436"/>
                  </a:lnTo>
                  <a:lnTo>
                    <a:pt x="11461" y="8262"/>
                  </a:lnTo>
                  <a:lnTo>
                    <a:pt x="11635" y="8087"/>
                  </a:lnTo>
                  <a:lnTo>
                    <a:pt x="11752" y="7854"/>
                  </a:lnTo>
                  <a:lnTo>
                    <a:pt x="11810" y="7622"/>
                  </a:lnTo>
                  <a:lnTo>
                    <a:pt x="11868" y="7331"/>
                  </a:lnTo>
                  <a:lnTo>
                    <a:pt x="11868" y="7331"/>
                  </a:lnTo>
                  <a:lnTo>
                    <a:pt x="11810" y="7098"/>
                  </a:lnTo>
                  <a:lnTo>
                    <a:pt x="11752" y="6865"/>
                  </a:lnTo>
                  <a:lnTo>
                    <a:pt x="11752" y="6865"/>
                  </a:lnTo>
                  <a:lnTo>
                    <a:pt x="12275" y="6865"/>
                  </a:lnTo>
                  <a:lnTo>
                    <a:pt x="12275" y="6865"/>
                  </a:lnTo>
                  <a:lnTo>
                    <a:pt x="12217" y="6574"/>
                  </a:lnTo>
                  <a:lnTo>
                    <a:pt x="12101" y="6284"/>
                  </a:lnTo>
                  <a:lnTo>
                    <a:pt x="11926" y="5993"/>
                  </a:lnTo>
                  <a:lnTo>
                    <a:pt x="11926" y="5993"/>
                  </a:lnTo>
                  <a:lnTo>
                    <a:pt x="11984" y="5818"/>
                  </a:lnTo>
                  <a:lnTo>
                    <a:pt x="11984" y="5702"/>
                  </a:lnTo>
                  <a:lnTo>
                    <a:pt x="11984" y="5702"/>
                  </a:lnTo>
                  <a:close/>
                  <a:moveTo>
                    <a:pt x="8086" y="931"/>
                  </a:moveTo>
                  <a:lnTo>
                    <a:pt x="8086" y="931"/>
                  </a:lnTo>
                  <a:lnTo>
                    <a:pt x="8203" y="757"/>
                  </a:lnTo>
                  <a:lnTo>
                    <a:pt x="8261" y="582"/>
                  </a:lnTo>
                  <a:lnTo>
                    <a:pt x="8261" y="582"/>
                  </a:lnTo>
                  <a:lnTo>
                    <a:pt x="8319" y="641"/>
                  </a:lnTo>
                  <a:lnTo>
                    <a:pt x="8435" y="699"/>
                  </a:lnTo>
                  <a:lnTo>
                    <a:pt x="8435" y="699"/>
                  </a:lnTo>
                  <a:lnTo>
                    <a:pt x="8435" y="1048"/>
                  </a:lnTo>
                  <a:lnTo>
                    <a:pt x="8435" y="1630"/>
                  </a:lnTo>
                  <a:lnTo>
                    <a:pt x="8435" y="1630"/>
                  </a:lnTo>
                  <a:lnTo>
                    <a:pt x="8086" y="931"/>
                  </a:lnTo>
                  <a:lnTo>
                    <a:pt x="8086" y="931"/>
                  </a:lnTo>
                  <a:close/>
                </a:path>
              </a:pathLst>
            </a:custGeom>
            <a:solidFill>
              <a:schemeClr val="accent4"/>
            </a:solidFill>
            <a:ln w="76200" cap="flat" cmpd="sng">
              <a:solidFill>
                <a:schemeClr val="accent4"/>
              </a:solidFill>
              <a:prstDash val="solid"/>
              <a:round/>
              <a:headEnd type="none" w="sm" len="sm"/>
              <a:tailEnd type="none" w="sm" len="sm"/>
            </a:ln>
            <a:effectLst>
              <a:outerShdw blurRad="57150" algn="bl" rotWithShape="0">
                <a:schemeClr val="dk1">
                  <a:alpha val="2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38" name="Google Shape;1238;p40"/>
            <p:cNvGrpSpPr/>
            <p:nvPr/>
          </p:nvGrpSpPr>
          <p:grpSpPr>
            <a:xfrm>
              <a:off x="3177787" y="4179063"/>
              <a:ext cx="1073628" cy="758169"/>
              <a:chOff x="4008525" y="1912125"/>
              <a:chExt cx="306900" cy="216725"/>
            </a:xfrm>
          </p:grpSpPr>
          <p:sp>
            <p:nvSpPr>
              <p:cNvPr id="1239" name="Google Shape;1239;p40"/>
              <p:cNvSpPr/>
              <p:nvPr/>
            </p:nvSpPr>
            <p:spPr>
              <a:xfrm>
                <a:off x="4255750" y="2032850"/>
                <a:ext cx="8750" cy="11650"/>
              </a:xfrm>
              <a:custGeom>
                <a:avLst/>
                <a:gdLst/>
                <a:ahLst/>
                <a:cxnLst/>
                <a:rect l="l" t="t" r="r" b="b"/>
                <a:pathLst>
                  <a:path w="350" h="466" extrusionOk="0">
                    <a:moveTo>
                      <a:pt x="1" y="0"/>
                    </a:moveTo>
                    <a:lnTo>
                      <a:pt x="59" y="233"/>
                    </a:lnTo>
                    <a:lnTo>
                      <a:pt x="117" y="407"/>
                    </a:lnTo>
                    <a:lnTo>
                      <a:pt x="175" y="466"/>
                    </a:lnTo>
                    <a:lnTo>
                      <a:pt x="234" y="466"/>
                    </a:lnTo>
                    <a:lnTo>
                      <a:pt x="292" y="407"/>
                    </a:lnTo>
                    <a:lnTo>
                      <a:pt x="350" y="349"/>
                    </a:lnTo>
                    <a:lnTo>
                      <a:pt x="350" y="233"/>
                    </a:lnTo>
                    <a:lnTo>
                      <a:pt x="350" y="117"/>
                    </a:lnTo>
                    <a:lnTo>
                      <a:pt x="234" y="58"/>
                    </a:lnTo>
                    <a:lnTo>
                      <a:pt x="11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240;p40"/>
              <p:cNvSpPr/>
              <p:nvPr/>
            </p:nvSpPr>
            <p:spPr>
              <a:xfrm>
                <a:off x="4252850" y="2029925"/>
                <a:ext cx="8750" cy="18950"/>
              </a:xfrm>
              <a:custGeom>
                <a:avLst/>
                <a:gdLst/>
                <a:ahLst/>
                <a:cxnLst/>
                <a:rect l="l" t="t" r="r" b="b"/>
                <a:pathLst>
                  <a:path w="350" h="758" extrusionOk="0">
                    <a:moveTo>
                      <a:pt x="1" y="1"/>
                    </a:moveTo>
                    <a:lnTo>
                      <a:pt x="233" y="757"/>
                    </a:lnTo>
                    <a:lnTo>
                      <a:pt x="291" y="757"/>
                    </a:lnTo>
                    <a:lnTo>
                      <a:pt x="350" y="699"/>
                    </a:lnTo>
                    <a:lnTo>
                      <a:pt x="350" y="641"/>
                    </a:lnTo>
                    <a:lnTo>
                      <a:pt x="291" y="350"/>
                    </a:lnTo>
                    <a:lnTo>
                      <a:pt x="117" y="59"/>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40"/>
              <p:cNvSpPr/>
              <p:nvPr/>
            </p:nvSpPr>
            <p:spPr>
              <a:xfrm>
                <a:off x="4015775" y="2019750"/>
                <a:ext cx="16025" cy="20400"/>
              </a:xfrm>
              <a:custGeom>
                <a:avLst/>
                <a:gdLst/>
                <a:ahLst/>
                <a:cxnLst/>
                <a:rect l="l" t="t" r="r" b="b"/>
                <a:pathLst>
                  <a:path w="641" h="816" extrusionOk="0">
                    <a:moveTo>
                      <a:pt x="408" y="1"/>
                    </a:moveTo>
                    <a:lnTo>
                      <a:pt x="234" y="59"/>
                    </a:lnTo>
                    <a:lnTo>
                      <a:pt x="117" y="117"/>
                    </a:lnTo>
                    <a:lnTo>
                      <a:pt x="59" y="292"/>
                    </a:lnTo>
                    <a:lnTo>
                      <a:pt x="1" y="408"/>
                    </a:lnTo>
                    <a:lnTo>
                      <a:pt x="1" y="524"/>
                    </a:lnTo>
                    <a:lnTo>
                      <a:pt x="117" y="699"/>
                    </a:lnTo>
                    <a:lnTo>
                      <a:pt x="234" y="815"/>
                    </a:lnTo>
                    <a:lnTo>
                      <a:pt x="292" y="815"/>
                    </a:lnTo>
                    <a:lnTo>
                      <a:pt x="524" y="524"/>
                    </a:lnTo>
                    <a:lnTo>
                      <a:pt x="641" y="292"/>
                    </a:lnTo>
                    <a:lnTo>
                      <a:pt x="641" y="175"/>
                    </a:lnTo>
                    <a:lnTo>
                      <a:pt x="641" y="117"/>
                    </a:lnTo>
                    <a:lnTo>
                      <a:pt x="583" y="59"/>
                    </a:lnTo>
                    <a:lnTo>
                      <a:pt x="40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40"/>
              <p:cNvSpPr/>
              <p:nvPr/>
            </p:nvSpPr>
            <p:spPr>
              <a:xfrm>
                <a:off x="4212125" y="2022650"/>
                <a:ext cx="27650" cy="59675"/>
              </a:xfrm>
              <a:custGeom>
                <a:avLst/>
                <a:gdLst/>
                <a:ahLst/>
                <a:cxnLst/>
                <a:rect l="l" t="t" r="r" b="b"/>
                <a:pathLst>
                  <a:path w="1106" h="2387" extrusionOk="0">
                    <a:moveTo>
                      <a:pt x="815" y="1"/>
                    </a:moveTo>
                    <a:lnTo>
                      <a:pt x="466" y="176"/>
                    </a:lnTo>
                    <a:lnTo>
                      <a:pt x="233" y="350"/>
                    </a:lnTo>
                    <a:lnTo>
                      <a:pt x="1" y="525"/>
                    </a:lnTo>
                    <a:lnTo>
                      <a:pt x="1" y="699"/>
                    </a:lnTo>
                    <a:lnTo>
                      <a:pt x="1" y="932"/>
                    </a:lnTo>
                    <a:lnTo>
                      <a:pt x="175" y="1572"/>
                    </a:lnTo>
                    <a:lnTo>
                      <a:pt x="408" y="2386"/>
                    </a:lnTo>
                    <a:lnTo>
                      <a:pt x="757" y="2037"/>
                    </a:lnTo>
                    <a:lnTo>
                      <a:pt x="931" y="1688"/>
                    </a:lnTo>
                    <a:lnTo>
                      <a:pt x="1048" y="1455"/>
                    </a:lnTo>
                    <a:lnTo>
                      <a:pt x="1106" y="1223"/>
                    </a:lnTo>
                    <a:lnTo>
                      <a:pt x="1106" y="990"/>
                    </a:lnTo>
                    <a:lnTo>
                      <a:pt x="1106" y="757"/>
                    </a:lnTo>
                    <a:lnTo>
                      <a:pt x="990" y="350"/>
                    </a:lnTo>
                    <a:lnTo>
                      <a:pt x="81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1243;p40"/>
              <p:cNvSpPr/>
              <p:nvPr/>
            </p:nvSpPr>
            <p:spPr>
              <a:xfrm>
                <a:off x="4215025" y="1970300"/>
                <a:ext cx="21850" cy="80025"/>
              </a:xfrm>
              <a:custGeom>
                <a:avLst/>
                <a:gdLst/>
                <a:ahLst/>
                <a:cxnLst/>
                <a:rect l="l" t="t" r="r" b="b"/>
                <a:pathLst>
                  <a:path w="874" h="3201" extrusionOk="0">
                    <a:moveTo>
                      <a:pt x="234" y="1"/>
                    </a:moveTo>
                    <a:lnTo>
                      <a:pt x="1" y="59"/>
                    </a:lnTo>
                    <a:lnTo>
                      <a:pt x="350" y="1455"/>
                    </a:lnTo>
                    <a:lnTo>
                      <a:pt x="757" y="3142"/>
                    </a:lnTo>
                    <a:lnTo>
                      <a:pt x="815" y="3200"/>
                    </a:lnTo>
                    <a:lnTo>
                      <a:pt x="815" y="3142"/>
                    </a:lnTo>
                    <a:lnTo>
                      <a:pt x="874" y="2793"/>
                    </a:lnTo>
                    <a:lnTo>
                      <a:pt x="874" y="1920"/>
                    </a:lnTo>
                    <a:lnTo>
                      <a:pt x="757" y="1513"/>
                    </a:lnTo>
                    <a:lnTo>
                      <a:pt x="525" y="873"/>
                    </a:lnTo>
                    <a:lnTo>
                      <a:pt x="23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40"/>
              <p:cNvSpPr/>
              <p:nvPr/>
            </p:nvSpPr>
            <p:spPr>
              <a:xfrm>
                <a:off x="4012875" y="1970300"/>
                <a:ext cx="248725" cy="128025"/>
              </a:xfrm>
              <a:custGeom>
                <a:avLst/>
                <a:gdLst/>
                <a:ahLst/>
                <a:cxnLst/>
                <a:rect l="l" t="t" r="r" b="b"/>
                <a:pathLst>
                  <a:path w="9949" h="5121" extrusionOk="0">
                    <a:moveTo>
                      <a:pt x="8261" y="1"/>
                    </a:moveTo>
                    <a:lnTo>
                      <a:pt x="8261" y="59"/>
                    </a:lnTo>
                    <a:lnTo>
                      <a:pt x="8494" y="757"/>
                    </a:lnTo>
                    <a:lnTo>
                      <a:pt x="8785" y="1571"/>
                    </a:lnTo>
                    <a:lnTo>
                      <a:pt x="8785" y="1920"/>
                    </a:lnTo>
                    <a:lnTo>
                      <a:pt x="8785" y="2328"/>
                    </a:lnTo>
                    <a:lnTo>
                      <a:pt x="8785" y="3084"/>
                    </a:lnTo>
                    <a:lnTo>
                      <a:pt x="8785" y="3317"/>
                    </a:lnTo>
                    <a:lnTo>
                      <a:pt x="8785" y="3549"/>
                    </a:lnTo>
                    <a:lnTo>
                      <a:pt x="8727" y="3782"/>
                    </a:lnTo>
                    <a:lnTo>
                      <a:pt x="8611" y="4015"/>
                    </a:lnTo>
                    <a:lnTo>
                      <a:pt x="8378" y="4247"/>
                    </a:lnTo>
                    <a:lnTo>
                      <a:pt x="8029" y="4480"/>
                    </a:lnTo>
                    <a:lnTo>
                      <a:pt x="7563" y="4597"/>
                    </a:lnTo>
                    <a:lnTo>
                      <a:pt x="7040" y="4713"/>
                    </a:lnTo>
                    <a:lnTo>
                      <a:pt x="6342" y="4713"/>
                    </a:lnTo>
                    <a:lnTo>
                      <a:pt x="5527" y="4655"/>
                    </a:lnTo>
                    <a:lnTo>
                      <a:pt x="4829" y="4597"/>
                    </a:lnTo>
                    <a:lnTo>
                      <a:pt x="4364" y="4480"/>
                    </a:lnTo>
                    <a:lnTo>
                      <a:pt x="4189" y="4364"/>
                    </a:lnTo>
                    <a:lnTo>
                      <a:pt x="4015" y="4189"/>
                    </a:lnTo>
                    <a:lnTo>
                      <a:pt x="3956" y="3957"/>
                    </a:lnTo>
                    <a:lnTo>
                      <a:pt x="4015" y="3724"/>
                    </a:lnTo>
                    <a:lnTo>
                      <a:pt x="4247" y="2677"/>
                    </a:lnTo>
                    <a:lnTo>
                      <a:pt x="4364" y="2095"/>
                    </a:lnTo>
                    <a:lnTo>
                      <a:pt x="4422" y="1862"/>
                    </a:lnTo>
                    <a:lnTo>
                      <a:pt x="4364" y="1688"/>
                    </a:lnTo>
                    <a:lnTo>
                      <a:pt x="4247" y="1630"/>
                    </a:lnTo>
                    <a:lnTo>
                      <a:pt x="3898" y="1513"/>
                    </a:lnTo>
                    <a:lnTo>
                      <a:pt x="2909" y="1397"/>
                    </a:lnTo>
                    <a:lnTo>
                      <a:pt x="1455" y="1397"/>
                    </a:lnTo>
                    <a:lnTo>
                      <a:pt x="1222" y="1455"/>
                    </a:lnTo>
                    <a:lnTo>
                      <a:pt x="1048" y="1630"/>
                    </a:lnTo>
                    <a:lnTo>
                      <a:pt x="815" y="1920"/>
                    </a:lnTo>
                    <a:lnTo>
                      <a:pt x="408" y="2677"/>
                    </a:lnTo>
                    <a:lnTo>
                      <a:pt x="117" y="3491"/>
                    </a:lnTo>
                    <a:lnTo>
                      <a:pt x="1" y="3840"/>
                    </a:lnTo>
                    <a:lnTo>
                      <a:pt x="1" y="4073"/>
                    </a:lnTo>
                    <a:lnTo>
                      <a:pt x="1280" y="4306"/>
                    </a:lnTo>
                    <a:lnTo>
                      <a:pt x="2211" y="4538"/>
                    </a:lnTo>
                    <a:lnTo>
                      <a:pt x="2793" y="4713"/>
                    </a:lnTo>
                    <a:lnTo>
                      <a:pt x="3084" y="4829"/>
                    </a:lnTo>
                    <a:lnTo>
                      <a:pt x="3491" y="4887"/>
                    </a:lnTo>
                    <a:lnTo>
                      <a:pt x="4771" y="5062"/>
                    </a:lnTo>
                    <a:lnTo>
                      <a:pt x="5585" y="5120"/>
                    </a:lnTo>
                    <a:lnTo>
                      <a:pt x="6516" y="5120"/>
                    </a:lnTo>
                    <a:lnTo>
                      <a:pt x="7738" y="5062"/>
                    </a:lnTo>
                    <a:lnTo>
                      <a:pt x="7854" y="5004"/>
                    </a:lnTo>
                    <a:lnTo>
                      <a:pt x="8087" y="4887"/>
                    </a:lnTo>
                    <a:lnTo>
                      <a:pt x="8669" y="4480"/>
                    </a:lnTo>
                    <a:lnTo>
                      <a:pt x="9250" y="4073"/>
                    </a:lnTo>
                    <a:lnTo>
                      <a:pt x="9658" y="3666"/>
                    </a:lnTo>
                    <a:lnTo>
                      <a:pt x="9832" y="3433"/>
                    </a:lnTo>
                    <a:lnTo>
                      <a:pt x="9890" y="3258"/>
                    </a:lnTo>
                    <a:lnTo>
                      <a:pt x="9949" y="3142"/>
                    </a:lnTo>
                    <a:lnTo>
                      <a:pt x="9890" y="3084"/>
                    </a:lnTo>
                    <a:lnTo>
                      <a:pt x="9774" y="2677"/>
                    </a:lnTo>
                    <a:lnTo>
                      <a:pt x="9600" y="2270"/>
                    </a:lnTo>
                    <a:lnTo>
                      <a:pt x="9425" y="2211"/>
                    </a:lnTo>
                    <a:lnTo>
                      <a:pt x="9250" y="2095"/>
                    </a:lnTo>
                    <a:lnTo>
                      <a:pt x="9076" y="1804"/>
                    </a:lnTo>
                    <a:lnTo>
                      <a:pt x="8843" y="1281"/>
                    </a:lnTo>
                    <a:lnTo>
                      <a:pt x="8611" y="699"/>
                    </a:lnTo>
                    <a:lnTo>
                      <a:pt x="843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40"/>
              <p:cNvSpPr/>
              <p:nvPr/>
            </p:nvSpPr>
            <p:spPr>
              <a:xfrm>
                <a:off x="4037600" y="1984850"/>
                <a:ext cx="94550" cy="36375"/>
              </a:xfrm>
              <a:custGeom>
                <a:avLst/>
                <a:gdLst/>
                <a:ahLst/>
                <a:cxnLst/>
                <a:rect l="l" t="t" r="r" b="b"/>
                <a:pathLst>
                  <a:path w="3782" h="1455" extrusionOk="0">
                    <a:moveTo>
                      <a:pt x="233" y="0"/>
                    </a:moveTo>
                    <a:lnTo>
                      <a:pt x="117" y="117"/>
                    </a:lnTo>
                    <a:lnTo>
                      <a:pt x="59" y="233"/>
                    </a:lnTo>
                    <a:lnTo>
                      <a:pt x="1" y="582"/>
                    </a:lnTo>
                    <a:lnTo>
                      <a:pt x="59" y="873"/>
                    </a:lnTo>
                    <a:lnTo>
                      <a:pt x="59" y="1048"/>
                    </a:lnTo>
                    <a:lnTo>
                      <a:pt x="408" y="1106"/>
                    </a:lnTo>
                    <a:lnTo>
                      <a:pt x="1280" y="1280"/>
                    </a:lnTo>
                    <a:lnTo>
                      <a:pt x="2386" y="1397"/>
                    </a:lnTo>
                    <a:lnTo>
                      <a:pt x="2909" y="1455"/>
                    </a:lnTo>
                    <a:lnTo>
                      <a:pt x="3433" y="1397"/>
                    </a:lnTo>
                    <a:lnTo>
                      <a:pt x="3607" y="1164"/>
                    </a:lnTo>
                    <a:lnTo>
                      <a:pt x="3724" y="931"/>
                    </a:lnTo>
                    <a:lnTo>
                      <a:pt x="3782" y="699"/>
                    </a:lnTo>
                    <a:lnTo>
                      <a:pt x="3724" y="640"/>
                    </a:lnTo>
                    <a:lnTo>
                      <a:pt x="3549" y="582"/>
                    </a:lnTo>
                    <a:lnTo>
                      <a:pt x="3026" y="466"/>
                    </a:lnTo>
                    <a:lnTo>
                      <a:pt x="2037" y="291"/>
                    </a:lnTo>
                    <a:lnTo>
                      <a:pt x="1164" y="59"/>
                    </a:lnTo>
                    <a:lnTo>
                      <a:pt x="64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40"/>
              <p:cNvSpPr/>
              <p:nvPr/>
            </p:nvSpPr>
            <p:spPr>
              <a:xfrm>
                <a:off x="4236850" y="2061925"/>
                <a:ext cx="68375" cy="66925"/>
              </a:xfrm>
              <a:custGeom>
                <a:avLst/>
                <a:gdLst/>
                <a:ahLst/>
                <a:cxnLst/>
                <a:rect l="l" t="t" r="r" b="b"/>
                <a:pathLst>
                  <a:path w="2735" h="2677" extrusionOk="0">
                    <a:moveTo>
                      <a:pt x="1106" y="1"/>
                    </a:moveTo>
                    <a:lnTo>
                      <a:pt x="873" y="59"/>
                    </a:lnTo>
                    <a:lnTo>
                      <a:pt x="641" y="175"/>
                    </a:lnTo>
                    <a:lnTo>
                      <a:pt x="408" y="350"/>
                    </a:lnTo>
                    <a:lnTo>
                      <a:pt x="233" y="582"/>
                    </a:lnTo>
                    <a:lnTo>
                      <a:pt x="117" y="815"/>
                    </a:lnTo>
                    <a:lnTo>
                      <a:pt x="59" y="1048"/>
                    </a:lnTo>
                    <a:lnTo>
                      <a:pt x="1" y="1339"/>
                    </a:lnTo>
                    <a:lnTo>
                      <a:pt x="59" y="1571"/>
                    </a:lnTo>
                    <a:lnTo>
                      <a:pt x="117" y="1862"/>
                    </a:lnTo>
                    <a:lnTo>
                      <a:pt x="233" y="2095"/>
                    </a:lnTo>
                    <a:lnTo>
                      <a:pt x="408" y="2270"/>
                    </a:lnTo>
                    <a:lnTo>
                      <a:pt x="641" y="2444"/>
                    </a:lnTo>
                    <a:lnTo>
                      <a:pt x="873" y="2560"/>
                    </a:lnTo>
                    <a:lnTo>
                      <a:pt x="1106" y="2619"/>
                    </a:lnTo>
                    <a:lnTo>
                      <a:pt x="1397" y="2677"/>
                    </a:lnTo>
                    <a:lnTo>
                      <a:pt x="1630" y="2619"/>
                    </a:lnTo>
                    <a:lnTo>
                      <a:pt x="1920" y="2560"/>
                    </a:lnTo>
                    <a:lnTo>
                      <a:pt x="2095" y="2444"/>
                    </a:lnTo>
                    <a:lnTo>
                      <a:pt x="2328" y="2270"/>
                    </a:lnTo>
                    <a:lnTo>
                      <a:pt x="2502" y="2095"/>
                    </a:lnTo>
                    <a:lnTo>
                      <a:pt x="2619" y="1862"/>
                    </a:lnTo>
                    <a:lnTo>
                      <a:pt x="2677" y="1571"/>
                    </a:lnTo>
                    <a:lnTo>
                      <a:pt x="2735" y="1339"/>
                    </a:lnTo>
                    <a:lnTo>
                      <a:pt x="2677" y="1048"/>
                    </a:lnTo>
                    <a:lnTo>
                      <a:pt x="2619" y="815"/>
                    </a:lnTo>
                    <a:lnTo>
                      <a:pt x="2502" y="582"/>
                    </a:lnTo>
                    <a:lnTo>
                      <a:pt x="2328" y="350"/>
                    </a:lnTo>
                    <a:lnTo>
                      <a:pt x="2095" y="175"/>
                    </a:lnTo>
                    <a:lnTo>
                      <a:pt x="1920" y="59"/>
                    </a:lnTo>
                    <a:lnTo>
                      <a:pt x="163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40"/>
              <p:cNvSpPr/>
              <p:nvPr/>
            </p:nvSpPr>
            <p:spPr>
              <a:xfrm>
                <a:off x="4252850" y="2076475"/>
                <a:ext cx="36375" cy="36375"/>
              </a:xfrm>
              <a:custGeom>
                <a:avLst/>
                <a:gdLst/>
                <a:ahLst/>
                <a:cxnLst/>
                <a:rect l="l" t="t" r="r" b="b"/>
                <a:pathLst>
                  <a:path w="1455" h="1455" extrusionOk="0">
                    <a:moveTo>
                      <a:pt x="757" y="0"/>
                    </a:moveTo>
                    <a:lnTo>
                      <a:pt x="466" y="59"/>
                    </a:lnTo>
                    <a:lnTo>
                      <a:pt x="233" y="233"/>
                    </a:lnTo>
                    <a:lnTo>
                      <a:pt x="59" y="466"/>
                    </a:lnTo>
                    <a:lnTo>
                      <a:pt x="1" y="757"/>
                    </a:lnTo>
                    <a:lnTo>
                      <a:pt x="59" y="989"/>
                    </a:lnTo>
                    <a:lnTo>
                      <a:pt x="233" y="1222"/>
                    </a:lnTo>
                    <a:lnTo>
                      <a:pt x="466" y="1397"/>
                    </a:lnTo>
                    <a:lnTo>
                      <a:pt x="757" y="1455"/>
                    </a:lnTo>
                    <a:lnTo>
                      <a:pt x="990" y="1397"/>
                    </a:lnTo>
                    <a:lnTo>
                      <a:pt x="1222" y="1222"/>
                    </a:lnTo>
                    <a:lnTo>
                      <a:pt x="1397" y="989"/>
                    </a:lnTo>
                    <a:lnTo>
                      <a:pt x="1455" y="757"/>
                    </a:lnTo>
                    <a:lnTo>
                      <a:pt x="1397" y="466"/>
                    </a:lnTo>
                    <a:lnTo>
                      <a:pt x="1222" y="233"/>
                    </a:lnTo>
                    <a:lnTo>
                      <a:pt x="990" y="59"/>
                    </a:lnTo>
                    <a:lnTo>
                      <a:pt x="75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40"/>
              <p:cNvSpPr/>
              <p:nvPr/>
            </p:nvSpPr>
            <p:spPr>
              <a:xfrm>
                <a:off x="4258675" y="2082300"/>
                <a:ext cx="24750" cy="24750"/>
              </a:xfrm>
              <a:custGeom>
                <a:avLst/>
                <a:gdLst/>
                <a:ahLst/>
                <a:cxnLst/>
                <a:rect l="l" t="t" r="r" b="b"/>
                <a:pathLst>
                  <a:path w="990" h="990" extrusionOk="0">
                    <a:moveTo>
                      <a:pt x="524" y="0"/>
                    </a:moveTo>
                    <a:lnTo>
                      <a:pt x="291" y="58"/>
                    </a:lnTo>
                    <a:lnTo>
                      <a:pt x="175" y="175"/>
                    </a:lnTo>
                    <a:lnTo>
                      <a:pt x="58" y="291"/>
                    </a:lnTo>
                    <a:lnTo>
                      <a:pt x="0" y="524"/>
                    </a:lnTo>
                    <a:lnTo>
                      <a:pt x="58" y="698"/>
                    </a:lnTo>
                    <a:lnTo>
                      <a:pt x="175" y="873"/>
                    </a:lnTo>
                    <a:lnTo>
                      <a:pt x="291" y="931"/>
                    </a:lnTo>
                    <a:lnTo>
                      <a:pt x="524" y="989"/>
                    </a:lnTo>
                    <a:lnTo>
                      <a:pt x="698" y="931"/>
                    </a:lnTo>
                    <a:lnTo>
                      <a:pt x="815" y="873"/>
                    </a:lnTo>
                    <a:lnTo>
                      <a:pt x="931" y="698"/>
                    </a:lnTo>
                    <a:lnTo>
                      <a:pt x="989" y="524"/>
                    </a:lnTo>
                    <a:lnTo>
                      <a:pt x="931" y="291"/>
                    </a:lnTo>
                    <a:lnTo>
                      <a:pt x="815" y="175"/>
                    </a:lnTo>
                    <a:lnTo>
                      <a:pt x="698" y="58"/>
                    </a:lnTo>
                    <a:lnTo>
                      <a:pt x="52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1249;p40"/>
              <p:cNvSpPr/>
              <p:nvPr/>
            </p:nvSpPr>
            <p:spPr>
              <a:xfrm>
                <a:off x="4265950" y="2047375"/>
                <a:ext cx="42200" cy="17500"/>
              </a:xfrm>
              <a:custGeom>
                <a:avLst/>
                <a:gdLst/>
                <a:ahLst/>
                <a:cxnLst/>
                <a:rect l="l" t="t" r="r" b="b"/>
                <a:pathLst>
                  <a:path w="1688" h="700" extrusionOk="0">
                    <a:moveTo>
                      <a:pt x="233" y="1"/>
                    </a:moveTo>
                    <a:lnTo>
                      <a:pt x="0" y="59"/>
                    </a:lnTo>
                    <a:lnTo>
                      <a:pt x="175" y="59"/>
                    </a:lnTo>
                    <a:lnTo>
                      <a:pt x="582" y="175"/>
                    </a:lnTo>
                    <a:lnTo>
                      <a:pt x="1105" y="350"/>
                    </a:lnTo>
                    <a:lnTo>
                      <a:pt x="1338" y="525"/>
                    </a:lnTo>
                    <a:lnTo>
                      <a:pt x="1571" y="699"/>
                    </a:lnTo>
                    <a:lnTo>
                      <a:pt x="1629" y="525"/>
                    </a:lnTo>
                    <a:lnTo>
                      <a:pt x="1687" y="408"/>
                    </a:lnTo>
                    <a:lnTo>
                      <a:pt x="1687" y="292"/>
                    </a:lnTo>
                    <a:lnTo>
                      <a:pt x="1513" y="234"/>
                    </a:lnTo>
                    <a:lnTo>
                      <a:pt x="1105" y="59"/>
                    </a:lnTo>
                    <a:lnTo>
                      <a:pt x="5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250;p40"/>
              <p:cNvSpPr/>
              <p:nvPr/>
            </p:nvSpPr>
            <p:spPr>
              <a:xfrm>
                <a:off x="4225225" y="2047375"/>
                <a:ext cx="90200" cy="52400"/>
              </a:xfrm>
              <a:custGeom>
                <a:avLst/>
                <a:gdLst/>
                <a:ahLst/>
                <a:cxnLst/>
                <a:rect l="l" t="t" r="r" b="b"/>
                <a:pathLst>
                  <a:path w="3608" h="2096" extrusionOk="0">
                    <a:moveTo>
                      <a:pt x="1920" y="1"/>
                    </a:moveTo>
                    <a:lnTo>
                      <a:pt x="1687" y="59"/>
                    </a:lnTo>
                    <a:lnTo>
                      <a:pt x="1222" y="175"/>
                    </a:lnTo>
                    <a:lnTo>
                      <a:pt x="815" y="466"/>
                    </a:lnTo>
                    <a:lnTo>
                      <a:pt x="582" y="641"/>
                    </a:lnTo>
                    <a:lnTo>
                      <a:pt x="407" y="932"/>
                    </a:lnTo>
                    <a:lnTo>
                      <a:pt x="291" y="1164"/>
                    </a:lnTo>
                    <a:lnTo>
                      <a:pt x="175" y="1397"/>
                    </a:lnTo>
                    <a:lnTo>
                      <a:pt x="58" y="1863"/>
                    </a:lnTo>
                    <a:lnTo>
                      <a:pt x="0" y="2095"/>
                    </a:lnTo>
                    <a:lnTo>
                      <a:pt x="407" y="2037"/>
                    </a:lnTo>
                    <a:lnTo>
                      <a:pt x="931" y="1979"/>
                    </a:lnTo>
                    <a:lnTo>
                      <a:pt x="1106" y="1746"/>
                    </a:lnTo>
                    <a:lnTo>
                      <a:pt x="1396" y="1572"/>
                    </a:lnTo>
                    <a:lnTo>
                      <a:pt x="1745" y="1397"/>
                    </a:lnTo>
                    <a:lnTo>
                      <a:pt x="2734" y="1397"/>
                    </a:lnTo>
                    <a:lnTo>
                      <a:pt x="3607" y="1455"/>
                    </a:lnTo>
                    <a:lnTo>
                      <a:pt x="3607" y="1281"/>
                    </a:lnTo>
                    <a:lnTo>
                      <a:pt x="3491" y="874"/>
                    </a:lnTo>
                    <a:lnTo>
                      <a:pt x="3374" y="641"/>
                    </a:lnTo>
                    <a:lnTo>
                      <a:pt x="3200" y="466"/>
                    </a:lnTo>
                    <a:lnTo>
                      <a:pt x="2967" y="234"/>
                    </a:lnTo>
                    <a:lnTo>
                      <a:pt x="2676" y="117"/>
                    </a:lnTo>
                    <a:lnTo>
                      <a:pt x="215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40"/>
              <p:cNvSpPr/>
              <p:nvPr/>
            </p:nvSpPr>
            <p:spPr>
              <a:xfrm>
                <a:off x="4023050" y="2061925"/>
                <a:ext cx="66925" cy="66925"/>
              </a:xfrm>
              <a:custGeom>
                <a:avLst/>
                <a:gdLst/>
                <a:ahLst/>
                <a:cxnLst/>
                <a:rect l="l" t="t" r="r" b="b"/>
                <a:pathLst>
                  <a:path w="2677" h="2677" extrusionOk="0">
                    <a:moveTo>
                      <a:pt x="1048" y="1"/>
                    </a:moveTo>
                    <a:lnTo>
                      <a:pt x="815" y="59"/>
                    </a:lnTo>
                    <a:lnTo>
                      <a:pt x="583" y="175"/>
                    </a:lnTo>
                    <a:lnTo>
                      <a:pt x="408" y="350"/>
                    </a:lnTo>
                    <a:lnTo>
                      <a:pt x="233" y="582"/>
                    </a:lnTo>
                    <a:lnTo>
                      <a:pt x="117" y="815"/>
                    </a:lnTo>
                    <a:lnTo>
                      <a:pt x="1" y="1048"/>
                    </a:lnTo>
                    <a:lnTo>
                      <a:pt x="1" y="1339"/>
                    </a:lnTo>
                    <a:lnTo>
                      <a:pt x="1" y="1571"/>
                    </a:lnTo>
                    <a:lnTo>
                      <a:pt x="117" y="1862"/>
                    </a:lnTo>
                    <a:lnTo>
                      <a:pt x="233" y="2095"/>
                    </a:lnTo>
                    <a:lnTo>
                      <a:pt x="408" y="2270"/>
                    </a:lnTo>
                    <a:lnTo>
                      <a:pt x="583" y="2444"/>
                    </a:lnTo>
                    <a:lnTo>
                      <a:pt x="815" y="2560"/>
                    </a:lnTo>
                    <a:lnTo>
                      <a:pt x="1048" y="2619"/>
                    </a:lnTo>
                    <a:lnTo>
                      <a:pt x="1339" y="2677"/>
                    </a:lnTo>
                    <a:lnTo>
                      <a:pt x="1630" y="2619"/>
                    </a:lnTo>
                    <a:lnTo>
                      <a:pt x="1862" y="2560"/>
                    </a:lnTo>
                    <a:lnTo>
                      <a:pt x="2095" y="2444"/>
                    </a:lnTo>
                    <a:lnTo>
                      <a:pt x="2270" y="2270"/>
                    </a:lnTo>
                    <a:lnTo>
                      <a:pt x="2444" y="2095"/>
                    </a:lnTo>
                    <a:lnTo>
                      <a:pt x="2560" y="1862"/>
                    </a:lnTo>
                    <a:lnTo>
                      <a:pt x="2677" y="1571"/>
                    </a:lnTo>
                    <a:lnTo>
                      <a:pt x="2677" y="1339"/>
                    </a:lnTo>
                    <a:lnTo>
                      <a:pt x="2677" y="1048"/>
                    </a:lnTo>
                    <a:lnTo>
                      <a:pt x="2560" y="815"/>
                    </a:lnTo>
                    <a:lnTo>
                      <a:pt x="2444" y="582"/>
                    </a:lnTo>
                    <a:lnTo>
                      <a:pt x="2270" y="350"/>
                    </a:lnTo>
                    <a:lnTo>
                      <a:pt x="2095" y="175"/>
                    </a:lnTo>
                    <a:lnTo>
                      <a:pt x="1862" y="59"/>
                    </a:lnTo>
                    <a:lnTo>
                      <a:pt x="163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40"/>
              <p:cNvSpPr/>
              <p:nvPr/>
            </p:nvSpPr>
            <p:spPr>
              <a:xfrm>
                <a:off x="4039050" y="2076475"/>
                <a:ext cx="34925" cy="36375"/>
              </a:xfrm>
              <a:custGeom>
                <a:avLst/>
                <a:gdLst/>
                <a:ahLst/>
                <a:cxnLst/>
                <a:rect l="l" t="t" r="r" b="b"/>
                <a:pathLst>
                  <a:path w="1397" h="1455" extrusionOk="0">
                    <a:moveTo>
                      <a:pt x="699" y="0"/>
                    </a:moveTo>
                    <a:lnTo>
                      <a:pt x="408" y="59"/>
                    </a:lnTo>
                    <a:lnTo>
                      <a:pt x="175" y="233"/>
                    </a:lnTo>
                    <a:lnTo>
                      <a:pt x="59" y="466"/>
                    </a:lnTo>
                    <a:lnTo>
                      <a:pt x="1" y="757"/>
                    </a:lnTo>
                    <a:lnTo>
                      <a:pt x="59" y="989"/>
                    </a:lnTo>
                    <a:lnTo>
                      <a:pt x="175" y="1222"/>
                    </a:lnTo>
                    <a:lnTo>
                      <a:pt x="408" y="1397"/>
                    </a:lnTo>
                    <a:lnTo>
                      <a:pt x="699" y="1455"/>
                    </a:lnTo>
                    <a:lnTo>
                      <a:pt x="990" y="1397"/>
                    </a:lnTo>
                    <a:lnTo>
                      <a:pt x="1222" y="1222"/>
                    </a:lnTo>
                    <a:lnTo>
                      <a:pt x="1339" y="989"/>
                    </a:lnTo>
                    <a:lnTo>
                      <a:pt x="1397" y="757"/>
                    </a:lnTo>
                    <a:lnTo>
                      <a:pt x="1339" y="466"/>
                    </a:lnTo>
                    <a:lnTo>
                      <a:pt x="1222" y="233"/>
                    </a:lnTo>
                    <a:lnTo>
                      <a:pt x="990" y="59"/>
                    </a:lnTo>
                    <a:lnTo>
                      <a:pt x="69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253;p40"/>
              <p:cNvSpPr/>
              <p:nvPr/>
            </p:nvSpPr>
            <p:spPr>
              <a:xfrm>
                <a:off x="4044875" y="2082300"/>
                <a:ext cx="23300" cy="24750"/>
              </a:xfrm>
              <a:custGeom>
                <a:avLst/>
                <a:gdLst/>
                <a:ahLst/>
                <a:cxnLst/>
                <a:rect l="l" t="t" r="r" b="b"/>
                <a:pathLst>
                  <a:path w="932" h="990" extrusionOk="0">
                    <a:moveTo>
                      <a:pt x="466" y="0"/>
                    </a:moveTo>
                    <a:lnTo>
                      <a:pt x="291" y="58"/>
                    </a:lnTo>
                    <a:lnTo>
                      <a:pt x="117" y="175"/>
                    </a:lnTo>
                    <a:lnTo>
                      <a:pt x="0" y="291"/>
                    </a:lnTo>
                    <a:lnTo>
                      <a:pt x="0" y="524"/>
                    </a:lnTo>
                    <a:lnTo>
                      <a:pt x="0" y="698"/>
                    </a:lnTo>
                    <a:lnTo>
                      <a:pt x="117" y="873"/>
                    </a:lnTo>
                    <a:lnTo>
                      <a:pt x="291" y="931"/>
                    </a:lnTo>
                    <a:lnTo>
                      <a:pt x="466" y="989"/>
                    </a:lnTo>
                    <a:lnTo>
                      <a:pt x="640" y="931"/>
                    </a:lnTo>
                    <a:lnTo>
                      <a:pt x="815" y="873"/>
                    </a:lnTo>
                    <a:lnTo>
                      <a:pt x="931" y="698"/>
                    </a:lnTo>
                    <a:lnTo>
                      <a:pt x="931" y="524"/>
                    </a:lnTo>
                    <a:lnTo>
                      <a:pt x="931" y="291"/>
                    </a:lnTo>
                    <a:lnTo>
                      <a:pt x="815" y="175"/>
                    </a:lnTo>
                    <a:lnTo>
                      <a:pt x="640" y="58"/>
                    </a:lnTo>
                    <a:lnTo>
                      <a:pt x="46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254;p40"/>
              <p:cNvSpPr/>
              <p:nvPr/>
            </p:nvSpPr>
            <p:spPr>
              <a:xfrm>
                <a:off x="4008525" y="2037200"/>
                <a:ext cx="101825" cy="58200"/>
              </a:xfrm>
              <a:custGeom>
                <a:avLst/>
                <a:gdLst/>
                <a:ahLst/>
                <a:cxnLst/>
                <a:rect l="l" t="t" r="r" b="b"/>
                <a:pathLst>
                  <a:path w="4073" h="2328" extrusionOk="0">
                    <a:moveTo>
                      <a:pt x="2153" y="1"/>
                    </a:moveTo>
                    <a:lnTo>
                      <a:pt x="1745" y="59"/>
                    </a:lnTo>
                    <a:lnTo>
                      <a:pt x="1338" y="175"/>
                    </a:lnTo>
                    <a:lnTo>
                      <a:pt x="931" y="350"/>
                    </a:lnTo>
                    <a:lnTo>
                      <a:pt x="582" y="582"/>
                    </a:lnTo>
                    <a:lnTo>
                      <a:pt x="349" y="873"/>
                    </a:lnTo>
                    <a:lnTo>
                      <a:pt x="175" y="1106"/>
                    </a:lnTo>
                    <a:lnTo>
                      <a:pt x="116" y="1339"/>
                    </a:lnTo>
                    <a:lnTo>
                      <a:pt x="0" y="1688"/>
                    </a:lnTo>
                    <a:lnTo>
                      <a:pt x="0" y="1804"/>
                    </a:lnTo>
                    <a:lnTo>
                      <a:pt x="1454" y="1804"/>
                    </a:lnTo>
                    <a:lnTo>
                      <a:pt x="1862" y="1921"/>
                    </a:lnTo>
                    <a:lnTo>
                      <a:pt x="2269" y="2037"/>
                    </a:lnTo>
                    <a:lnTo>
                      <a:pt x="2618" y="2211"/>
                    </a:lnTo>
                    <a:lnTo>
                      <a:pt x="3025" y="2270"/>
                    </a:lnTo>
                    <a:lnTo>
                      <a:pt x="3374" y="2328"/>
                    </a:lnTo>
                    <a:lnTo>
                      <a:pt x="3607" y="2328"/>
                    </a:lnTo>
                    <a:lnTo>
                      <a:pt x="3898" y="1688"/>
                    </a:lnTo>
                    <a:lnTo>
                      <a:pt x="4014" y="1222"/>
                    </a:lnTo>
                    <a:lnTo>
                      <a:pt x="4072" y="873"/>
                    </a:lnTo>
                    <a:lnTo>
                      <a:pt x="4014" y="641"/>
                    </a:lnTo>
                    <a:lnTo>
                      <a:pt x="3898" y="408"/>
                    </a:lnTo>
                    <a:lnTo>
                      <a:pt x="3781" y="175"/>
                    </a:lnTo>
                    <a:lnTo>
                      <a:pt x="3607" y="59"/>
                    </a:lnTo>
                    <a:lnTo>
                      <a:pt x="325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40"/>
              <p:cNvSpPr/>
              <p:nvPr/>
            </p:nvSpPr>
            <p:spPr>
              <a:xfrm>
                <a:off x="4213575" y="1960125"/>
                <a:ext cx="11675" cy="16025"/>
              </a:xfrm>
              <a:custGeom>
                <a:avLst/>
                <a:gdLst/>
                <a:ahLst/>
                <a:cxnLst/>
                <a:rect l="l" t="t" r="r" b="b"/>
                <a:pathLst>
                  <a:path w="467" h="641" extrusionOk="0">
                    <a:moveTo>
                      <a:pt x="117" y="0"/>
                    </a:moveTo>
                    <a:lnTo>
                      <a:pt x="1" y="59"/>
                    </a:lnTo>
                    <a:lnTo>
                      <a:pt x="1" y="349"/>
                    </a:lnTo>
                    <a:lnTo>
                      <a:pt x="59" y="640"/>
                    </a:lnTo>
                    <a:lnTo>
                      <a:pt x="466" y="466"/>
                    </a:lnTo>
                    <a:lnTo>
                      <a:pt x="466" y="408"/>
                    </a:lnTo>
                    <a:lnTo>
                      <a:pt x="350" y="233"/>
                    </a:lnTo>
                    <a:lnTo>
                      <a:pt x="23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256;p40"/>
              <p:cNvSpPr/>
              <p:nvPr/>
            </p:nvSpPr>
            <p:spPr>
              <a:xfrm>
                <a:off x="4216500" y="1949950"/>
                <a:ext cx="32000" cy="24750"/>
              </a:xfrm>
              <a:custGeom>
                <a:avLst/>
                <a:gdLst/>
                <a:ahLst/>
                <a:cxnLst/>
                <a:rect l="l" t="t" r="r" b="b"/>
                <a:pathLst>
                  <a:path w="1280" h="990" extrusionOk="0">
                    <a:moveTo>
                      <a:pt x="989" y="0"/>
                    </a:moveTo>
                    <a:lnTo>
                      <a:pt x="640" y="117"/>
                    </a:lnTo>
                    <a:lnTo>
                      <a:pt x="349" y="233"/>
                    </a:lnTo>
                    <a:lnTo>
                      <a:pt x="116" y="291"/>
                    </a:lnTo>
                    <a:lnTo>
                      <a:pt x="0" y="407"/>
                    </a:lnTo>
                    <a:lnTo>
                      <a:pt x="0" y="582"/>
                    </a:lnTo>
                    <a:lnTo>
                      <a:pt x="58" y="756"/>
                    </a:lnTo>
                    <a:lnTo>
                      <a:pt x="175" y="873"/>
                    </a:lnTo>
                    <a:lnTo>
                      <a:pt x="233" y="931"/>
                    </a:lnTo>
                    <a:lnTo>
                      <a:pt x="407" y="989"/>
                    </a:lnTo>
                    <a:lnTo>
                      <a:pt x="815" y="931"/>
                    </a:lnTo>
                    <a:lnTo>
                      <a:pt x="1280" y="873"/>
                    </a:lnTo>
                    <a:lnTo>
                      <a:pt x="98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40"/>
              <p:cNvSpPr/>
              <p:nvPr/>
            </p:nvSpPr>
            <p:spPr>
              <a:xfrm>
                <a:off x="4236850" y="1948475"/>
                <a:ext cx="16025" cy="24750"/>
              </a:xfrm>
              <a:custGeom>
                <a:avLst/>
                <a:gdLst/>
                <a:ahLst/>
                <a:cxnLst/>
                <a:rect l="l" t="t" r="r" b="b"/>
                <a:pathLst>
                  <a:path w="641" h="990" extrusionOk="0">
                    <a:moveTo>
                      <a:pt x="291" y="1"/>
                    </a:moveTo>
                    <a:lnTo>
                      <a:pt x="175" y="59"/>
                    </a:lnTo>
                    <a:lnTo>
                      <a:pt x="1" y="117"/>
                    </a:lnTo>
                    <a:lnTo>
                      <a:pt x="59" y="234"/>
                    </a:lnTo>
                    <a:lnTo>
                      <a:pt x="175" y="583"/>
                    </a:lnTo>
                    <a:lnTo>
                      <a:pt x="350" y="990"/>
                    </a:lnTo>
                    <a:lnTo>
                      <a:pt x="641" y="932"/>
                    </a:lnTo>
                    <a:lnTo>
                      <a:pt x="582" y="583"/>
                    </a:lnTo>
                    <a:lnTo>
                      <a:pt x="524" y="292"/>
                    </a:lnTo>
                    <a:lnTo>
                      <a:pt x="40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40"/>
              <p:cNvSpPr/>
              <p:nvPr/>
            </p:nvSpPr>
            <p:spPr>
              <a:xfrm>
                <a:off x="4207775" y="1912125"/>
                <a:ext cx="16000" cy="45125"/>
              </a:xfrm>
              <a:custGeom>
                <a:avLst/>
                <a:gdLst/>
                <a:ahLst/>
                <a:cxnLst/>
                <a:rect l="l" t="t" r="r" b="b"/>
                <a:pathLst>
                  <a:path w="640" h="1805" extrusionOk="0">
                    <a:moveTo>
                      <a:pt x="175" y="1"/>
                    </a:moveTo>
                    <a:lnTo>
                      <a:pt x="58" y="175"/>
                    </a:lnTo>
                    <a:lnTo>
                      <a:pt x="0" y="466"/>
                    </a:lnTo>
                    <a:lnTo>
                      <a:pt x="0" y="757"/>
                    </a:lnTo>
                    <a:lnTo>
                      <a:pt x="0" y="931"/>
                    </a:lnTo>
                    <a:lnTo>
                      <a:pt x="116" y="931"/>
                    </a:lnTo>
                    <a:lnTo>
                      <a:pt x="233" y="757"/>
                    </a:lnTo>
                    <a:lnTo>
                      <a:pt x="291" y="582"/>
                    </a:lnTo>
                    <a:lnTo>
                      <a:pt x="349" y="582"/>
                    </a:lnTo>
                    <a:lnTo>
                      <a:pt x="465" y="699"/>
                    </a:lnTo>
                    <a:lnTo>
                      <a:pt x="465" y="1222"/>
                    </a:lnTo>
                    <a:lnTo>
                      <a:pt x="465" y="1746"/>
                    </a:lnTo>
                    <a:lnTo>
                      <a:pt x="582" y="1804"/>
                    </a:lnTo>
                    <a:lnTo>
                      <a:pt x="640" y="1804"/>
                    </a:lnTo>
                    <a:lnTo>
                      <a:pt x="582" y="1280"/>
                    </a:lnTo>
                    <a:lnTo>
                      <a:pt x="582" y="641"/>
                    </a:lnTo>
                    <a:lnTo>
                      <a:pt x="524" y="582"/>
                    </a:lnTo>
                    <a:lnTo>
                      <a:pt x="407" y="524"/>
                    </a:lnTo>
                    <a:lnTo>
                      <a:pt x="291" y="466"/>
                    </a:lnTo>
                    <a:lnTo>
                      <a:pt x="291" y="175"/>
                    </a:lnTo>
                    <a:lnTo>
                      <a:pt x="233" y="59"/>
                    </a:lnTo>
                    <a:lnTo>
                      <a:pt x="17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40"/>
              <p:cNvSpPr/>
              <p:nvPr/>
            </p:nvSpPr>
            <p:spPr>
              <a:xfrm>
                <a:off x="4181575" y="1912125"/>
                <a:ext cx="42200" cy="49475"/>
              </a:xfrm>
              <a:custGeom>
                <a:avLst/>
                <a:gdLst/>
                <a:ahLst/>
                <a:cxnLst/>
                <a:rect l="l" t="t" r="r" b="b"/>
                <a:pathLst>
                  <a:path w="1688" h="1979" extrusionOk="0">
                    <a:moveTo>
                      <a:pt x="59" y="1"/>
                    </a:moveTo>
                    <a:lnTo>
                      <a:pt x="1" y="59"/>
                    </a:lnTo>
                    <a:lnTo>
                      <a:pt x="59" y="233"/>
                    </a:lnTo>
                    <a:lnTo>
                      <a:pt x="350" y="815"/>
                    </a:lnTo>
                    <a:lnTo>
                      <a:pt x="466" y="1106"/>
                    </a:lnTo>
                    <a:lnTo>
                      <a:pt x="524" y="1164"/>
                    </a:lnTo>
                    <a:lnTo>
                      <a:pt x="583" y="1164"/>
                    </a:lnTo>
                    <a:lnTo>
                      <a:pt x="699" y="1106"/>
                    </a:lnTo>
                    <a:lnTo>
                      <a:pt x="699" y="931"/>
                    </a:lnTo>
                    <a:lnTo>
                      <a:pt x="641" y="757"/>
                    </a:lnTo>
                    <a:lnTo>
                      <a:pt x="757" y="757"/>
                    </a:lnTo>
                    <a:lnTo>
                      <a:pt x="815" y="699"/>
                    </a:lnTo>
                    <a:lnTo>
                      <a:pt x="874" y="757"/>
                    </a:lnTo>
                    <a:lnTo>
                      <a:pt x="1164" y="1280"/>
                    </a:lnTo>
                    <a:lnTo>
                      <a:pt x="1397" y="1920"/>
                    </a:lnTo>
                    <a:lnTo>
                      <a:pt x="1513" y="1979"/>
                    </a:lnTo>
                    <a:lnTo>
                      <a:pt x="1688" y="1979"/>
                    </a:lnTo>
                    <a:lnTo>
                      <a:pt x="1688" y="1862"/>
                    </a:lnTo>
                    <a:lnTo>
                      <a:pt x="1339" y="1222"/>
                    </a:lnTo>
                    <a:lnTo>
                      <a:pt x="932" y="582"/>
                    </a:lnTo>
                    <a:lnTo>
                      <a:pt x="583" y="582"/>
                    </a:lnTo>
                    <a:lnTo>
                      <a:pt x="524" y="350"/>
                    </a:lnTo>
                    <a:lnTo>
                      <a:pt x="408" y="233"/>
                    </a:lnTo>
                    <a:lnTo>
                      <a:pt x="292" y="59"/>
                    </a:lnTo>
                    <a:lnTo>
                      <a:pt x="17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260" name="Google Shape;1260;p40"/>
          <p:cNvGrpSpPr/>
          <p:nvPr/>
        </p:nvGrpSpPr>
        <p:grpSpPr>
          <a:xfrm rot="-654692">
            <a:off x="7917970" y="3438144"/>
            <a:ext cx="831707" cy="2067561"/>
            <a:chOff x="1030219" y="3959326"/>
            <a:chExt cx="613070" cy="1524046"/>
          </a:xfrm>
        </p:grpSpPr>
        <p:sp>
          <p:nvSpPr>
            <p:cNvPr id="1261" name="Google Shape;1261;p40"/>
            <p:cNvSpPr/>
            <p:nvPr/>
          </p:nvSpPr>
          <p:spPr>
            <a:xfrm>
              <a:off x="1030400" y="3959326"/>
              <a:ext cx="612889" cy="1524046"/>
            </a:xfrm>
            <a:custGeom>
              <a:avLst/>
              <a:gdLst/>
              <a:ahLst/>
              <a:cxnLst/>
              <a:rect l="l" t="t" r="r" b="b"/>
              <a:pathLst>
                <a:path w="8844" h="21992" extrusionOk="0">
                  <a:moveTo>
                    <a:pt x="8669" y="21468"/>
                  </a:moveTo>
                  <a:lnTo>
                    <a:pt x="8203" y="21468"/>
                  </a:lnTo>
                  <a:lnTo>
                    <a:pt x="6982" y="17861"/>
                  </a:lnTo>
                  <a:lnTo>
                    <a:pt x="6982" y="17861"/>
                  </a:lnTo>
                  <a:lnTo>
                    <a:pt x="7098" y="17744"/>
                  </a:lnTo>
                  <a:lnTo>
                    <a:pt x="7214" y="17628"/>
                  </a:lnTo>
                  <a:lnTo>
                    <a:pt x="7273" y="17453"/>
                  </a:lnTo>
                  <a:lnTo>
                    <a:pt x="7273" y="17279"/>
                  </a:lnTo>
                  <a:lnTo>
                    <a:pt x="7273" y="17279"/>
                  </a:lnTo>
                  <a:lnTo>
                    <a:pt x="7273" y="17046"/>
                  </a:lnTo>
                  <a:lnTo>
                    <a:pt x="7156" y="16872"/>
                  </a:lnTo>
                  <a:lnTo>
                    <a:pt x="7040" y="16755"/>
                  </a:lnTo>
                  <a:lnTo>
                    <a:pt x="6923" y="16639"/>
                  </a:lnTo>
                  <a:lnTo>
                    <a:pt x="6923" y="15883"/>
                  </a:lnTo>
                  <a:lnTo>
                    <a:pt x="6458" y="15883"/>
                  </a:lnTo>
                  <a:lnTo>
                    <a:pt x="6458" y="15883"/>
                  </a:lnTo>
                  <a:lnTo>
                    <a:pt x="6167" y="14545"/>
                  </a:lnTo>
                  <a:lnTo>
                    <a:pt x="5993" y="13788"/>
                  </a:lnTo>
                  <a:lnTo>
                    <a:pt x="5934" y="13032"/>
                  </a:lnTo>
                  <a:lnTo>
                    <a:pt x="5934" y="13032"/>
                  </a:lnTo>
                  <a:lnTo>
                    <a:pt x="6051" y="12974"/>
                  </a:lnTo>
                  <a:lnTo>
                    <a:pt x="6167" y="12916"/>
                  </a:lnTo>
                  <a:lnTo>
                    <a:pt x="6225" y="12799"/>
                  </a:lnTo>
                  <a:lnTo>
                    <a:pt x="6284" y="12625"/>
                  </a:lnTo>
                  <a:lnTo>
                    <a:pt x="6284" y="12625"/>
                  </a:lnTo>
                  <a:lnTo>
                    <a:pt x="6225" y="12508"/>
                  </a:lnTo>
                  <a:lnTo>
                    <a:pt x="6167" y="12392"/>
                  </a:lnTo>
                  <a:lnTo>
                    <a:pt x="6167" y="12392"/>
                  </a:lnTo>
                  <a:lnTo>
                    <a:pt x="6284" y="12334"/>
                  </a:lnTo>
                  <a:lnTo>
                    <a:pt x="6342" y="12159"/>
                  </a:lnTo>
                  <a:lnTo>
                    <a:pt x="6342" y="12159"/>
                  </a:lnTo>
                  <a:lnTo>
                    <a:pt x="6284" y="12043"/>
                  </a:lnTo>
                  <a:lnTo>
                    <a:pt x="6109" y="11985"/>
                  </a:lnTo>
                  <a:lnTo>
                    <a:pt x="5702" y="11985"/>
                  </a:lnTo>
                  <a:lnTo>
                    <a:pt x="5702" y="11985"/>
                  </a:lnTo>
                  <a:lnTo>
                    <a:pt x="5644" y="11461"/>
                  </a:lnTo>
                  <a:lnTo>
                    <a:pt x="5469" y="10240"/>
                  </a:lnTo>
                  <a:lnTo>
                    <a:pt x="5469" y="10240"/>
                  </a:lnTo>
                  <a:lnTo>
                    <a:pt x="5295" y="8552"/>
                  </a:lnTo>
                  <a:lnTo>
                    <a:pt x="5120" y="6749"/>
                  </a:lnTo>
                  <a:lnTo>
                    <a:pt x="4946" y="3491"/>
                  </a:lnTo>
                  <a:lnTo>
                    <a:pt x="4946" y="3491"/>
                  </a:lnTo>
                  <a:lnTo>
                    <a:pt x="5062" y="3375"/>
                  </a:lnTo>
                  <a:lnTo>
                    <a:pt x="5178" y="3258"/>
                  </a:lnTo>
                  <a:lnTo>
                    <a:pt x="5236" y="3142"/>
                  </a:lnTo>
                  <a:lnTo>
                    <a:pt x="5236" y="2968"/>
                  </a:lnTo>
                  <a:lnTo>
                    <a:pt x="5236" y="2968"/>
                  </a:lnTo>
                  <a:lnTo>
                    <a:pt x="5178" y="2677"/>
                  </a:lnTo>
                  <a:lnTo>
                    <a:pt x="5062" y="2502"/>
                  </a:lnTo>
                  <a:lnTo>
                    <a:pt x="5236" y="2502"/>
                  </a:lnTo>
                  <a:lnTo>
                    <a:pt x="5236" y="2502"/>
                  </a:lnTo>
                  <a:lnTo>
                    <a:pt x="5295" y="2444"/>
                  </a:lnTo>
                  <a:lnTo>
                    <a:pt x="5353" y="2328"/>
                  </a:lnTo>
                  <a:lnTo>
                    <a:pt x="5353" y="2328"/>
                  </a:lnTo>
                  <a:lnTo>
                    <a:pt x="5295" y="2211"/>
                  </a:lnTo>
                  <a:lnTo>
                    <a:pt x="5236" y="2153"/>
                  </a:lnTo>
                  <a:lnTo>
                    <a:pt x="5120" y="2153"/>
                  </a:lnTo>
                  <a:lnTo>
                    <a:pt x="5120" y="2153"/>
                  </a:lnTo>
                  <a:lnTo>
                    <a:pt x="5062" y="1862"/>
                  </a:lnTo>
                  <a:lnTo>
                    <a:pt x="4946" y="1630"/>
                  </a:lnTo>
                  <a:lnTo>
                    <a:pt x="4713" y="1455"/>
                  </a:lnTo>
                  <a:lnTo>
                    <a:pt x="4422" y="1397"/>
                  </a:lnTo>
                  <a:lnTo>
                    <a:pt x="4422" y="1397"/>
                  </a:lnTo>
                  <a:lnTo>
                    <a:pt x="4422" y="59"/>
                  </a:lnTo>
                  <a:lnTo>
                    <a:pt x="4422" y="59"/>
                  </a:lnTo>
                  <a:lnTo>
                    <a:pt x="4422" y="1"/>
                  </a:lnTo>
                  <a:lnTo>
                    <a:pt x="4364" y="1"/>
                  </a:lnTo>
                  <a:lnTo>
                    <a:pt x="4364" y="1"/>
                  </a:lnTo>
                  <a:lnTo>
                    <a:pt x="4306" y="1"/>
                  </a:lnTo>
                  <a:lnTo>
                    <a:pt x="4306" y="59"/>
                  </a:lnTo>
                  <a:lnTo>
                    <a:pt x="4306" y="1397"/>
                  </a:lnTo>
                  <a:lnTo>
                    <a:pt x="4306" y="1397"/>
                  </a:lnTo>
                  <a:lnTo>
                    <a:pt x="4306" y="1397"/>
                  </a:lnTo>
                  <a:lnTo>
                    <a:pt x="4015" y="1455"/>
                  </a:lnTo>
                  <a:lnTo>
                    <a:pt x="3840" y="1630"/>
                  </a:lnTo>
                  <a:lnTo>
                    <a:pt x="3666" y="1862"/>
                  </a:lnTo>
                  <a:lnTo>
                    <a:pt x="3607" y="2153"/>
                  </a:lnTo>
                  <a:lnTo>
                    <a:pt x="3549" y="2153"/>
                  </a:lnTo>
                  <a:lnTo>
                    <a:pt x="3549" y="2153"/>
                  </a:lnTo>
                  <a:lnTo>
                    <a:pt x="3433" y="2211"/>
                  </a:lnTo>
                  <a:lnTo>
                    <a:pt x="3375" y="2328"/>
                  </a:lnTo>
                  <a:lnTo>
                    <a:pt x="3375" y="2328"/>
                  </a:lnTo>
                  <a:lnTo>
                    <a:pt x="3433" y="2444"/>
                  </a:lnTo>
                  <a:lnTo>
                    <a:pt x="3549" y="2502"/>
                  </a:lnTo>
                  <a:lnTo>
                    <a:pt x="3724" y="2502"/>
                  </a:lnTo>
                  <a:lnTo>
                    <a:pt x="3724" y="2502"/>
                  </a:lnTo>
                  <a:lnTo>
                    <a:pt x="3607" y="2677"/>
                  </a:lnTo>
                  <a:lnTo>
                    <a:pt x="3549" y="2968"/>
                  </a:lnTo>
                  <a:lnTo>
                    <a:pt x="3549" y="2968"/>
                  </a:lnTo>
                  <a:lnTo>
                    <a:pt x="3549" y="3142"/>
                  </a:lnTo>
                  <a:lnTo>
                    <a:pt x="3607" y="3258"/>
                  </a:lnTo>
                  <a:lnTo>
                    <a:pt x="3666" y="3375"/>
                  </a:lnTo>
                  <a:lnTo>
                    <a:pt x="3782" y="3491"/>
                  </a:lnTo>
                  <a:lnTo>
                    <a:pt x="3782" y="3491"/>
                  </a:lnTo>
                  <a:lnTo>
                    <a:pt x="3607" y="6749"/>
                  </a:lnTo>
                  <a:lnTo>
                    <a:pt x="3491" y="8552"/>
                  </a:lnTo>
                  <a:lnTo>
                    <a:pt x="3317" y="10240"/>
                  </a:lnTo>
                  <a:lnTo>
                    <a:pt x="3317" y="10240"/>
                  </a:lnTo>
                  <a:lnTo>
                    <a:pt x="3142" y="11461"/>
                  </a:lnTo>
                  <a:lnTo>
                    <a:pt x="3026" y="11985"/>
                  </a:lnTo>
                  <a:lnTo>
                    <a:pt x="2618" y="11985"/>
                  </a:lnTo>
                  <a:lnTo>
                    <a:pt x="2618" y="11985"/>
                  </a:lnTo>
                  <a:lnTo>
                    <a:pt x="2502" y="12043"/>
                  </a:lnTo>
                  <a:lnTo>
                    <a:pt x="2444" y="12159"/>
                  </a:lnTo>
                  <a:lnTo>
                    <a:pt x="2444" y="12159"/>
                  </a:lnTo>
                  <a:lnTo>
                    <a:pt x="2502" y="12334"/>
                  </a:lnTo>
                  <a:lnTo>
                    <a:pt x="2618" y="12392"/>
                  </a:lnTo>
                  <a:lnTo>
                    <a:pt x="2618" y="12392"/>
                  </a:lnTo>
                  <a:lnTo>
                    <a:pt x="2560" y="12508"/>
                  </a:lnTo>
                  <a:lnTo>
                    <a:pt x="2502" y="12625"/>
                  </a:lnTo>
                  <a:lnTo>
                    <a:pt x="2502" y="12625"/>
                  </a:lnTo>
                  <a:lnTo>
                    <a:pt x="2560" y="12799"/>
                  </a:lnTo>
                  <a:lnTo>
                    <a:pt x="2618" y="12916"/>
                  </a:lnTo>
                  <a:lnTo>
                    <a:pt x="2735" y="12974"/>
                  </a:lnTo>
                  <a:lnTo>
                    <a:pt x="2851" y="13032"/>
                  </a:lnTo>
                  <a:lnTo>
                    <a:pt x="2851" y="13032"/>
                  </a:lnTo>
                  <a:lnTo>
                    <a:pt x="2735" y="13788"/>
                  </a:lnTo>
                  <a:lnTo>
                    <a:pt x="2618" y="14545"/>
                  </a:lnTo>
                  <a:lnTo>
                    <a:pt x="2328" y="15883"/>
                  </a:lnTo>
                  <a:lnTo>
                    <a:pt x="1920" y="15883"/>
                  </a:lnTo>
                  <a:lnTo>
                    <a:pt x="1920" y="16639"/>
                  </a:lnTo>
                  <a:lnTo>
                    <a:pt x="1920" y="16639"/>
                  </a:lnTo>
                  <a:lnTo>
                    <a:pt x="1746" y="16697"/>
                  </a:lnTo>
                  <a:lnTo>
                    <a:pt x="1629" y="16872"/>
                  </a:lnTo>
                  <a:lnTo>
                    <a:pt x="1513" y="17046"/>
                  </a:lnTo>
                  <a:lnTo>
                    <a:pt x="1455" y="17279"/>
                  </a:lnTo>
                  <a:lnTo>
                    <a:pt x="1455" y="17279"/>
                  </a:lnTo>
                  <a:lnTo>
                    <a:pt x="1513" y="17453"/>
                  </a:lnTo>
                  <a:lnTo>
                    <a:pt x="1571" y="17628"/>
                  </a:lnTo>
                  <a:lnTo>
                    <a:pt x="1688" y="17744"/>
                  </a:lnTo>
                  <a:lnTo>
                    <a:pt x="1804" y="17861"/>
                  </a:lnTo>
                  <a:lnTo>
                    <a:pt x="582" y="21468"/>
                  </a:lnTo>
                  <a:lnTo>
                    <a:pt x="175" y="21468"/>
                  </a:lnTo>
                  <a:lnTo>
                    <a:pt x="175" y="21468"/>
                  </a:lnTo>
                  <a:lnTo>
                    <a:pt x="59" y="21468"/>
                  </a:lnTo>
                  <a:lnTo>
                    <a:pt x="1" y="21526"/>
                  </a:lnTo>
                  <a:lnTo>
                    <a:pt x="1" y="21875"/>
                  </a:lnTo>
                  <a:lnTo>
                    <a:pt x="1" y="21875"/>
                  </a:lnTo>
                  <a:lnTo>
                    <a:pt x="59" y="21933"/>
                  </a:lnTo>
                  <a:lnTo>
                    <a:pt x="175" y="21991"/>
                  </a:lnTo>
                  <a:lnTo>
                    <a:pt x="2444" y="21991"/>
                  </a:lnTo>
                  <a:lnTo>
                    <a:pt x="2444" y="21991"/>
                  </a:lnTo>
                  <a:lnTo>
                    <a:pt x="2560" y="21933"/>
                  </a:lnTo>
                  <a:lnTo>
                    <a:pt x="2618" y="21875"/>
                  </a:lnTo>
                  <a:lnTo>
                    <a:pt x="2618" y="21526"/>
                  </a:lnTo>
                  <a:lnTo>
                    <a:pt x="2618" y="21526"/>
                  </a:lnTo>
                  <a:lnTo>
                    <a:pt x="2560" y="21468"/>
                  </a:lnTo>
                  <a:lnTo>
                    <a:pt x="2444" y="21468"/>
                  </a:lnTo>
                  <a:lnTo>
                    <a:pt x="2095" y="21468"/>
                  </a:lnTo>
                  <a:lnTo>
                    <a:pt x="2444" y="20537"/>
                  </a:lnTo>
                  <a:lnTo>
                    <a:pt x="2444" y="20537"/>
                  </a:lnTo>
                  <a:lnTo>
                    <a:pt x="2444" y="20537"/>
                  </a:lnTo>
                  <a:lnTo>
                    <a:pt x="2793" y="19490"/>
                  </a:lnTo>
                  <a:lnTo>
                    <a:pt x="2793" y="19490"/>
                  </a:lnTo>
                  <a:lnTo>
                    <a:pt x="3026" y="19257"/>
                  </a:lnTo>
                  <a:lnTo>
                    <a:pt x="3375" y="18966"/>
                  </a:lnTo>
                  <a:lnTo>
                    <a:pt x="3549" y="18850"/>
                  </a:lnTo>
                  <a:lnTo>
                    <a:pt x="3840" y="18791"/>
                  </a:lnTo>
                  <a:lnTo>
                    <a:pt x="4073" y="18733"/>
                  </a:lnTo>
                  <a:lnTo>
                    <a:pt x="4422" y="18733"/>
                  </a:lnTo>
                  <a:lnTo>
                    <a:pt x="4422" y="18733"/>
                  </a:lnTo>
                  <a:lnTo>
                    <a:pt x="4713" y="18733"/>
                  </a:lnTo>
                  <a:lnTo>
                    <a:pt x="5004" y="18791"/>
                  </a:lnTo>
                  <a:lnTo>
                    <a:pt x="5295" y="18908"/>
                  </a:lnTo>
                  <a:lnTo>
                    <a:pt x="5527" y="19024"/>
                  </a:lnTo>
                  <a:lnTo>
                    <a:pt x="5527" y="19024"/>
                  </a:lnTo>
                  <a:lnTo>
                    <a:pt x="5818" y="19199"/>
                  </a:lnTo>
                  <a:lnTo>
                    <a:pt x="5993" y="19490"/>
                  </a:lnTo>
                  <a:lnTo>
                    <a:pt x="6400" y="20537"/>
                  </a:lnTo>
                  <a:lnTo>
                    <a:pt x="6400" y="20537"/>
                  </a:lnTo>
                  <a:lnTo>
                    <a:pt x="6400" y="20537"/>
                  </a:lnTo>
                  <a:lnTo>
                    <a:pt x="6691" y="21468"/>
                  </a:lnTo>
                  <a:lnTo>
                    <a:pt x="6400" y="21468"/>
                  </a:lnTo>
                  <a:lnTo>
                    <a:pt x="6400" y="21468"/>
                  </a:lnTo>
                  <a:lnTo>
                    <a:pt x="6284" y="21468"/>
                  </a:lnTo>
                  <a:lnTo>
                    <a:pt x="6225" y="21526"/>
                  </a:lnTo>
                  <a:lnTo>
                    <a:pt x="6225" y="21875"/>
                  </a:lnTo>
                  <a:lnTo>
                    <a:pt x="6225" y="21875"/>
                  </a:lnTo>
                  <a:lnTo>
                    <a:pt x="6284" y="21933"/>
                  </a:lnTo>
                  <a:lnTo>
                    <a:pt x="6400" y="21991"/>
                  </a:lnTo>
                  <a:lnTo>
                    <a:pt x="8669" y="21991"/>
                  </a:lnTo>
                  <a:lnTo>
                    <a:pt x="8669" y="21991"/>
                  </a:lnTo>
                  <a:lnTo>
                    <a:pt x="8785" y="21933"/>
                  </a:lnTo>
                  <a:lnTo>
                    <a:pt x="8843" y="21875"/>
                  </a:lnTo>
                  <a:lnTo>
                    <a:pt x="8843" y="21526"/>
                  </a:lnTo>
                  <a:lnTo>
                    <a:pt x="8843" y="21526"/>
                  </a:lnTo>
                  <a:lnTo>
                    <a:pt x="8785" y="21468"/>
                  </a:lnTo>
                  <a:lnTo>
                    <a:pt x="8669" y="21468"/>
                  </a:lnTo>
                  <a:lnTo>
                    <a:pt x="8669" y="21468"/>
                  </a:lnTo>
                  <a:close/>
                </a:path>
              </a:pathLst>
            </a:custGeom>
            <a:solidFill>
              <a:schemeClr val="accent4"/>
            </a:solidFill>
            <a:ln w="76200" cap="flat" cmpd="sng">
              <a:solidFill>
                <a:schemeClr val="accent4"/>
              </a:solidFill>
              <a:prstDash val="solid"/>
              <a:round/>
              <a:headEnd type="none" w="sm" len="sm"/>
              <a:tailEnd type="none" w="sm" len="sm"/>
            </a:ln>
            <a:effectLst>
              <a:outerShdw blurRad="57150" algn="bl" rotWithShape="0">
                <a:schemeClr val="dk1">
                  <a:alpha val="2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62" name="Google Shape;1262;p40"/>
            <p:cNvGrpSpPr/>
            <p:nvPr/>
          </p:nvGrpSpPr>
          <p:grpSpPr>
            <a:xfrm>
              <a:off x="1030219" y="3961272"/>
              <a:ext cx="612889" cy="1519957"/>
              <a:chOff x="3698725" y="2019750"/>
              <a:chExt cx="221100" cy="548325"/>
            </a:xfrm>
          </p:grpSpPr>
          <p:sp>
            <p:nvSpPr>
              <p:cNvPr id="1263" name="Google Shape;1263;p40"/>
              <p:cNvSpPr/>
              <p:nvPr/>
            </p:nvSpPr>
            <p:spPr>
              <a:xfrm>
                <a:off x="3713275" y="2464800"/>
                <a:ext cx="206550" cy="103275"/>
              </a:xfrm>
              <a:custGeom>
                <a:avLst/>
                <a:gdLst/>
                <a:ahLst/>
                <a:cxnLst/>
                <a:rect l="l" t="t" r="r" b="b"/>
                <a:pathLst>
                  <a:path w="8262" h="4131" extrusionOk="0">
                    <a:moveTo>
                      <a:pt x="1280" y="291"/>
                    </a:moveTo>
                    <a:lnTo>
                      <a:pt x="1455" y="524"/>
                    </a:lnTo>
                    <a:lnTo>
                      <a:pt x="1222" y="524"/>
                    </a:lnTo>
                    <a:lnTo>
                      <a:pt x="1280" y="291"/>
                    </a:lnTo>
                    <a:close/>
                    <a:moveTo>
                      <a:pt x="1338" y="117"/>
                    </a:moveTo>
                    <a:lnTo>
                      <a:pt x="1687" y="524"/>
                    </a:lnTo>
                    <a:lnTo>
                      <a:pt x="1571" y="524"/>
                    </a:lnTo>
                    <a:lnTo>
                      <a:pt x="1338" y="175"/>
                    </a:lnTo>
                    <a:lnTo>
                      <a:pt x="1338" y="117"/>
                    </a:lnTo>
                    <a:close/>
                    <a:moveTo>
                      <a:pt x="6341" y="175"/>
                    </a:moveTo>
                    <a:lnTo>
                      <a:pt x="6341" y="233"/>
                    </a:lnTo>
                    <a:lnTo>
                      <a:pt x="6109" y="524"/>
                    </a:lnTo>
                    <a:lnTo>
                      <a:pt x="6051" y="524"/>
                    </a:lnTo>
                    <a:lnTo>
                      <a:pt x="6341" y="175"/>
                    </a:lnTo>
                    <a:close/>
                    <a:moveTo>
                      <a:pt x="6400" y="350"/>
                    </a:moveTo>
                    <a:lnTo>
                      <a:pt x="6458" y="524"/>
                    </a:lnTo>
                    <a:lnTo>
                      <a:pt x="6283" y="524"/>
                    </a:lnTo>
                    <a:lnTo>
                      <a:pt x="6400" y="350"/>
                    </a:lnTo>
                    <a:close/>
                    <a:moveTo>
                      <a:pt x="3782" y="640"/>
                    </a:moveTo>
                    <a:lnTo>
                      <a:pt x="3782" y="757"/>
                    </a:lnTo>
                    <a:lnTo>
                      <a:pt x="3433" y="815"/>
                    </a:lnTo>
                    <a:lnTo>
                      <a:pt x="3375" y="640"/>
                    </a:lnTo>
                    <a:close/>
                    <a:moveTo>
                      <a:pt x="4247" y="640"/>
                    </a:moveTo>
                    <a:lnTo>
                      <a:pt x="4247" y="815"/>
                    </a:lnTo>
                    <a:lnTo>
                      <a:pt x="3898" y="757"/>
                    </a:lnTo>
                    <a:lnTo>
                      <a:pt x="3898" y="640"/>
                    </a:lnTo>
                    <a:close/>
                    <a:moveTo>
                      <a:pt x="3258" y="640"/>
                    </a:moveTo>
                    <a:lnTo>
                      <a:pt x="3316" y="815"/>
                    </a:lnTo>
                    <a:lnTo>
                      <a:pt x="3025" y="873"/>
                    </a:lnTo>
                    <a:lnTo>
                      <a:pt x="2909" y="640"/>
                    </a:lnTo>
                    <a:close/>
                    <a:moveTo>
                      <a:pt x="4713" y="640"/>
                    </a:moveTo>
                    <a:lnTo>
                      <a:pt x="4596" y="873"/>
                    </a:lnTo>
                    <a:lnTo>
                      <a:pt x="4364" y="815"/>
                    </a:lnTo>
                    <a:lnTo>
                      <a:pt x="4422" y="640"/>
                    </a:lnTo>
                    <a:close/>
                    <a:moveTo>
                      <a:pt x="2793" y="640"/>
                    </a:moveTo>
                    <a:lnTo>
                      <a:pt x="2909" y="931"/>
                    </a:lnTo>
                    <a:lnTo>
                      <a:pt x="2735" y="1048"/>
                    </a:lnTo>
                    <a:lnTo>
                      <a:pt x="2560" y="815"/>
                    </a:lnTo>
                    <a:lnTo>
                      <a:pt x="2618" y="640"/>
                    </a:lnTo>
                    <a:close/>
                    <a:moveTo>
                      <a:pt x="5062" y="640"/>
                    </a:moveTo>
                    <a:lnTo>
                      <a:pt x="5120" y="815"/>
                    </a:lnTo>
                    <a:lnTo>
                      <a:pt x="4945" y="1048"/>
                    </a:lnTo>
                    <a:lnTo>
                      <a:pt x="4713" y="931"/>
                    </a:lnTo>
                    <a:lnTo>
                      <a:pt x="4887" y="640"/>
                    </a:lnTo>
                    <a:close/>
                    <a:moveTo>
                      <a:pt x="2502" y="931"/>
                    </a:moveTo>
                    <a:lnTo>
                      <a:pt x="2618" y="1106"/>
                    </a:lnTo>
                    <a:lnTo>
                      <a:pt x="2327" y="1339"/>
                    </a:lnTo>
                    <a:lnTo>
                      <a:pt x="2502" y="931"/>
                    </a:lnTo>
                    <a:close/>
                    <a:moveTo>
                      <a:pt x="5178" y="931"/>
                    </a:moveTo>
                    <a:lnTo>
                      <a:pt x="5294" y="1339"/>
                    </a:lnTo>
                    <a:lnTo>
                      <a:pt x="5003" y="1106"/>
                    </a:lnTo>
                    <a:lnTo>
                      <a:pt x="5178" y="931"/>
                    </a:lnTo>
                    <a:close/>
                    <a:moveTo>
                      <a:pt x="1746" y="640"/>
                    </a:moveTo>
                    <a:lnTo>
                      <a:pt x="1629" y="989"/>
                    </a:lnTo>
                    <a:lnTo>
                      <a:pt x="1571" y="1280"/>
                    </a:lnTo>
                    <a:lnTo>
                      <a:pt x="1455" y="1571"/>
                    </a:lnTo>
                    <a:lnTo>
                      <a:pt x="873" y="1571"/>
                    </a:lnTo>
                    <a:lnTo>
                      <a:pt x="873" y="1513"/>
                    </a:lnTo>
                    <a:lnTo>
                      <a:pt x="1164" y="699"/>
                    </a:lnTo>
                    <a:lnTo>
                      <a:pt x="1164" y="640"/>
                    </a:lnTo>
                    <a:close/>
                    <a:moveTo>
                      <a:pt x="2444" y="640"/>
                    </a:moveTo>
                    <a:lnTo>
                      <a:pt x="2444" y="699"/>
                    </a:lnTo>
                    <a:lnTo>
                      <a:pt x="2153" y="1513"/>
                    </a:lnTo>
                    <a:lnTo>
                      <a:pt x="2153" y="1571"/>
                    </a:lnTo>
                    <a:lnTo>
                      <a:pt x="1571" y="1571"/>
                    </a:lnTo>
                    <a:lnTo>
                      <a:pt x="1687" y="1222"/>
                    </a:lnTo>
                    <a:lnTo>
                      <a:pt x="1804" y="989"/>
                    </a:lnTo>
                    <a:lnTo>
                      <a:pt x="1920" y="640"/>
                    </a:lnTo>
                    <a:close/>
                    <a:moveTo>
                      <a:pt x="5818" y="640"/>
                    </a:moveTo>
                    <a:lnTo>
                      <a:pt x="5934" y="931"/>
                    </a:lnTo>
                    <a:lnTo>
                      <a:pt x="5992" y="1280"/>
                    </a:lnTo>
                    <a:lnTo>
                      <a:pt x="6109" y="1571"/>
                    </a:lnTo>
                    <a:lnTo>
                      <a:pt x="5527" y="1571"/>
                    </a:lnTo>
                    <a:lnTo>
                      <a:pt x="5236" y="699"/>
                    </a:lnTo>
                    <a:lnTo>
                      <a:pt x="5236" y="640"/>
                    </a:lnTo>
                    <a:close/>
                    <a:moveTo>
                      <a:pt x="6458" y="640"/>
                    </a:moveTo>
                    <a:lnTo>
                      <a:pt x="6516" y="757"/>
                    </a:lnTo>
                    <a:lnTo>
                      <a:pt x="6749" y="1513"/>
                    </a:lnTo>
                    <a:lnTo>
                      <a:pt x="6807" y="1571"/>
                    </a:lnTo>
                    <a:lnTo>
                      <a:pt x="6283" y="1571"/>
                    </a:lnTo>
                    <a:lnTo>
                      <a:pt x="6167" y="1222"/>
                    </a:lnTo>
                    <a:lnTo>
                      <a:pt x="6051" y="1048"/>
                    </a:lnTo>
                    <a:lnTo>
                      <a:pt x="5934" y="640"/>
                    </a:lnTo>
                    <a:close/>
                    <a:moveTo>
                      <a:pt x="6167" y="1746"/>
                    </a:moveTo>
                    <a:lnTo>
                      <a:pt x="6400" y="2386"/>
                    </a:lnTo>
                    <a:lnTo>
                      <a:pt x="6458" y="2618"/>
                    </a:lnTo>
                    <a:lnTo>
                      <a:pt x="5876" y="2618"/>
                    </a:lnTo>
                    <a:lnTo>
                      <a:pt x="5643" y="1804"/>
                    </a:lnTo>
                    <a:lnTo>
                      <a:pt x="5585" y="1746"/>
                    </a:lnTo>
                    <a:close/>
                    <a:moveTo>
                      <a:pt x="6865" y="1746"/>
                    </a:moveTo>
                    <a:lnTo>
                      <a:pt x="6923" y="1862"/>
                    </a:lnTo>
                    <a:lnTo>
                      <a:pt x="7156" y="2618"/>
                    </a:lnTo>
                    <a:lnTo>
                      <a:pt x="6574" y="2618"/>
                    </a:lnTo>
                    <a:lnTo>
                      <a:pt x="6574" y="2502"/>
                    </a:lnTo>
                    <a:lnTo>
                      <a:pt x="6283" y="1746"/>
                    </a:lnTo>
                    <a:close/>
                    <a:moveTo>
                      <a:pt x="1397" y="1688"/>
                    </a:moveTo>
                    <a:lnTo>
                      <a:pt x="1164" y="2444"/>
                    </a:lnTo>
                    <a:lnTo>
                      <a:pt x="1047" y="2851"/>
                    </a:lnTo>
                    <a:lnTo>
                      <a:pt x="757" y="3549"/>
                    </a:lnTo>
                    <a:lnTo>
                      <a:pt x="175" y="3549"/>
                    </a:lnTo>
                    <a:lnTo>
                      <a:pt x="233" y="3375"/>
                    </a:lnTo>
                    <a:lnTo>
                      <a:pt x="466" y="2735"/>
                    </a:lnTo>
                    <a:lnTo>
                      <a:pt x="524" y="2618"/>
                    </a:lnTo>
                    <a:lnTo>
                      <a:pt x="815" y="1746"/>
                    </a:lnTo>
                    <a:lnTo>
                      <a:pt x="815" y="1688"/>
                    </a:lnTo>
                    <a:close/>
                    <a:moveTo>
                      <a:pt x="2095" y="1688"/>
                    </a:moveTo>
                    <a:lnTo>
                      <a:pt x="1978" y="1920"/>
                    </a:lnTo>
                    <a:lnTo>
                      <a:pt x="1746" y="2618"/>
                    </a:lnTo>
                    <a:lnTo>
                      <a:pt x="1746" y="2735"/>
                    </a:lnTo>
                    <a:lnTo>
                      <a:pt x="1455" y="3433"/>
                    </a:lnTo>
                    <a:lnTo>
                      <a:pt x="1397" y="3549"/>
                    </a:lnTo>
                    <a:lnTo>
                      <a:pt x="931" y="3549"/>
                    </a:lnTo>
                    <a:lnTo>
                      <a:pt x="1164" y="2851"/>
                    </a:lnTo>
                    <a:lnTo>
                      <a:pt x="1280" y="2386"/>
                    </a:lnTo>
                    <a:lnTo>
                      <a:pt x="1513" y="1688"/>
                    </a:lnTo>
                    <a:close/>
                    <a:moveTo>
                      <a:pt x="6516" y="2735"/>
                    </a:moveTo>
                    <a:lnTo>
                      <a:pt x="6574" y="2909"/>
                    </a:lnTo>
                    <a:lnTo>
                      <a:pt x="6807" y="3549"/>
                    </a:lnTo>
                    <a:lnTo>
                      <a:pt x="6225" y="3549"/>
                    </a:lnTo>
                    <a:lnTo>
                      <a:pt x="6225" y="3491"/>
                    </a:lnTo>
                    <a:lnTo>
                      <a:pt x="5934" y="2735"/>
                    </a:lnTo>
                    <a:close/>
                    <a:moveTo>
                      <a:pt x="7214" y="2735"/>
                    </a:moveTo>
                    <a:lnTo>
                      <a:pt x="7447" y="3375"/>
                    </a:lnTo>
                    <a:lnTo>
                      <a:pt x="7505" y="3549"/>
                    </a:lnTo>
                    <a:lnTo>
                      <a:pt x="6923" y="3549"/>
                    </a:lnTo>
                    <a:lnTo>
                      <a:pt x="6691" y="2851"/>
                    </a:lnTo>
                    <a:lnTo>
                      <a:pt x="6632" y="2735"/>
                    </a:lnTo>
                    <a:close/>
                    <a:moveTo>
                      <a:pt x="6400" y="0"/>
                    </a:moveTo>
                    <a:lnTo>
                      <a:pt x="6283" y="59"/>
                    </a:lnTo>
                    <a:lnTo>
                      <a:pt x="5934" y="524"/>
                    </a:lnTo>
                    <a:lnTo>
                      <a:pt x="5818" y="524"/>
                    </a:lnTo>
                    <a:lnTo>
                      <a:pt x="6225" y="117"/>
                    </a:lnTo>
                    <a:lnTo>
                      <a:pt x="6051" y="117"/>
                    </a:lnTo>
                    <a:lnTo>
                      <a:pt x="5702" y="524"/>
                    </a:lnTo>
                    <a:lnTo>
                      <a:pt x="5643" y="524"/>
                    </a:lnTo>
                    <a:lnTo>
                      <a:pt x="5992" y="117"/>
                    </a:lnTo>
                    <a:lnTo>
                      <a:pt x="5876" y="117"/>
                    </a:lnTo>
                    <a:lnTo>
                      <a:pt x="5527" y="524"/>
                    </a:lnTo>
                    <a:lnTo>
                      <a:pt x="5411" y="524"/>
                    </a:lnTo>
                    <a:lnTo>
                      <a:pt x="5760" y="117"/>
                    </a:lnTo>
                    <a:lnTo>
                      <a:pt x="5643" y="117"/>
                    </a:lnTo>
                    <a:lnTo>
                      <a:pt x="5294" y="524"/>
                    </a:lnTo>
                    <a:lnTo>
                      <a:pt x="5236" y="524"/>
                    </a:lnTo>
                    <a:lnTo>
                      <a:pt x="5585" y="117"/>
                    </a:lnTo>
                    <a:lnTo>
                      <a:pt x="5469" y="117"/>
                    </a:lnTo>
                    <a:lnTo>
                      <a:pt x="5120" y="466"/>
                    </a:lnTo>
                    <a:lnTo>
                      <a:pt x="5120" y="350"/>
                    </a:lnTo>
                    <a:lnTo>
                      <a:pt x="5352" y="117"/>
                    </a:lnTo>
                    <a:lnTo>
                      <a:pt x="5236" y="117"/>
                    </a:lnTo>
                    <a:lnTo>
                      <a:pt x="5062" y="291"/>
                    </a:lnTo>
                    <a:lnTo>
                      <a:pt x="5003" y="117"/>
                    </a:lnTo>
                    <a:lnTo>
                      <a:pt x="4887" y="117"/>
                    </a:lnTo>
                    <a:lnTo>
                      <a:pt x="5003" y="524"/>
                    </a:lnTo>
                    <a:lnTo>
                      <a:pt x="2618" y="524"/>
                    </a:lnTo>
                    <a:lnTo>
                      <a:pt x="2793" y="117"/>
                    </a:lnTo>
                    <a:lnTo>
                      <a:pt x="2618" y="117"/>
                    </a:lnTo>
                    <a:lnTo>
                      <a:pt x="2618" y="233"/>
                    </a:lnTo>
                    <a:lnTo>
                      <a:pt x="2502" y="117"/>
                    </a:lnTo>
                    <a:lnTo>
                      <a:pt x="2327" y="117"/>
                    </a:lnTo>
                    <a:lnTo>
                      <a:pt x="2560" y="350"/>
                    </a:lnTo>
                    <a:lnTo>
                      <a:pt x="2560" y="408"/>
                    </a:lnTo>
                    <a:lnTo>
                      <a:pt x="2269" y="117"/>
                    </a:lnTo>
                    <a:lnTo>
                      <a:pt x="2153" y="117"/>
                    </a:lnTo>
                    <a:lnTo>
                      <a:pt x="2502" y="524"/>
                    </a:lnTo>
                    <a:lnTo>
                      <a:pt x="2444" y="524"/>
                    </a:lnTo>
                    <a:lnTo>
                      <a:pt x="2095" y="117"/>
                    </a:lnTo>
                    <a:lnTo>
                      <a:pt x="1920" y="117"/>
                    </a:lnTo>
                    <a:lnTo>
                      <a:pt x="2269" y="524"/>
                    </a:lnTo>
                    <a:lnTo>
                      <a:pt x="2211" y="524"/>
                    </a:lnTo>
                    <a:lnTo>
                      <a:pt x="2211" y="466"/>
                    </a:lnTo>
                    <a:lnTo>
                      <a:pt x="1862" y="117"/>
                    </a:lnTo>
                    <a:lnTo>
                      <a:pt x="1746" y="117"/>
                    </a:lnTo>
                    <a:lnTo>
                      <a:pt x="2095" y="524"/>
                    </a:lnTo>
                    <a:lnTo>
                      <a:pt x="1978" y="524"/>
                    </a:lnTo>
                    <a:lnTo>
                      <a:pt x="1978" y="466"/>
                    </a:lnTo>
                    <a:lnTo>
                      <a:pt x="1629" y="117"/>
                    </a:lnTo>
                    <a:lnTo>
                      <a:pt x="1513" y="117"/>
                    </a:lnTo>
                    <a:lnTo>
                      <a:pt x="1862" y="524"/>
                    </a:lnTo>
                    <a:lnTo>
                      <a:pt x="1804" y="524"/>
                    </a:lnTo>
                    <a:lnTo>
                      <a:pt x="1455" y="117"/>
                    </a:lnTo>
                    <a:lnTo>
                      <a:pt x="1222" y="59"/>
                    </a:lnTo>
                    <a:lnTo>
                      <a:pt x="0" y="3607"/>
                    </a:lnTo>
                    <a:lnTo>
                      <a:pt x="1513" y="3607"/>
                    </a:lnTo>
                    <a:lnTo>
                      <a:pt x="1862" y="2735"/>
                    </a:lnTo>
                    <a:lnTo>
                      <a:pt x="2211" y="1688"/>
                    </a:lnTo>
                    <a:lnTo>
                      <a:pt x="2444" y="1397"/>
                    </a:lnTo>
                    <a:lnTo>
                      <a:pt x="2793" y="1164"/>
                    </a:lnTo>
                    <a:lnTo>
                      <a:pt x="2967" y="1048"/>
                    </a:lnTo>
                    <a:lnTo>
                      <a:pt x="3258" y="989"/>
                    </a:lnTo>
                    <a:lnTo>
                      <a:pt x="3491" y="931"/>
                    </a:lnTo>
                    <a:lnTo>
                      <a:pt x="3840" y="873"/>
                    </a:lnTo>
                    <a:lnTo>
                      <a:pt x="4131" y="931"/>
                    </a:lnTo>
                    <a:lnTo>
                      <a:pt x="4422" y="989"/>
                    </a:lnTo>
                    <a:lnTo>
                      <a:pt x="4713" y="1048"/>
                    </a:lnTo>
                    <a:lnTo>
                      <a:pt x="4945" y="1164"/>
                    </a:lnTo>
                    <a:lnTo>
                      <a:pt x="5236" y="1397"/>
                    </a:lnTo>
                    <a:lnTo>
                      <a:pt x="5411" y="1688"/>
                    </a:lnTo>
                    <a:lnTo>
                      <a:pt x="5818" y="2735"/>
                    </a:lnTo>
                    <a:lnTo>
                      <a:pt x="6109" y="3607"/>
                    </a:lnTo>
                    <a:lnTo>
                      <a:pt x="5818" y="3607"/>
                    </a:lnTo>
                    <a:lnTo>
                      <a:pt x="5702" y="3666"/>
                    </a:lnTo>
                    <a:lnTo>
                      <a:pt x="5643" y="3724"/>
                    </a:lnTo>
                    <a:lnTo>
                      <a:pt x="5643" y="4073"/>
                    </a:lnTo>
                    <a:lnTo>
                      <a:pt x="5702" y="4131"/>
                    </a:lnTo>
                    <a:lnTo>
                      <a:pt x="8203" y="4131"/>
                    </a:lnTo>
                    <a:lnTo>
                      <a:pt x="8261" y="4073"/>
                    </a:lnTo>
                    <a:lnTo>
                      <a:pt x="8261" y="3724"/>
                    </a:lnTo>
                    <a:lnTo>
                      <a:pt x="8203" y="3666"/>
                    </a:lnTo>
                    <a:lnTo>
                      <a:pt x="8087" y="3607"/>
                    </a:lnTo>
                    <a:lnTo>
                      <a:pt x="7621" y="3607"/>
                    </a:lnTo>
                    <a:lnTo>
                      <a:pt x="640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264;p40"/>
              <p:cNvSpPr/>
              <p:nvPr/>
            </p:nvSpPr>
            <p:spPr>
              <a:xfrm>
                <a:off x="3698725" y="2554975"/>
                <a:ext cx="65475" cy="13100"/>
              </a:xfrm>
              <a:custGeom>
                <a:avLst/>
                <a:gdLst/>
                <a:ahLst/>
                <a:cxnLst/>
                <a:rect l="l" t="t" r="r" b="b"/>
                <a:pathLst>
                  <a:path w="2619" h="524" extrusionOk="0">
                    <a:moveTo>
                      <a:pt x="175" y="0"/>
                    </a:moveTo>
                    <a:lnTo>
                      <a:pt x="59" y="59"/>
                    </a:lnTo>
                    <a:lnTo>
                      <a:pt x="1" y="117"/>
                    </a:lnTo>
                    <a:lnTo>
                      <a:pt x="1" y="466"/>
                    </a:lnTo>
                    <a:lnTo>
                      <a:pt x="59" y="524"/>
                    </a:lnTo>
                    <a:lnTo>
                      <a:pt x="2560" y="524"/>
                    </a:lnTo>
                    <a:lnTo>
                      <a:pt x="2618" y="466"/>
                    </a:lnTo>
                    <a:lnTo>
                      <a:pt x="2618" y="117"/>
                    </a:lnTo>
                    <a:lnTo>
                      <a:pt x="2560" y="59"/>
                    </a:lnTo>
                    <a:lnTo>
                      <a:pt x="244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40"/>
              <p:cNvSpPr/>
              <p:nvPr/>
            </p:nvSpPr>
            <p:spPr>
              <a:xfrm>
                <a:off x="3746725" y="2328075"/>
                <a:ext cx="125100" cy="107650"/>
              </a:xfrm>
              <a:custGeom>
                <a:avLst/>
                <a:gdLst/>
                <a:ahLst/>
                <a:cxnLst/>
                <a:rect l="l" t="t" r="r" b="b"/>
                <a:pathLst>
                  <a:path w="5004" h="4306" extrusionOk="0">
                    <a:moveTo>
                      <a:pt x="1455" y="699"/>
                    </a:moveTo>
                    <a:lnTo>
                      <a:pt x="1397" y="1397"/>
                    </a:lnTo>
                    <a:lnTo>
                      <a:pt x="989" y="1397"/>
                    </a:lnTo>
                    <a:lnTo>
                      <a:pt x="1048" y="699"/>
                    </a:lnTo>
                    <a:close/>
                    <a:moveTo>
                      <a:pt x="2037" y="699"/>
                    </a:moveTo>
                    <a:lnTo>
                      <a:pt x="1978" y="1397"/>
                    </a:lnTo>
                    <a:lnTo>
                      <a:pt x="1513" y="1397"/>
                    </a:lnTo>
                    <a:lnTo>
                      <a:pt x="1571" y="699"/>
                    </a:lnTo>
                    <a:close/>
                    <a:moveTo>
                      <a:pt x="2793" y="699"/>
                    </a:moveTo>
                    <a:lnTo>
                      <a:pt x="2851" y="1397"/>
                    </a:lnTo>
                    <a:lnTo>
                      <a:pt x="2153" y="1397"/>
                    </a:lnTo>
                    <a:lnTo>
                      <a:pt x="2153" y="699"/>
                    </a:lnTo>
                    <a:close/>
                    <a:moveTo>
                      <a:pt x="3375" y="699"/>
                    </a:moveTo>
                    <a:lnTo>
                      <a:pt x="3433" y="1397"/>
                    </a:lnTo>
                    <a:lnTo>
                      <a:pt x="2967" y="1397"/>
                    </a:lnTo>
                    <a:lnTo>
                      <a:pt x="2909" y="699"/>
                    </a:lnTo>
                    <a:close/>
                    <a:moveTo>
                      <a:pt x="3898" y="699"/>
                    </a:moveTo>
                    <a:lnTo>
                      <a:pt x="3956" y="1397"/>
                    </a:lnTo>
                    <a:lnTo>
                      <a:pt x="3549" y="1397"/>
                    </a:lnTo>
                    <a:lnTo>
                      <a:pt x="3491" y="699"/>
                    </a:lnTo>
                    <a:close/>
                    <a:moveTo>
                      <a:pt x="1397" y="1514"/>
                    </a:moveTo>
                    <a:lnTo>
                      <a:pt x="1338" y="2153"/>
                    </a:lnTo>
                    <a:lnTo>
                      <a:pt x="1280" y="2328"/>
                    </a:lnTo>
                    <a:lnTo>
                      <a:pt x="815" y="2328"/>
                    </a:lnTo>
                    <a:lnTo>
                      <a:pt x="931" y="1572"/>
                    </a:lnTo>
                    <a:lnTo>
                      <a:pt x="931" y="1514"/>
                    </a:lnTo>
                    <a:close/>
                    <a:moveTo>
                      <a:pt x="1978" y="1514"/>
                    </a:moveTo>
                    <a:lnTo>
                      <a:pt x="1978" y="1688"/>
                    </a:lnTo>
                    <a:lnTo>
                      <a:pt x="1920" y="2328"/>
                    </a:lnTo>
                    <a:lnTo>
                      <a:pt x="1455" y="2328"/>
                    </a:lnTo>
                    <a:lnTo>
                      <a:pt x="1455" y="2153"/>
                    </a:lnTo>
                    <a:lnTo>
                      <a:pt x="1513" y="1514"/>
                    </a:lnTo>
                    <a:close/>
                    <a:moveTo>
                      <a:pt x="3433" y="1514"/>
                    </a:moveTo>
                    <a:lnTo>
                      <a:pt x="3491" y="2212"/>
                    </a:lnTo>
                    <a:lnTo>
                      <a:pt x="3491" y="2328"/>
                    </a:lnTo>
                    <a:lnTo>
                      <a:pt x="3026" y="2328"/>
                    </a:lnTo>
                    <a:lnTo>
                      <a:pt x="2967" y="1746"/>
                    </a:lnTo>
                    <a:lnTo>
                      <a:pt x="2967" y="1514"/>
                    </a:lnTo>
                    <a:close/>
                    <a:moveTo>
                      <a:pt x="3956" y="1514"/>
                    </a:moveTo>
                    <a:lnTo>
                      <a:pt x="4014" y="1630"/>
                    </a:lnTo>
                    <a:lnTo>
                      <a:pt x="4131" y="2328"/>
                    </a:lnTo>
                    <a:lnTo>
                      <a:pt x="3665" y="2328"/>
                    </a:lnTo>
                    <a:lnTo>
                      <a:pt x="3607" y="2153"/>
                    </a:lnTo>
                    <a:lnTo>
                      <a:pt x="3549" y="1514"/>
                    </a:lnTo>
                    <a:close/>
                    <a:moveTo>
                      <a:pt x="1280" y="2444"/>
                    </a:moveTo>
                    <a:lnTo>
                      <a:pt x="1280" y="2619"/>
                    </a:lnTo>
                    <a:lnTo>
                      <a:pt x="1164" y="3317"/>
                    </a:lnTo>
                    <a:lnTo>
                      <a:pt x="582" y="3317"/>
                    </a:lnTo>
                    <a:lnTo>
                      <a:pt x="582" y="3259"/>
                    </a:lnTo>
                    <a:lnTo>
                      <a:pt x="815" y="2444"/>
                    </a:lnTo>
                    <a:close/>
                    <a:moveTo>
                      <a:pt x="1920" y="2444"/>
                    </a:moveTo>
                    <a:lnTo>
                      <a:pt x="1804" y="3259"/>
                    </a:lnTo>
                    <a:lnTo>
                      <a:pt x="1804" y="3317"/>
                    </a:lnTo>
                    <a:lnTo>
                      <a:pt x="1338" y="3317"/>
                    </a:lnTo>
                    <a:lnTo>
                      <a:pt x="1397" y="2677"/>
                    </a:lnTo>
                    <a:lnTo>
                      <a:pt x="1397" y="2444"/>
                    </a:lnTo>
                    <a:close/>
                    <a:moveTo>
                      <a:pt x="3549" y="2444"/>
                    </a:moveTo>
                    <a:lnTo>
                      <a:pt x="3549" y="2677"/>
                    </a:lnTo>
                    <a:lnTo>
                      <a:pt x="3665" y="3317"/>
                    </a:lnTo>
                    <a:lnTo>
                      <a:pt x="3142" y="3317"/>
                    </a:lnTo>
                    <a:lnTo>
                      <a:pt x="3142" y="3259"/>
                    </a:lnTo>
                    <a:lnTo>
                      <a:pt x="3084" y="2444"/>
                    </a:lnTo>
                    <a:close/>
                    <a:moveTo>
                      <a:pt x="4131" y="2444"/>
                    </a:moveTo>
                    <a:lnTo>
                      <a:pt x="4305" y="3317"/>
                    </a:lnTo>
                    <a:lnTo>
                      <a:pt x="3782" y="3317"/>
                    </a:lnTo>
                    <a:lnTo>
                      <a:pt x="3665" y="2677"/>
                    </a:lnTo>
                    <a:lnTo>
                      <a:pt x="3665" y="2444"/>
                    </a:lnTo>
                    <a:close/>
                    <a:moveTo>
                      <a:pt x="1164" y="3491"/>
                    </a:moveTo>
                    <a:lnTo>
                      <a:pt x="1164" y="3550"/>
                    </a:lnTo>
                    <a:lnTo>
                      <a:pt x="524" y="3550"/>
                    </a:lnTo>
                    <a:lnTo>
                      <a:pt x="582" y="3491"/>
                    </a:lnTo>
                    <a:close/>
                    <a:moveTo>
                      <a:pt x="1804" y="3491"/>
                    </a:moveTo>
                    <a:lnTo>
                      <a:pt x="1746" y="3550"/>
                    </a:lnTo>
                    <a:lnTo>
                      <a:pt x="1280" y="3550"/>
                    </a:lnTo>
                    <a:lnTo>
                      <a:pt x="1280" y="3491"/>
                    </a:lnTo>
                    <a:close/>
                    <a:moveTo>
                      <a:pt x="2851" y="1514"/>
                    </a:moveTo>
                    <a:lnTo>
                      <a:pt x="2851" y="1572"/>
                    </a:lnTo>
                    <a:lnTo>
                      <a:pt x="2967" y="2619"/>
                    </a:lnTo>
                    <a:lnTo>
                      <a:pt x="3026" y="3433"/>
                    </a:lnTo>
                    <a:lnTo>
                      <a:pt x="3084" y="3550"/>
                    </a:lnTo>
                    <a:lnTo>
                      <a:pt x="1920" y="3550"/>
                    </a:lnTo>
                    <a:lnTo>
                      <a:pt x="1920" y="3433"/>
                    </a:lnTo>
                    <a:lnTo>
                      <a:pt x="2037" y="2619"/>
                    </a:lnTo>
                    <a:lnTo>
                      <a:pt x="2095" y="1514"/>
                    </a:lnTo>
                    <a:close/>
                    <a:moveTo>
                      <a:pt x="3665" y="3491"/>
                    </a:moveTo>
                    <a:lnTo>
                      <a:pt x="3665" y="3550"/>
                    </a:lnTo>
                    <a:lnTo>
                      <a:pt x="3200" y="3550"/>
                    </a:lnTo>
                    <a:lnTo>
                      <a:pt x="3200" y="3491"/>
                    </a:lnTo>
                    <a:close/>
                    <a:moveTo>
                      <a:pt x="4364" y="3491"/>
                    </a:moveTo>
                    <a:lnTo>
                      <a:pt x="4364" y="3550"/>
                    </a:lnTo>
                    <a:lnTo>
                      <a:pt x="3782" y="3550"/>
                    </a:lnTo>
                    <a:lnTo>
                      <a:pt x="3782" y="3491"/>
                    </a:lnTo>
                    <a:close/>
                    <a:moveTo>
                      <a:pt x="698" y="1"/>
                    </a:moveTo>
                    <a:lnTo>
                      <a:pt x="640" y="175"/>
                    </a:lnTo>
                    <a:lnTo>
                      <a:pt x="582" y="292"/>
                    </a:lnTo>
                    <a:lnTo>
                      <a:pt x="640" y="408"/>
                    </a:lnTo>
                    <a:lnTo>
                      <a:pt x="698" y="583"/>
                    </a:lnTo>
                    <a:lnTo>
                      <a:pt x="815" y="641"/>
                    </a:lnTo>
                    <a:lnTo>
                      <a:pt x="931" y="699"/>
                    </a:lnTo>
                    <a:lnTo>
                      <a:pt x="815" y="1455"/>
                    </a:lnTo>
                    <a:lnTo>
                      <a:pt x="698" y="2212"/>
                    </a:lnTo>
                    <a:lnTo>
                      <a:pt x="408" y="3550"/>
                    </a:lnTo>
                    <a:lnTo>
                      <a:pt x="0" y="3550"/>
                    </a:lnTo>
                    <a:lnTo>
                      <a:pt x="0" y="4248"/>
                    </a:lnTo>
                    <a:lnTo>
                      <a:pt x="117" y="4248"/>
                    </a:lnTo>
                    <a:lnTo>
                      <a:pt x="117" y="3666"/>
                    </a:lnTo>
                    <a:lnTo>
                      <a:pt x="349" y="3666"/>
                    </a:lnTo>
                    <a:lnTo>
                      <a:pt x="233" y="4248"/>
                    </a:lnTo>
                    <a:lnTo>
                      <a:pt x="349" y="4248"/>
                    </a:lnTo>
                    <a:lnTo>
                      <a:pt x="524" y="3666"/>
                    </a:lnTo>
                    <a:lnTo>
                      <a:pt x="582" y="3666"/>
                    </a:lnTo>
                    <a:lnTo>
                      <a:pt x="582" y="4248"/>
                    </a:lnTo>
                    <a:lnTo>
                      <a:pt x="698" y="4248"/>
                    </a:lnTo>
                    <a:lnTo>
                      <a:pt x="698" y="3666"/>
                    </a:lnTo>
                    <a:lnTo>
                      <a:pt x="1106" y="3666"/>
                    </a:lnTo>
                    <a:lnTo>
                      <a:pt x="1106" y="3957"/>
                    </a:lnTo>
                    <a:lnTo>
                      <a:pt x="1048" y="4248"/>
                    </a:lnTo>
                    <a:lnTo>
                      <a:pt x="1222" y="4248"/>
                    </a:lnTo>
                    <a:lnTo>
                      <a:pt x="1222" y="3957"/>
                    </a:lnTo>
                    <a:lnTo>
                      <a:pt x="1280" y="3666"/>
                    </a:lnTo>
                    <a:lnTo>
                      <a:pt x="1629" y="3666"/>
                    </a:lnTo>
                    <a:lnTo>
                      <a:pt x="1629" y="4248"/>
                    </a:lnTo>
                    <a:lnTo>
                      <a:pt x="1804" y="4248"/>
                    </a:lnTo>
                    <a:lnTo>
                      <a:pt x="1862" y="3666"/>
                    </a:lnTo>
                    <a:lnTo>
                      <a:pt x="2153" y="3666"/>
                    </a:lnTo>
                    <a:lnTo>
                      <a:pt x="2153" y="4248"/>
                    </a:lnTo>
                    <a:lnTo>
                      <a:pt x="2269" y="4248"/>
                    </a:lnTo>
                    <a:lnTo>
                      <a:pt x="2269" y="3666"/>
                    </a:lnTo>
                    <a:lnTo>
                      <a:pt x="2676" y="3666"/>
                    </a:lnTo>
                    <a:lnTo>
                      <a:pt x="2676" y="4248"/>
                    </a:lnTo>
                    <a:lnTo>
                      <a:pt x="2793" y="4248"/>
                    </a:lnTo>
                    <a:lnTo>
                      <a:pt x="2793" y="3666"/>
                    </a:lnTo>
                    <a:lnTo>
                      <a:pt x="3084" y="3666"/>
                    </a:lnTo>
                    <a:lnTo>
                      <a:pt x="3200" y="4248"/>
                    </a:lnTo>
                    <a:lnTo>
                      <a:pt x="3316" y="4248"/>
                    </a:lnTo>
                    <a:lnTo>
                      <a:pt x="3316" y="3666"/>
                    </a:lnTo>
                    <a:lnTo>
                      <a:pt x="3665" y="3666"/>
                    </a:lnTo>
                    <a:lnTo>
                      <a:pt x="3724" y="3782"/>
                    </a:lnTo>
                    <a:lnTo>
                      <a:pt x="3724" y="4248"/>
                    </a:lnTo>
                    <a:lnTo>
                      <a:pt x="3898" y="4248"/>
                    </a:lnTo>
                    <a:lnTo>
                      <a:pt x="3840" y="3782"/>
                    </a:lnTo>
                    <a:lnTo>
                      <a:pt x="3840" y="3666"/>
                    </a:lnTo>
                    <a:lnTo>
                      <a:pt x="4247" y="3666"/>
                    </a:lnTo>
                    <a:lnTo>
                      <a:pt x="4247" y="4248"/>
                    </a:lnTo>
                    <a:lnTo>
                      <a:pt x="4364" y="4248"/>
                    </a:lnTo>
                    <a:lnTo>
                      <a:pt x="4364" y="3666"/>
                    </a:lnTo>
                    <a:lnTo>
                      <a:pt x="4422" y="3666"/>
                    </a:lnTo>
                    <a:lnTo>
                      <a:pt x="4596" y="4248"/>
                    </a:lnTo>
                    <a:lnTo>
                      <a:pt x="4713" y="4248"/>
                    </a:lnTo>
                    <a:lnTo>
                      <a:pt x="4538" y="3666"/>
                    </a:lnTo>
                    <a:lnTo>
                      <a:pt x="4829" y="3666"/>
                    </a:lnTo>
                    <a:lnTo>
                      <a:pt x="4829" y="4248"/>
                    </a:lnTo>
                    <a:lnTo>
                      <a:pt x="5003" y="4306"/>
                    </a:lnTo>
                    <a:lnTo>
                      <a:pt x="5003" y="3550"/>
                    </a:lnTo>
                    <a:lnTo>
                      <a:pt x="4538" y="3550"/>
                    </a:lnTo>
                    <a:lnTo>
                      <a:pt x="4247" y="2212"/>
                    </a:lnTo>
                    <a:lnTo>
                      <a:pt x="4073" y="1455"/>
                    </a:lnTo>
                    <a:lnTo>
                      <a:pt x="4014" y="699"/>
                    </a:lnTo>
                    <a:lnTo>
                      <a:pt x="4131" y="641"/>
                    </a:lnTo>
                    <a:lnTo>
                      <a:pt x="4247" y="583"/>
                    </a:lnTo>
                    <a:lnTo>
                      <a:pt x="4305" y="408"/>
                    </a:lnTo>
                    <a:lnTo>
                      <a:pt x="4364" y="292"/>
                    </a:lnTo>
                    <a:lnTo>
                      <a:pt x="4305" y="175"/>
                    </a:lnTo>
                    <a:lnTo>
                      <a:pt x="424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40"/>
              <p:cNvSpPr/>
              <p:nvPr/>
            </p:nvSpPr>
            <p:spPr>
              <a:xfrm>
                <a:off x="3787450" y="2168100"/>
                <a:ext cx="10200" cy="82925"/>
              </a:xfrm>
              <a:custGeom>
                <a:avLst/>
                <a:gdLst/>
                <a:ahLst/>
                <a:cxnLst/>
                <a:rect l="l" t="t" r="r" b="b"/>
                <a:pathLst>
                  <a:path w="408" h="3317" extrusionOk="0">
                    <a:moveTo>
                      <a:pt x="291" y="1"/>
                    </a:moveTo>
                    <a:lnTo>
                      <a:pt x="233" y="59"/>
                    </a:lnTo>
                    <a:lnTo>
                      <a:pt x="233" y="117"/>
                    </a:lnTo>
                    <a:lnTo>
                      <a:pt x="408" y="350"/>
                    </a:lnTo>
                    <a:lnTo>
                      <a:pt x="408" y="117"/>
                    </a:lnTo>
                    <a:lnTo>
                      <a:pt x="349" y="1"/>
                    </a:lnTo>
                    <a:close/>
                    <a:moveTo>
                      <a:pt x="408" y="350"/>
                    </a:moveTo>
                    <a:lnTo>
                      <a:pt x="233" y="582"/>
                    </a:lnTo>
                    <a:lnTo>
                      <a:pt x="175" y="990"/>
                    </a:lnTo>
                    <a:lnTo>
                      <a:pt x="349" y="1222"/>
                    </a:lnTo>
                    <a:lnTo>
                      <a:pt x="175" y="1513"/>
                    </a:lnTo>
                    <a:lnTo>
                      <a:pt x="117" y="1804"/>
                    </a:lnTo>
                    <a:lnTo>
                      <a:pt x="328" y="2015"/>
                    </a:lnTo>
                    <a:lnTo>
                      <a:pt x="328" y="2015"/>
                    </a:lnTo>
                    <a:lnTo>
                      <a:pt x="349" y="1862"/>
                    </a:lnTo>
                    <a:lnTo>
                      <a:pt x="233" y="1746"/>
                    </a:lnTo>
                    <a:lnTo>
                      <a:pt x="349" y="1746"/>
                    </a:lnTo>
                    <a:lnTo>
                      <a:pt x="349" y="1571"/>
                    </a:lnTo>
                    <a:lnTo>
                      <a:pt x="233" y="1571"/>
                    </a:lnTo>
                    <a:lnTo>
                      <a:pt x="349" y="1455"/>
                    </a:lnTo>
                    <a:lnTo>
                      <a:pt x="408" y="1048"/>
                    </a:lnTo>
                    <a:lnTo>
                      <a:pt x="291" y="873"/>
                    </a:lnTo>
                    <a:lnTo>
                      <a:pt x="408" y="873"/>
                    </a:lnTo>
                    <a:lnTo>
                      <a:pt x="408" y="757"/>
                    </a:lnTo>
                    <a:lnTo>
                      <a:pt x="291" y="757"/>
                    </a:lnTo>
                    <a:lnTo>
                      <a:pt x="408" y="582"/>
                    </a:lnTo>
                    <a:lnTo>
                      <a:pt x="408" y="350"/>
                    </a:lnTo>
                    <a:close/>
                    <a:moveTo>
                      <a:pt x="328" y="2015"/>
                    </a:moveTo>
                    <a:lnTo>
                      <a:pt x="319" y="2075"/>
                    </a:lnTo>
                    <a:lnTo>
                      <a:pt x="349" y="2037"/>
                    </a:lnTo>
                    <a:lnTo>
                      <a:pt x="328" y="2015"/>
                    </a:lnTo>
                    <a:close/>
                    <a:moveTo>
                      <a:pt x="319" y="2075"/>
                    </a:moveTo>
                    <a:lnTo>
                      <a:pt x="117" y="2328"/>
                    </a:lnTo>
                    <a:lnTo>
                      <a:pt x="58" y="2677"/>
                    </a:lnTo>
                    <a:lnTo>
                      <a:pt x="291" y="2909"/>
                    </a:lnTo>
                    <a:lnTo>
                      <a:pt x="291" y="2735"/>
                    </a:lnTo>
                    <a:lnTo>
                      <a:pt x="175" y="2560"/>
                    </a:lnTo>
                    <a:lnTo>
                      <a:pt x="291" y="2560"/>
                    </a:lnTo>
                    <a:lnTo>
                      <a:pt x="291" y="2444"/>
                    </a:lnTo>
                    <a:lnTo>
                      <a:pt x="175" y="2444"/>
                    </a:lnTo>
                    <a:lnTo>
                      <a:pt x="291" y="2269"/>
                    </a:lnTo>
                    <a:lnTo>
                      <a:pt x="319" y="2075"/>
                    </a:lnTo>
                    <a:close/>
                    <a:moveTo>
                      <a:pt x="291" y="2909"/>
                    </a:moveTo>
                    <a:lnTo>
                      <a:pt x="0" y="3200"/>
                    </a:lnTo>
                    <a:lnTo>
                      <a:pt x="0" y="3317"/>
                    </a:lnTo>
                    <a:lnTo>
                      <a:pt x="117" y="3317"/>
                    </a:lnTo>
                    <a:lnTo>
                      <a:pt x="291" y="3142"/>
                    </a:lnTo>
                    <a:lnTo>
                      <a:pt x="291" y="2909"/>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40"/>
              <p:cNvSpPr/>
              <p:nvPr/>
            </p:nvSpPr>
            <p:spPr>
              <a:xfrm>
                <a:off x="3797625" y="2168100"/>
                <a:ext cx="7300" cy="82925"/>
              </a:xfrm>
              <a:custGeom>
                <a:avLst/>
                <a:gdLst/>
                <a:ahLst/>
                <a:cxnLst/>
                <a:rect l="l" t="t" r="r" b="b"/>
                <a:pathLst>
                  <a:path w="292" h="3317" extrusionOk="0">
                    <a:moveTo>
                      <a:pt x="233" y="1"/>
                    </a:moveTo>
                    <a:lnTo>
                      <a:pt x="175" y="175"/>
                    </a:lnTo>
                    <a:lnTo>
                      <a:pt x="117" y="524"/>
                    </a:lnTo>
                    <a:lnTo>
                      <a:pt x="233" y="757"/>
                    </a:lnTo>
                    <a:lnTo>
                      <a:pt x="117" y="757"/>
                    </a:lnTo>
                    <a:lnTo>
                      <a:pt x="117" y="873"/>
                    </a:lnTo>
                    <a:lnTo>
                      <a:pt x="233" y="873"/>
                    </a:lnTo>
                    <a:lnTo>
                      <a:pt x="117" y="1048"/>
                    </a:lnTo>
                    <a:lnTo>
                      <a:pt x="59" y="1455"/>
                    </a:lnTo>
                    <a:lnTo>
                      <a:pt x="175" y="1571"/>
                    </a:lnTo>
                    <a:lnTo>
                      <a:pt x="59" y="1571"/>
                    </a:lnTo>
                    <a:lnTo>
                      <a:pt x="59" y="1746"/>
                    </a:lnTo>
                    <a:lnTo>
                      <a:pt x="175" y="1746"/>
                    </a:lnTo>
                    <a:lnTo>
                      <a:pt x="59" y="1862"/>
                    </a:lnTo>
                    <a:lnTo>
                      <a:pt x="59" y="2037"/>
                    </a:lnTo>
                    <a:lnTo>
                      <a:pt x="291" y="1804"/>
                    </a:lnTo>
                    <a:lnTo>
                      <a:pt x="291" y="1513"/>
                    </a:lnTo>
                    <a:lnTo>
                      <a:pt x="117" y="1222"/>
                    </a:lnTo>
                    <a:lnTo>
                      <a:pt x="291" y="1048"/>
                    </a:lnTo>
                    <a:lnTo>
                      <a:pt x="291" y="582"/>
                    </a:lnTo>
                    <a:lnTo>
                      <a:pt x="175" y="350"/>
                    </a:lnTo>
                    <a:lnTo>
                      <a:pt x="291" y="175"/>
                    </a:lnTo>
                    <a:lnTo>
                      <a:pt x="291" y="1"/>
                    </a:lnTo>
                    <a:close/>
                    <a:moveTo>
                      <a:pt x="59" y="2037"/>
                    </a:moveTo>
                    <a:lnTo>
                      <a:pt x="59" y="2211"/>
                    </a:lnTo>
                    <a:lnTo>
                      <a:pt x="233" y="2444"/>
                    </a:lnTo>
                    <a:lnTo>
                      <a:pt x="233" y="2328"/>
                    </a:lnTo>
                    <a:lnTo>
                      <a:pt x="59" y="2037"/>
                    </a:lnTo>
                    <a:close/>
                    <a:moveTo>
                      <a:pt x="59" y="2444"/>
                    </a:moveTo>
                    <a:lnTo>
                      <a:pt x="1" y="2560"/>
                    </a:lnTo>
                    <a:lnTo>
                      <a:pt x="175" y="2560"/>
                    </a:lnTo>
                    <a:lnTo>
                      <a:pt x="1" y="2793"/>
                    </a:lnTo>
                    <a:lnTo>
                      <a:pt x="1" y="3084"/>
                    </a:lnTo>
                    <a:lnTo>
                      <a:pt x="175" y="3317"/>
                    </a:lnTo>
                    <a:lnTo>
                      <a:pt x="233" y="3317"/>
                    </a:lnTo>
                    <a:lnTo>
                      <a:pt x="233" y="3200"/>
                    </a:lnTo>
                    <a:lnTo>
                      <a:pt x="59" y="2968"/>
                    </a:lnTo>
                    <a:lnTo>
                      <a:pt x="233" y="2677"/>
                    </a:lnTo>
                    <a:lnTo>
                      <a:pt x="233" y="2444"/>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40"/>
              <p:cNvSpPr/>
              <p:nvPr/>
            </p:nvSpPr>
            <p:spPr>
              <a:xfrm>
                <a:off x="3817975" y="2168100"/>
                <a:ext cx="5850" cy="30575"/>
              </a:xfrm>
              <a:custGeom>
                <a:avLst/>
                <a:gdLst/>
                <a:ahLst/>
                <a:cxnLst/>
                <a:rect l="l" t="t" r="r" b="b"/>
                <a:pathLst>
                  <a:path w="234" h="1223" extrusionOk="0">
                    <a:moveTo>
                      <a:pt x="59" y="1"/>
                    </a:moveTo>
                    <a:lnTo>
                      <a:pt x="1" y="175"/>
                    </a:lnTo>
                    <a:lnTo>
                      <a:pt x="1" y="350"/>
                    </a:lnTo>
                    <a:lnTo>
                      <a:pt x="176" y="59"/>
                    </a:lnTo>
                    <a:lnTo>
                      <a:pt x="176" y="1"/>
                    </a:lnTo>
                    <a:close/>
                    <a:moveTo>
                      <a:pt x="1" y="350"/>
                    </a:moveTo>
                    <a:lnTo>
                      <a:pt x="1" y="582"/>
                    </a:lnTo>
                    <a:lnTo>
                      <a:pt x="176" y="757"/>
                    </a:lnTo>
                    <a:lnTo>
                      <a:pt x="59" y="757"/>
                    </a:lnTo>
                    <a:lnTo>
                      <a:pt x="59" y="873"/>
                    </a:lnTo>
                    <a:lnTo>
                      <a:pt x="176" y="873"/>
                    </a:lnTo>
                    <a:lnTo>
                      <a:pt x="59" y="1048"/>
                    </a:lnTo>
                    <a:lnTo>
                      <a:pt x="59" y="1222"/>
                    </a:lnTo>
                    <a:lnTo>
                      <a:pt x="234" y="990"/>
                    </a:lnTo>
                    <a:lnTo>
                      <a:pt x="234" y="641"/>
                    </a:lnTo>
                    <a:lnTo>
                      <a:pt x="1" y="35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40"/>
              <p:cNvSpPr/>
              <p:nvPr/>
            </p:nvSpPr>
            <p:spPr>
              <a:xfrm>
                <a:off x="3819450" y="2200100"/>
                <a:ext cx="10200" cy="50925"/>
              </a:xfrm>
              <a:custGeom>
                <a:avLst/>
                <a:gdLst/>
                <a:ahLst/>
                <a:cxnLst/>
                <a:rect l="l" t="t" r="r" b="b"/>
                <a:pathLst>
                  <a:path w="408" h="2037" extrusionOk="0">
                    <a:moveTo>
                      <a:pt x="0" y="0"/>
                    </a:moveTo>
                    <a:lnTo>
                      <a:pt x="0" y="233"/>
                    </a:lnTo>
                    <a:lnTo>
                      <a:pt x="117" y="291"/>
                    </a:lnTo>
                    <a:lnTo>
                      <a:pt x="0" y="291"/>
                    </a:lnTo>
                    <a:lnTo>
                      <a:pt x="58" y="466"/>
                    </a:lnTo>
                    <a:lnTo>
                      <a:pt x="117" y="466"/>
                    </a:lnTo>
                    <a:lnTo>
                      <a:pt x="58" y="582"/>
                    </a:lnTo>
                    <a:lnTo>
                      <a:pt x="58" y="757"/>
                    </a:lnTo>
                    <a:lnTo>
                      <a:pt x="233" y="524"/>
                    </a:lnTo>
                    <a:lnTo>
                      <a:pt x="233" y="291"/>
                    </a:lnTo>
                    <a:lnTo>
                      <a:pt x="0" y="0"/>
                    </a:lnTo>
                    <a:close/>
                    <a:moveTo>
                      <a:pt x="58" y="757"/>
                    </a:moveTo>
                    <a:lnTo>
                      <a:pt x="58" y="989"/>
                    </a:lnTo>
                    <a:lnTo>
                      <a:pt x="233" y="1164"/>
                    </a:lnTo>
                    <a:lnTo>
                      <a:pt x="58" y="1164"/>
                    </a:lnTo>
                    <a:lnTo>
                      <a:pt x="58" y="1280"/>
                    </a:lnTo>
                    <a:lnTo>
                      <a:pt x="233" y="1280"/>
                    </a:lnTo>
                    <a:lnTo>
                      <a:pt x="58" y="1455"/>
                    </a:lnTo>
                    <a:lnTo>
                      <a:pt x="117" y="1862"/>
                    </a:lnTo>
                    <a:lnTo>
                      <a:pt x="291" y="2037"/>
                    </a:lnTo>
                    <a:lnTo>
                      <a:pt x="407" y="2037"/>
                    </a:lnTo>
                    <a:lnTo>
                      <a:pt x="349" y="1920"/>
                    </a:lnTo>
                    <a:lnTo>
                      <a:pt x="117" y="1629"/>
                    </a:lnTo>
                    <a:lnTo>
                      <a:pt x="291" y="1397"/>
                    </a:lnTo>
                    <a:lnTo>
                      <a:pt x="291" y="1048"/>
                    </a:lnTo>
                    <a:lnTo>
                      <a:pt x="58" y="757"/>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1270;p40"/>
              <p:cNvSpPr/>
              <p:nvPr/>
            </p:nvSpPr>
            <p:spPr>
              <a:xfrm>
                <a:off x="3810725" y="2168100"/>
                <a:ext cx="8750" cy="82925"/>
              </a:xfrm>
              <a:custGeom>
                <a:avLst/>
                <a:gdLst/>
                <a:ahLst/>
                <a:cxnLst/>
                <a:rect l="l" t="t" r="r" b="b"/>
                <a:pathLst>
                  <a:path w="350" h="3317" extrusionOk="0">
                    <a:moveTo>
                      <a:pt x="0" y="1"/>
                    </a:moveTo>
                    <a:lnTo>
                      <a:pt x="0" y="175"/>
                    </a:lnTo>
                    <a:lnTo>
                      <a:pt x="175" y="350"/>
                    </a:lnTo>
                    <a:lnTo>
                      <a:pt x="175" y="175"/>
                    </a:lnTo>
                    <a:lnTo>
                      <a:pt x="58" y="1"/>
                    </a:lnTo>
                    <a:close/>
                    <a:moveTo>
                      <a:pt x="175" y="350"/>
                    </a:moveTo>
                    <a:lnTo>
                      <a:pt x="0" y="641"/>
                    </a:lnTo>
                    <a:lnTo>
                      <a:pt x="0" y="1048"/>
                    </a:lnTo>
                    <a:lnTo>
                      <a:pt x="175" y="1280"/>
                    </a:lnTo>
                    <a:lnTo>
                      <a:pt x="58" y="1455"/>
                    </a:lnTo>
                    <a:lnTo>
                      <a:pt x="58" y="1804"/>
                    </a:lnTo>
                    <a:lnTo>
                      <a:pt x="233" y="2037"/>
                    </a:lnTo>
                    <a:lnTo>
                      <a:pt x="58" y="2269"/>
                    </a:lnTo>
                    <a:lnTo>
                      <a:pt x="58" y="2735"/>
                    </a:lnTo>
                    <a:lnTo>
                      <a:pt x="291" y="2909"/>
                    </a:lnTo>
                    <a:lnTo>
                      <a:pt x="58" y="3200"/>
                    </a:lnTo>
                    <a:lnTo>
                      <a:pt x="116" y="3317"/>
                    </a:lnTo>
                    <a:lnTo>
                      <a:pt x="175" y="3317"/>
                    </a:lnTo>
                    <a:lnTo>
                      <a:pt x="349" y="3084"/>
                    </a:lnTo>
                    <a:lnTo>
                      <a:pt x="291" y="2793"/>
                    </a:lnTo>
                    <a:lnTo>
                      <a:pt x="116" y="2560"/>
                    </a:lnTo>
                    <a:lnTo>
                      <a:pt x="291" y="2560"/>
                    </a:lnTo>
                    <a:lnTo>
                      <a:pt x="291" y="2444"/>
                    </a:lnTo>
                    <a:lnTo>
                      <a:pt x="116" y="2444"/>
                    </a:lnTo>
                    <a:lnTo>
                      <a:pt x="291" y="2211"/>
                    </a:lnTo>
                    <a:lnTo>
                      <a:pt x="233" y="1862"/>
                    </a:lnTo>
                    <a:lnTo>
                      <a:pt x="116" y="1746"/>
                    </a:lnTo>
                    <a:lnTo>
                      <a:pt x="233" y="1746"/>
                    </a:lnTo>
                    <a:lnTo>
                      <a:pt x="233" y="1571"/>
                    </a:lnTo>
                    <a:lnTo>
                      <a:pt x="116" y="1571"/>
                    </a:lnTo>
                    <a:lnTo>
                      <a:pt x="233" y="1397"/>
                    </a:lnTo>
                    <a:lnTo>
                      <a:pt x="233" y="1048"/>
                    </a:lnTo>
                    <a:lnTo>
                      <a:pt x="58" y="873"/>
                    </a:lnTo>
                    <a:lnTo>
                      <a:pt x="233" y="873"/>
                    </a:lnTo>
                    <a:lnTo>
                      <a:pt x="175" y="757"/>
                    </a:lnTo>
                    <a:lnTo>
                      <a:pt x="116" y="757"/>
                    </a:lnTo>
                    <a:lnTo>
                      <a:pt x="175" y="582"/>
                    </a:lnTo>
                    <a:lnTo>
                      <a:pt x="175" y="35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271;p40"/>
              <p:cNvSpPr/>
              <p:nvPr/>
            </p:nvSpPr>
            <p:spPr>
              <a:xfrm>
                <a:off x="3774350" y="2080850"/>
                <a:ext cx="66925" cy="237075"/>
              </a:xfrm>
              <a:custGeom>
                <a:avLst/>
                <a:gdLst/>
                <a:ahLst/>
                <a:cxnLst/>
                <a:rect l="l" t="t" r="r" b="b"/>
                <a:pathLst>
                  <a:path w="2677" h="9483" extrusionOk="0">
                    <a:moveTo>
                      <a:pt x="1513" y="1047"/>
                    </a:moveTo>
                    <a:lnTo>
                      <a:pt x="1513" y="1105"/>
                    </a:lnTo>
                    <a:lnTo>
                      <a:pt x="1455" y="1047"/>
                    </a:lnTo>
                    <a:close/>
                    <a:moveTo>
                      <a:pt x="1106" y="1047"/>
                    </a:moveTo>
                    <a:lnTo>
                      <a:pt x="1106" y="1164"/>
                    </a:lnTo>
                    <a:lnTo>
                      <a:pt x="990" y="1047"/>
                    </a:lnTo>
                    <a:close/>
                    <a:moveTo>
                      <a:pt x="1746" y="1047"/>
                    </a:moveTo>
                    <a:lnTo>
                      <a:pt x="1630" y="1222"/>
                    </a:lnTo>
                    <a:lnTo>
                      <a:pt x="1630" y="1047"/>
                    </a:lnTo>
                    <a:close/>
                    <a:moveTo>
                      <a:pt x="873" y="1164"/>
                    </a:moveTo>
                    <a:lnTo>
                      <a:pt x="990" y="1338"/>
                    </a:lnTo>
                    <a:lnTo>
                      <a:pt x="873" y="1513"/>
                    </a:lnTo>
                    <a:lnTo>
                      <a:pt x="873" y="1164"/>
                    </a:lnTo>
                    <a:close/>
                    <a:moveTo>
                      <a:pt x="1397" y="1222"/>
                    </a:moveTo>
                    <a:lnTo>
                      <a:pt x="1513" y="1338"/>
                    </a:lnTo>
                    <a:lnTo>
                      <a:pt x="1513" y="1396"/>
                    </a:lnTo>
                    <a:lnTo>
                      <a:pt x="1397" y="1513"/>
                    </a:lnTo>
                    <a:lnTo>
                      <a:pt x="1397" y="1280"/>
                    </a:lnTo>
                    <a:lnTo>
                      <a:pt x="1397" y="1222"/>
                    </a:lnTo>
                    <a:close/>
                    <a:moveTo>
                      <a:pt x="1804" y="1164"/>
                    </a:moveTo>
                    <a:lnTo>
                      <a:pt x="1862" y="1571"/>
                    </a:lnTo>
                    <a:lnTo>
                      <a:pt x="1688" y="1338"/>
                    </a:lnTo>
                    <a:lnTo>
                      <a:pt x="1804" y="1164"/>
                    </a:lnTo>
                    <a:close/>
                    <a:moveTo>
                      <a:pt x="1281" y="1164"/>
                    </a:moveTo>
                    <a:lnTo>
                      <a:pt x="1281" y="1280"/>
                    </a:lnTo>
                    <a:lnTo>
                      <a:pt x="1281" y="1571"/>
                    </a:lnTo>
                    <a:lnTo>
                      <a:pt x="1222" y="1396"/>
                    </a:lnTo>
                    <a:lnTo>
                      <a:pt x="1222" y="1280"/>
                    </a:lnTo>
                    <a:lnTo>
                      <a:pt x="1281" y="1164"/>
                    </a:lnTo>
                    <a:close/>
                    <a:moveTo>
                      <a:pt x="1048" y="1513"/>
                    </a:moveTo>
                    <a:lnTo>
                      <a:pt x="1048" y="1687"/>
                    </a:lnTo>
                    <a:lnTo>
                      <a:pt x="932" y="1687"/>
                    </a:lnTo>
                    <a:lnTo>
                      <a:pt x="1048" y="1513"/>
                    </a:lnTo>
                    <a:close/>
                    <a:moveTo>
                      <a:pt x="1164" y="1629"/>
                    </a:moveTo>
                    <a:lnTo>
                      <a:pt x="1222" y="1687"/>
                    </a:lnTo>
                    <a:lnTo>
                      <a:pt x="1164" y="1687"/>
                    </a:lnTo>
                    <a:lnTo>
                      <a:pt x="1164" y="1629"/>
                    </a:lnTo>
                    <a:close/>
                    <a:moveTo>
                      <a:pt x="1513" y="1629"/>
                    </a:moveTo>
                    <a:lnTo>
                      <a:pt x="1513" y="1687"/>
                    </a:lnTo>
                    <a:lnTo>
                      <a:pt x="1455" y="1687"/>
                    </a:lnTo>
                    <a:lnTo>
                      <a:pt x="1513" y="1629"/>
                    </a:lnTo>
                    <a:close/>
                    <a:moveTo>
                      <a:pt x="1630" y="1513"/>
                    </a:moveTo>
                    <a:lnTo>
                      <a:pt x="1746" y="1687"/>
                    </a:lnTo>
                    <a:lnTo>
                      <a:pt x="1630" y="1687"/>
                    </a:lnTo>
                    <a:lnTo>
                      <a:pt x="1630" y="1513"/>
                    </a:lnTo>
                    <a:close/>
                    <a:moveTo>
                      <a:pt x="1222" y="1803"/>
                    </a:moveTo>
                    <a:lnTo>
                      <a:pt x="1164" y="1920"/>
                    </a:lnTo>
                    <a:lnTo>
                      <a:pt x="1164" y="1803"/>
                    </a:lnTo>
                    <a:close/>
                    <a:moveTo>
                      <a:pt x="1513" y="1803"/>
                    </a:moveTo>
                    <a:lnTo>
                      <a:pt x="1513" y="1920"/>
                    </a:lnTo>
                    <a:lnTo>
                      <a:pt x="1455" y="1803"/>
                    </a:lnTo>
                    <a:close/>
                    <a:moveTo>
                      <a:pt x="1804" y="1803"/>
                    </a:moveTo>
                    <a:lnTo>
                      <a:pt x="1688" y="1978"/>
                    </a:lnTo>
                    <a:lnTo>
                      <a:pt x="1688" y="1803"/>
                    </a:lnTo>
                    <a:close/>
                    <a:moveTo>
                      <a:pt x="1048" y="1803"/>
                    </a:moveTo>
                    <a:lnTo>
                      <a:pt x="1048" y="2036"/>
                    </a:lnTo>
                    <a:lnTo>
                      <a:pt x="932" y="1803"/>
                    </a:lnTo>
                    <a:close/>
                    <a:moveTo>
                      <a:pt x="1455" y="1978"/>
                    </a:moveTo>
                    <a:lnTo>
                      <a:pt x="1571" y="2153"/>
                    </a:lnTo>
                    <a:lnTo>
                      <a:pt x="1455" y="2327"/>
                    </a:lnTo>
                    <a:lnTo>
                      <a:pt x="1455" y="1978"/>
                    </a:lnTo>
                    <a:close/>
                    <a:moveTo>
                      <a:pt x="873" y="1978"/>
                    </a:moveTo>
                    <a:lnTo>
                      <a:pt x="990" y="2211"/>
                    </a:lnTo>
                    <a:lnTo>
                      <a:pt x="873" y="2385"/>
                    </a:lnTo>
                    <a:lnTo>
                      <a:pt x="873" y="1978"/>
                    </a:lnTo>
                    <a:close/>
                    <a:moveTo>
                      <a:pt x="1281" y="1978"/>
                    </a:moveTo>
                    <a:lnTo>
                      <a:pt x="1281" y="2385"/>
                    </a:lnTo>
                    <a:lnTo>
                      <a:pt x="1164" y="2211"/>
                    </a:lnTo>
                    <a:lnTo>
                      <a:pt x="1164" y="2153"/>
                    </a:lnTo>
                    <a:lnTo>
                      <a:pt x="1281" y="1978"/>
                    </a:lnTo>
                    <a:close/>
                    <a:moveTo>
                      <a:pt x="1862" y="1920"/>
                    </a:moveTo>
                    <a:lnTo>
                      <a:pt x="1862" y="2443"/>
                    </a:lnTo>
                    <a:lnTo>
                      <a:pt x="1688" y="2153"/>
                    </a:lnTo>
                    <a:lnTo>
                      <a:pt x="1862" y="1920"/>
                    </a:lnTo>
                    <a:close/>
                    <a:moveTo>
                      <a:pt x="990" y="2385"/>
                    </a:moveTo>
                    <a:lnTo>
                      <a:pt x="990" y="2560"/>
                    </a:lnTo>
                    <a:lnTo>
                      <a:pt x="932" y="2560"/>
                    </a:lnTo>
                    <a:lnTo>
                      <a:pt x="990" y="2385"/>
                    </a:lnTo>
                    <a:close/>
                    <a:moveTo>
                      <a:pt x="1164" y="2385"/>
                    </a:moveTo>
                    <a:lnTo>
                      <a:pt x="1222" y="2560"/>
                    </a:lnTo>
                    <a:lnTo>
                      <a:pt x="1164" y="2560"/>
                    </a:lnTo>
                    <a:lnTo>
                      <a:pt x="1164" y="2385"/>
                    </a:lnTo>
                    <a:close/>
                    <a:moveTo>
                      <a:pt x="1571" y="2385"/>
                    </a:moveTo>
                    <a:lnTo>
                      <a:pt x="1571" y="2560"/>
                    </a:lnTo>
                    <a:lnTo>
                      <a:pt x="1455" y="2560"/>
                    </a:lnTo>
                    <a:lnTo>
                      <a:pt x="1571" y="2385"/>
                    </a:lnTo>
                    <a:close/>
                    <a:moveTo>
                      <a:pt x="1688" y="2385"/>
                    </a:moveTo>
                    <a:lnTo>
                      <a:pt x="1804" y="2560"/>
                    </a:lnTo>
                    <a:lnTo>
                      <a:pt x="1688" y="2560"/>
                    </a:lnTo>
                    <a:lnTo>
                      <a:pt x="1688" y="2385"/>
                    </a:lnTo>
                    <a:close/>
                    <a:moveTo>
                      <a:pt x="990" y="2676"/>
                    </a:moveTo>
                    <a:lnTo>
                      <a:pt x="990" y="2792"/>
                    </a:lnTo>
                    <a:lnTo>
                      <a:pt x="932" y="2676"/>
                    </a:lnTo>
                    <a:close/>
                    <a:moveTo>
                      <a:pt x="1222" y="2676"/>
                    </a:moveTo>
                    <a:lnTo>
                      <a:pt x="1106" y="2792"/>
                    </a:lnTo>
                    <a:lnTo>
                      <a:pt x="1106" y="2676"/>
                    </a:lnTo>
                    <a:close/>
                    <a:moveTo>
                      <a:pt x="1571" y="2676"/>
                    </a:moveTo>
                    <a:lnTo>
                      <a:pt x="1571" y="2792"/>
                    </a:lnTo>
                    <a:lnTo>
                      <a:pt x="1455" y="2676"/>
                    </a:lnTo>
                    <a:close/>
                    <a:moveTo>
                      <a:pt x="1804" y="2676"/>
                    </a:moveTo>
                    <a:lnTo>
                      <a:pt x="1688" y="2792"/>
                    </a:lnTo>
                    <a:lnTo>
                      <a:pt x="1688" y="2676"/>
                    </a:lnTo>
                    <a:close/>
                    <a:moveTo>
                      <a:pt x="1281" y="2851"/>
                    </a:moveTo>
                    <a:lnTo>
                      <a:pt x="1281" y="3200"/>
                    </a:lnTo>
                    <a:lnTo>
                      <a:pt x="1164" y="3025"/>
                    </a:lnTo>
                    <a:lnTo>
                      <a:pt x="1281" y="2851"/>
                    </a:lnTo>
                    <a:close/>
                    <a:moveTo>
                      <a:pt x="1455" y="2851"/>
                    </a:moveTo>
                    <a:lnTo>
                      <a:pt x="1571" y="3025"/>
                    </a:lnTo>
                    <a:lnTo>
                      <a:pt x="1455" y="3200"/>
                    </a:lnTo>
                    <a:lnTo>
                      <a:pt x="1455" y="2851"/>
                    </a:lnTo>
                    <a:close/>
                    <a:moveTo>
                      <a:pt x="815" y="2792"/>
                    </a:moveTo>
                    <a:lnTo>
                      <a:pt x="990" y="3025"/>
                    </a:lnTo>
                    <a:lnTo>
                      <a:pt x="815" y="3258"/>
                    </a:lnTo>
                    <a:lnTo>
                      <a:pt x="815" y="2792"/>
                    </a:lnTo>
                    <a:close/>
                    <a:moveTo>
                      <a:pt x="1862" y="2734"/>
                    </a:moveTo>
                    <a:lnTo>
                      <a:pt x="1921" y="3258"/>
                    </a:lnTo>
                    <a:lnTo>
                      <a:pt x="1746" y="3025"/>
                    </a:lnTo>
                    <a:lnTo>
                      <a:pt x="1862" y="2734"/>
                    </a:lnTo>
                    <a:close/>
                    <a:moveTo>
                      <a:pt x="990" y="3258"/>
                    </a:moveTo>
                    <a:lnTo>
                      <a:pt x="990" y="3374"/>
                    </a:lnTo>
                    <a:lnTo>
                      <a:pt x="873" y="3374"/>
                    </a:lnTo>
                    <a:lnTo>
                      <a:pt x="990" y="3258"/>
                    </a:lnTo>
                    <a:close/>
                    <a:moveTo>
                      <a:pt x="1106" y="3200"/>
                    </a:moveTo>
                    <a:lnTo>
                      <a:pt x="1222" y="3374"/>
                    </a:lnTo>
                    <a:lnTo>
                      <a:pt x="1106" y="3374"/>
                    </a:lnTo>
                    <a:lnTo>
                      <a:pt x="1106" y="3200"/>
                    </a:lnTo>
                    <a:close/>
                    <a:moveTo>
                      <a:pt x="1630" y="3200"/>
                    </a:moveTo>
                    <a:lnTo>
                      <a:pt x="1630" y="3374"/>
                    </a:lnTo>
                    <a:lnTo>
                      <a:pt x="1513" y="3374"/>
                    </a:lnTo>
                    <a:lnTo>
                      <a:pt x="1630" y="3200"/>
                    </a:lnTo>
                    <a:close/>
                    <a:moveTo>
                      <a:pt x="1746" y="3200"/>
                    </a:moveTo>
                    <a:lnTo>
                      <a:pt x="1862" y="3374"/>
                    </a:lnTo>
                    <a:lnTo>
                      <a:pt x="1746" y="3374"/>
                    </a:lnTo>
                    <a:lnTo>
                      <a:pt x="1746" y="3200"/>
                    </a:lnTo>
                    <a:close/>
                    <a:moveTo>
                      <a:pt x="699" y="0"/>
                    </a:moveTo>
                    <a:lnTo>
                      <a:pt x="582" y="175"/>
                    </a:lnTo>
                    <a:lnTo>
                      <a:pt x="524" y="465"/>
                    </a:lnTo>
                    <a:lnTo>
                      <a:pt x="524" y="640"/>
                    </a:lnTo>
                    <a:lnTo>
                      <a:pt x="582" y="814"/>
                    </a:lnTo>
                    <a:lnTo>
                      <a:pt x="641" y="931"/>
                    </a:lnTo>
                    <a:lnTo>
                      <a:pt x="757" y="989"/>
                    </a:lnTo>
                    <a:lnTo>
                      <a:pt x="582" y="4305"/>
                    </a:lnTo>
                    <a:lnTo>
                      <a:pt x="466" y="6050"/>
                    </a:lnTo>
                    <a:lnTo>
                      <a:pt x="292" y="7796"/>
                    </a:lnTo>
                    <a:lnTo>
                      <a:pt x="117" y="8959"/>
                    </a:lnTo>
                    <a:lnTo>
                      <a:pt x="1" y="9483"/>
                    </a:lnTo>
                    <a:lnTo>
                      <a:pt x="175" y="9483"/>
                    </a:lnTo>
                    <a:lnTo>
                      <a:pt x="175" y="9425"/>
                    </a:lnTo>
                    <a:lnTo>
                      <a:pt x="292" y="8610"/>
                    </a:lnTo>
                    <a:lnTo>
                      <a:pt x="350" y="8436"/>
                    </a:lnTo>
                    <a:lnTo>
                      <a:pt x="408" y="7854"/>
                    </a:lnTo>
                    <a:lnTo>
                      <a:pt x="408" y="7796"/>
                    </a:lnTo>
                    <a:lnTo>
                      <a:pt x="466" y="7505"/>
                    </a:lnTo>
                    <a:lnTo>
                      <a:pt x="524" y="6981"/>
                    </a:lnTo>
                    <a:lnTo>
                      <a:pt x="524" y="6807"/>
                    </a:lnTo>
                    <a:lnTo>
                      <a:pt x="524" y="6690"/>
                    </a:lnTo>
                    <a:lnTo>
                      <a:pt x="582" y="6167"/>
                    </a:lnTo>
                    <a:lnTo>
                      <a:pt x="641" y="5818"/>
                    </a:lnTo>
                    <a:lnTo>
                      <a:pt x="641" y="5294"/>
                    </a:lnTo>
                    <a:lnTo>
                      <a:pt x="699" y="5003"/>
                    </a:lnTo>
                    <a:lnTo>
                      <a:pt x="699" y="4480"/>
                    </a:lnTo>
                    <a:lnTo>
                      <a:pt x="757" y="4072"/>
                    </a:lnTo>
                    <a:lnTo>
                      <a:pt x="757" y="3607"/>
                    </a:lnTo>
                    <a:lnTo>
                      <a:pt x="757" y="3549"/>
                    </a:lnTo>
                    <a:lnTo>
                      <a:pt x="815" y="3491"/>
                    </a:lnTo>
                    <a:lnTo>
                      <a:pt x="990" y="3491"/>
                    </a:lnTo>
                    <a:lnTo>
                      <a:pt x="932" y="3607"/>
                    </a:lnTo>
                    <a:lnTo>
                      <a:pt x="932" y="4072"/>
                    </a:lnTo>
                    <a:lnTo>
                      <a:pt x="932" y="4247"/>
                    </a:lnTo>
                    <a:lnTo>
                      <a:pt x="932" y="4363"/>
                    </a:lnTo>
                    <a:lnTo>
                      <a:pt x="932" y="4538"/>
                    </a:lnTo>
                    <a:lnTo>
                      <a:pt x="873" y="4945"/>
                    </a:lnTo>
                    <a:lnTo>
                      <a:pt x="873" y="5061"/>
                    </a:lnTo>
                    <a:lnTo>
                      <a:pt x="873" y="5236"/>
                    </a:lnTo>
                    <a:lnTo>
                      <a:pt x="873" y="5352"/>
                    </a:lnTo>
                    <a:lnTo>
                      <a:pt x="815" y="5759"/>
                    </a:lnTo>
                    <a:lnTo>
                      <a:pt x="815" y="5934"/>
                    </a:lnTo>
                    <a:lnTo>
                      <a:pt x="815" y="6050"/>
                    </a:lnTo>
                    <a:lnTo>
                      <a:pt x="815" y="6225"/>
                    </a:lnTo>
                    <a:lnTo>
                      <a:pt x="815" y="6632"/>
                    </a:lnTo>
                    <a:lnTo>
                      <a:pt x="757" y="6807"/>
                    </a:lnTo>
                    <a:lnTo>
                      <a:pt x="757" y="6923"/>
                    </a:lnTo>
                    <a:lnTo>
                      <a:pt x="757" y="7097"/>
                    </a:lnTo>
                    <a:lnTo>
                      <a:pt x="757" y="7388"/>
                    </a:lnTo>
                    <a:lnTo>
                      <a:pt x="757" y="7621"/>
                    </a:lnTo>
                    <a:lnTo>
                      <a:pt x="699" y="7796"/>
                    </a:lnTo>
                    <a:lnTo>
                      <a:pt x="699" y="7970"/>
                    </a:lnTo>
                    <a:lnTo>
                      <a:pt x="699" y="8261"/>
                    </a:lnTo>
                    <a:lnTo>
                      <a:pt x="699" y="8494"/>
                    </a:lnTo>
                    <a:lnTo>
                      <a:pt x="699" y="8610"/>
                    </a:lnTo>
                    <a:lnTo>
                      <a:pt x="641" y="8901"/>
                    </a:lnTo>
                    <a:lnTo>
                      <a:pt x="641" y="9134"/>
                    </a:lnTo>
                    <a:lnTo>
                      <a:pt x="641" y="9483"/>
                    </a:lnTo>
                    <a:lnTo>
                      <a:pt x="757" y="9483"/>
                    </a:lnTo>
                    <a:lnTo>
                      <a:pt x="757" y="9250"/>
                    </a:lnTo>
                    <a:lnTo>
                      <a:pt x="757" y="9017"/>
                    </a:lnTo>
                    <a:lnTo>
                      <a:pt x="815" y="8843"/>
                    </a:lnTo>
                    <a:lnTo>
                      <a:pt x="815" y="8610"/>
                    </a:lnTo>
                    <a:lnTo>
                      <a:pt x="815" y="8494"/>
                    </a:lnTo>
                    <a:lnTo>
                      <a:pt x="815" y="8319"/>
                    </a:lnTo>
                    <a:lnTo>
                      <a:pt x="873" y="7970"/>
                    </a:lnTo>
                    <a:lnTo>
                      <a:pt x="873" y="7796"/>
                    </a:lnTo>
                    <a:lnTo>
                      <a:pt x="873" y="7621"/>
                    </a:lnTo>
                    <a:lnTo>
                      <a:pt x="873" y="7388"/>
                    </a:lnTo>
                    <a:lnTo>
                      <a:pt x="873" y="7097"/>
                    </a:lnTo>
                    <a:lnTo>
                      <a:pt x="932" y="6923"/>
                    </a:lnTo>
                    <a:lnTo>
                      <a:pt x="932" y="6807"/>
                    </a:lnTo>
                    <a:lnTo>
                      <a:pt x="932" y="6574"/>
                    </a:lnTo>
                    <a:lnTo>
                      <a:pt x="932" y="6283"/>
                    </a:lnTo>
                    <a:lnTo>
                      <a:pt x="932" y="6050"/>
                    </a:lnTo>
                    <a:lnTo>
                      <a:pt x="990" y="5934"/>
                    </a:lnTo>
                    <a:lnTo>
                      <a:pt x="990" y="5701"/>
                    </a:lnTo>
                    <a:lnTo>
                      <a:pt x="990" y="5352"/>
                    </a:lnTo>
                    <a:lnTo>
                      <a:pt x="990" y="5236"/>
                    </a:lnTo>
                    <a:lnTo>
                      <a:pt x="990" y="5061"/>
                    </a:lnTo>
                    <a:lnTo>
                      <a:pt x="990" y="4945"/>
                    </a:lnTo>
                    <a:lnTo>
                      <a:pt x="1048" y="4538"/>
                    </a:lnTo>
                    <a:lnTo>
                      <a:pt x="1048" y="4363"/>
                    </a:lnTo>
                    <a:lnTo>
                      <a:pt x="1048" y="4247"/>
                    </a:lnTo>
                    <a:lnTo>
                      <a:pt x="1048" y="4014"/>
                    </a:lnTo>
                    <a:lnTo>
                      <a:pt x="1106" y="3665"/>
                    </a:lnTo>
                    <a:lnTo>
                      <a:pt x="1106" y="3491"/>
                    </a:lnTo>
                    <a:lnTo>
                      <a:pt x="1222" y="3491"/>
                    </a:lnTo>
                    <a:lnTo>
                      <a:pt x="1222" y="3665"/>
                    </a:lnTo>
                    <a:lnTo>
                      <a:pt x="1222" y="4072"/>
                    </a:lnTo>
                    <a:lnTo>
                      <a:pt x="1222" y="4538"/>
                    </a:lnTo>
                    <a:lnTo>
                      <a:pt x="1222" y="5003"/>
                    </a:lnTo>
                    <a:lnTo>
                      <a:pt x="1222" y="5294"/>
                    </a:lnTo>
                    <a:lnTo>
                      <a:pt x="1164" y="5818"/>
                    </a:lnTo>
                    <a:lnTo>
                      <a:pt x="1164" y="6167"/>
                    </a:lnTo>
                    <a:lnTo>
                      <a:pt x="1164" y="6690"/>
                    </a:lnTo>
                    <a:lnTo>
                      <a:pt x="1164" y="6807"/>
                    </a:lnTo>
                    <a:lnTo>
                      <a:pt x="1164" y="7039"/>
                    </a:lnTo>
                    <a:lnTo>
                      <a:pt x="1164" y="7505"/>
                    </a:lnTo>
                    <a:lnTo>
                      <a:pt x="1106" y="7854"/>
                    </a:lnTo>
                    <a:lnTo>
                      <a:pt x="1106" y="8377"/>
                    </a:lnTo>
                    <a:lnTo>
                      <a:pt x="1106" y="8785"/>
                    </a:lnTo>
                    <a:lnTo>
                      <a:pt x="1048" y="9425"/>
                    </a:lnTo>
                    <a:lnTo>
                      <a:pt x="1048" y="9483"/>
                    </a:lnTo>
                    <a:lnTo>
                      <a:pt x="1164" y="9483"/>
                    </a:lnTo>
                    <a:lnTo>
                      <a:pt x="1222" y="8610"/>
                    </a:lnTo>
                    <a:lnTo>
                      <a:pt x="1222" y="8494"/>
                    </a:lnTo>
                    <a:lnTo>
                      <a:pt x="1339" y="4480"/>
                    </a:lnTo>
                    <a:lnTo>
                      <a:pt x="1455" y="8494"/>
                    </a:lnTo>
                    <a:lnTo>
                      <a:pt x="1513" y="8610"/>
                    </a:lnTo>
                    <a:lnTo>
                      <a:pt x="1571" y="9483"/>
                    </a:lnTo>
                    <a:lnTo>
                      <a:pt x="1688" y="9483"/>
                    </a:lnTo>
                    <a:lnTo>
                      <a:pt x="1688" y="9366"/>
                    </a:lnTo>
                    <a:lnTo>
                      <a:pt x="1630" y="8785"/>
                    </a:lnTo>
                    <a:lnTo>
                      <a:pt x="1630" y="8610"/>
                    </a:lnTo>
                    <a:lnTo>
                      <a:pt x="1630" y="8377"/>
                    </a:lnTo>
                    <a:lnTo>
                      <a:pt x="1571" y="7854"/>
                    </a:lnTo>
                    <a:lnTo>
                      <a:pt x="1571" y="7563"/>
                    </a:lnTo>
                    <a:lnTo>
                      <a:pt x="1571" y="7039"/>
                    </a:lnTo>
                    <a:lnTo>
                      <a:pt x="1571" y="6807"/>
                    </a:lnTo>
                    <a:lnTo>
                      <a:pt x="1513" y="6690"/>
                    </a:lnTo>
                    <a:lnTo>
                      <a:pt x="1513" y="6225"/>
                    </a:lnTo>
                    <a:lnTo>
                      <a:pt x="1513" y="5759"/>
                    </a:lnTo>
                    <a:lnTo>
                      <a:pt x="1513" y="5294"/>
                    </a:lnTo>
                    <a:lnTo>
                      <a:pt x="1513" y="4945"/>
                    </a:lnTo>
                    <a:lnTo>
                      <a:pt x="1455" y="4538"/>
                    </a:lnTo>
                    <a:lnTo>
                      <a:pt x="1455" y="4131"/>
                    </a:lnTo>
                    <a:lnTo>
                      <a:pt x="1455" y="3665"/>
                    </a:lnTo>
                    <a:lnTo>
                      <a:pt x="1455" y="3491"/>
                    </a:lnTo>
                    <a:lnTo>
                      <a:pt x="1630" y="3491"/>
                    </a:lnTo>
                    <a:lnTo>
                      <a:pt x="1630" y="3665"/>
                    </a:lnTo>
                    <a:lnTo>
                      <a:pt x="1630" y="4072"/>
                    </a:lnTo>
                    <a:lnTo>
                      <a:pt x="1630" y="4247"/>
                    </a:lnTo>
                    <a:lnTo>
                      <a:pt x="1688" y="4363"/>
                    </a:lnTo>
                    <a:lnTo>
                      <a:pt x="1688" y="4538"/>
                    </a:lnTo>
                    <a:lnTo>
                      <a:pt x="1688" y="4887"/>
                    </a:lnTo>
                    <a:lnTo>
                      <a:pt x="1688" y="5061"/>
                    </a:lnTo>
                    <a:lnTo>
                      <a:pt x="1688" y="5236"/>
                    </a:lnTo>
                    <a:lnTo>
                      <a:pt x="1688" y="5352"/>
                    </a:lnTo>
                    <a:lnTo>
                      <a:pt x="1746" y="5701"/>
                    </a:lnTo>
                    <a:lnTo>
                      <a:pt x="1746" y="5934"/>
                    </a:lnTo>
                    <a:lnTo>
                      <a:pt x="1746" y="6050"/>
                    </a:lnTo>
                    <a:lnTo>
                      <a:pt x="1746" y="6283"/>
                    </a:lnTo>
                    <a:lnTo>
                      <a:pt x="1804" y="6574"/>
                    </a:lnTo>
                    <a:lnTo>
                      <a:pt x="1804" y="6807"/>
                    </a:lnTo>
                    <a:lnTo>
                      <a:pt x="1804" y="6923"/>
                    </a:lnTo>
                    <a:lnTo>
                      <a:pt x="1804" y="7097"/>
                    </a:lnTo>
                    <a:lnTo>
                      <a:pt x="1804" y="7447"/>
                    </a:lnTo>
                    <a:lnTo>
                      <a:pt x="1862" y="7621"/>
                    </a:lnTo>
                    <a:lnTo>
                      <a:pt x="1862" y="7796"/>
                    </a:lnTo>
                    <a:lnTo>
                      <a:pt x="1862" y="7912"/>
                    </a:lnTo>
                    <a:lnTo>
                      <a:pt x="1862" y="8261"/>
                    </a:lnTo>
                    <a:lnTo>
                      <a:pt x="1921" y="8494"/>
                    </a:lnTo>
                    <a:lnTo>
                      <a:pt x="1921" y="8610"/>
                    </a:lnTo>
                    <a:lnTo>
                      <a:pt x="1921" y="8843"/>
                    </a:lnTo>
                    <a:lnTo>
                      <a:pt x="1921" y="9017"/>
                    </a:lnTo>
                    <a:lnTo>
                      <a:pt x="1921" y="9075"/>
                    </a:lnTo>
                    <a:lnTo>
                      <a:pt x="1921" y="9250"/>
                    </a:lnTo>
                    <a:lnTo>
                      <a:pt x="1979" y="9483"/>
                    </a:lnTo>
                    <a:lnTo>
                      <a:pt x="2095" y="9483"/>
                    </a:lnTo>
                    <a:lnTo>
                      <a:pt x="2095" y="9134"/>
                    </a:lnTo>
                    <a:lnTo>
                      <a:pt x="2037" y="8901"/>
                    </a:lnTo>
                    <a:lnTo>
                      <a:pt x="2037" y="8610"/>
                    </a:lnTo>
                    <a:lnTo>
                      <a:pt x="2037" y="8494"/>
                    </a:lnTo>
                    <a:lnTo>
                      <a:pt x="2037" y="8261"/>
                    </a:lnTo>
                    <a:lnTo>
                      <a:pt x="1979" y="7970"/>
                    </a:lnTo>
                    <a:lnTo>
                      <a:pt x="1979" y="7796"/>
                    </a:lnTo>
                    <a:lnTo>
                      <a:pt x="1979" y="7621"/>
                    </a:lnTo>
                    <a:lnTo>
                      <a:pt x="1979" y="7447"/>
                    </a:lnTo>
                    <a:lnTo>
                      <a:pt x="1921" y="7097"/>
                    </a:lnTo>
                    <a:lnTo>
                      <a:pt x="1921" y="6923"/>
                    </a:lnTo>
                    <a:lnTo>
                      <a:pt x="1921" y="6807"/>
                    </a:lnTo>
                    <a:lnTo>
                      <a:pt x="1921" y="6632"/>
                    </a:lnTo>
                    <a:lnTo>
                      <a:pt x="1862" y="6225"/>
                    </a:lnTo>
                    <a:lnTo>
                      <a:pt x="1862" y="6050"/>
                    </a:lnTo>
                    <a:lnTo>
                      <a:pt x="1862" y="5934"/>
                    </a:lnTo>
                    <a:lnTo>
                      <a:pt x="1862" y="5759"/>
                    </a:lnTo>
                    <a:lnTo>
                      <a:pt x="1862" y="5352"/>
                    </a:lnTo>
                    <a:lnTo>
                      <a:pt x="1862" y="5236"/>
                    </a:lnTo>
                    <a:lnTo>
                      <a:pt x="1804" y="5061"/>
                    </a:lnTo>
                    <a:lnTo>
                      <a:pt x="1804" y="5003"/>
                    </a:lnTo>
                    <a:lnTo>
                      <a:pt x="1804" y="4770"/>
                    </a:lnTo>
                    <a:lnTo>
                      <a:pt x="1804" y="4712"/>
                    </a:lnTo>
                    <a:lnTo>
                      <a:pt x="1804" y="4538"/>
                    </a:lnTo>
                    <a:lnTo>
                      <a:pt x="1804" y="4363"/>
                    </a:lnTo>
                    <a:lnTo>
                      <a:pt x="1804" y="4247"/>
                    </a:lnTo>
                    <a:lnTo>
                      <a:pt x="1746" y="4072"/>
                    </a:lnTo>
                    <a:lnTo>
                      <a:pt x="1746" y="3665"/>
                    </a:lnTo>
                    <a:lnTo>
                      <a:pt x="1746" y="3491"/>
                    </a:lnTo>
                    <a:lnTo>
                      <a:pt x="1921" y="3491"/>
                    </a:lnTo>
                    <a:lnTo>
                      <a:pt x="1921" y="3549"/>
                    </a:lnTo>
                    <a:lnTo>
                      <a:pt x="1979" y="4131"/>
                    </a:lnTo>
                    <a:lnTo>
                      <a:pt x="1979" y="4480"/>
                    </a:lnTo>
                    <a:lnTo>
                      <a:pt x="2037" y="5061"/>
                    </a:lnTo>
                    <a:lnTo>
                      <a:pt x="2037" y="5294"/>
                    </a:lnTo>
                    <a:lnTo>
                      <a:pt x="2095" y="5818"/>
                    </a:lnTo>
                    <a:lnTo>
                      <a:pt x="2095" y="6167"/>
                    </a:lnTo>
                    <a:lnTo>
                      <a:pt x="2153" y="6690"/>
                    </a:lnTo>
                    <a:lnTo>
                      <a:pt x="2211" y="6807"/>
                    </a:lnTo>
                    <a:lnTo>
                      <a:pt x="2211" y="6981"/>
                    </a:lnTo>
                    <a:lnTo>
                      <a:pt x="2270" y="7563"/>
                    </a:lnTo>
                    <a:lnTo>
                      <a:pt x="2270" y="7796"/>
                    </a:lnTo>
                    <a:lnTo>
                      <a:pt x="2328" y="7854"/>
                    </a:lnTo>
                    <a:lnTo>
                      <a:pt x="2386" y="8494"/>
                    </a:lnTo>
                    <a:lnTo>
                      <a:pt x="2444" y="8726"/>
                    </a:lnTo>
                    <a:lnTo>
                      <a:pt x="2560" y="9366"/>
                    </a:lnTo>
                    <a:lnTo>
                      <a:pt x="2560" y="9483"/>
                    </a:lnTo>
                    <a:lnTo>
                      <a:pt x="2677" y="9483"/>
                    </a:lnTo>
                    <a:lnTo>
                      <a:pt x="2619" y="9017"/>
                    </a:lnTo>
                    <a:lnTo>
                      <a:pt x="2444" y="7796"/>
                    </a:lnTo>
                    <a:lnTo>
                      <a:pt x="2270" y="6050"/>
                    </a:lnTo>
                    <a:lnTo>
                      <a:pt x="2095" y="4305"/>
                    </a:lnTo>
                    <a:lnTo>
                      <a:pt x="1921" y="989"/>
                    </a:lnTo>
                    <a:lnTo>
                      <a:pt x="2037" y="931"/>
                    </a:lnTo>
                    <a:lnTo>
                      <a:pt x="2153" y="814"/>
                    </a:lnTo>
                    <a:lnTo>
                      <a:pt x="2211" y="640"/>
                    </a:lnTo>
                    <a:lnTo>
                      <a:pt x="2211" y="465"/>
                    </a:lnTo>
                    <a:lnTo>
                      <a:pt x="2153" y="175"/>
                    </a:lnTo>
                    <a:lnTo>
                      <a:pt x="203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40"/>
              <p:cNvSpPr/>
              <p:nvPr/>
            </p:nvSpPr>
            <p:spPr>
              <a:xfrm>
                <a:off x="3759800" y="2317900"/>
                <a:ext cx="97475" cy="10200"/>
              </a:xfrm>
              <a:custGeom>
                <a:avLst/>
                <a:gdLst/>
                <a:ahLst/>
                <a:cxnLst/>
                <a:rect l="l" t="t" r="r" b="b"/>
                <a:pathLst>
                  <a:path w="3899" h="408" extrusionOk="0">
                    <a:moveTo>
                      <a:pt x="175" y="1"/>
                    </a:moveTo>
                    <a:lnTo>
                      <a:pt x="59" y="117"/>
                    </a:lnTo>
                    <a:lnTo>
                      <a:pt x="1" y="233"/>
                    </a:lnTo>
                    <a:lnTo>
                      <a:pt x="59" y="350"/>
                    </a:lnTo>
                    <a:lnTo>
                      <a:pt x="175" y="408"/>
                    </a:lnTo>
                    <a:lnTo>
                      <a:pt x="3724" y="408"/>
                    </a:lnTo>
                    <a:lnTo>
                      <a:pt x="3841" y="350"/>
                    </a:lnTo>
                    <a:lnTo>
                      <a:pt x="3899" y="233"/>
                    </a:lnTo>
                    <a:lnTo>
                      <a:pt x="3841" y="117"/>
                    </a:lnTo>
                    <a:lnTo>
                      <a:pt x="366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40"/>
              <p:cNvSpPr/>
              <p:nvPr/>
            </p:nvSpPr>
            <p:spPr>
              <a:xfrm>
                <a:off x="3783075" y="2073575"/>
                <a:ext cx="49475" cy="7300"/>
              </a:xfrm>
              <a:custGeom>
                <a:avLst/>
                <a:gdLst/>
                <a:ahLst/>
                <a:cxnLst/>
                <a:rect l="l" t="t" r="r" b="b"/>
                <a:pathLst>
                  <a:path w="1979" h="292" extrusionOk="0">
                    <a:moveTo>
                      <a:pt x="175" y="0"/>
                    </a:moveTo>
                    <a:lnTo>
                      <a:pt x="59" y="58"/>
                    </a:lnTo>
                    <a:lnTo>
                      <a:pt x="1" y="175"/>
                    </a:lnTo>
                    <a:lnTo>
                      <a:pt x="59" y="233"/>
                    </a:lnTo>
                    <a:lnTo>
                      <a:pt x="175" y="291"/>
                    </a:lnTo>
                    <a:lnTo>
                      <a:pt x="1862" y="291"/>
                    </a:lnTo>
                    <a:lnTo>
                      <a:pt x="1921" y="233"/>
                    </a:lnTo>
                    <a:lnTo>
                      <a:pt x="1979" y="175"/>
                    </a:lnTo>
                    <a:lnTo>
                      <a:pt x="1921" y="58"/>
                    </a:lnTo>
                    <a:lnTo>
                      <a:pt x="186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40"/>
              <p:cNvSpPr/>
              <p:nvPr/>
            </p:nvSpPr>
            <p:spPr>
              <a:xfrm>
                <a:off x="3735075" y="2434250"/>
                <a:ext cx="145475" cy="43675"/>
              </a:xfrm>
              <a:custGeom>
                <a:avLst/>
                <a:gdLst/>
                <a:ahLst/>
                <a:cxnLst/>
                <a:rect l="l" t="t" r="r" b="b"/>
                <a:pathLst>
                  <a:path w="5819" h="1747" extrusionOk="0">
                    <a:moveTo>
                      <a:pt x="466" y="1"/>
                    </a:moveTo>
                    <a:lnTo>
                      <a:pt x="292" y="117"/>
                    </a:lnTo>
                    <a:lnTo>
                      <a:pt x="175" y="233"/>
                    </a:lnTo>
                    <a:lnTo>
                      <a:pt x="59" y="408"/>
                    </a:lnTo>
                    <a:lnTo>
                      <a:pt x="1" y="641"/>
                    </a:lnTo>
                    <a:lnTo>
                      <a:pt x="59" y="873"/>
                    </a:lnTo>
                    <a:lnTo>
                      <a:pt x="117" y="1048"/>
                    </a:lnTo>
                    <a:lnTo>
                      <a:pt x="234" y="1164"/>
                    </a:lnTo>
                    <a:lnTo>
                      <a:pt x="350" y="1281"/>
                    </a:lnTo>
                    <a:lnTo>
                      <a:pt x="583" y="1339"/>
                    </a:lnTo>
                    <a:lnTo>
                      <a:pt x="1979" y="1339"/>
                    </a:lnTo>
                    <a:lnTo>
                      <a:pt x="1979" y="1746"/>
                    </a:lnTo>
                    <a:lnTo>
                      <a:pt x="2037" y="1746"/>
                    </a:lnTo>
                    <a:lnTo>
                      <a:pt x="2037" y="1339"/>
                    </a:lnTo>
                    <a:lnTo>
                      <a:pt x="2153" y="1339"/>
                    </a:lnTo>
                    <a:lnTo>
                      <a:pt x="2153" y="1746"/>
                    </a:lnTo>
                    <a:lnTo>
                      <a:pt x="2212" y="1746"/>
                    </a:lnTo>
                    <a:lnTo>
                      <a:pt x="2212" y="1339"/>
                    </a:lnTo>
                    <a:lnTo>
                      <a:pt x="2386" y="1339"/>
                    </a:lnTo>
                    <a:lnTo>
                      <a:pt x="2386" y="1746"/>
                    </a:lnTo>
                    <a:lnTo>
                      <a:pt x="2444" y="1746"/>
                    </a:lnTo>
                    <a:lnTo>
                      <a:pt x="2444" y="1339"/>
                    </a:lnTo>
                    <a:lnTo>
                      <a:pt x="2561" y="1339"/>
                    </a:lnTo>
                    <a:lnTo>
                      <a:pt x="2561" y="1746"/>
                    </a:lnTo>
                    <a:lnTo>
                      <a:pt x="2619" y="1746"/>
                    </a:lnTo>
                    <a:lnTo>
                      <a:pt x="2619" y="1339"/>
                    </a:lnTo>
                    <a:lnTo>
                      <a:pt x="2735" y="1339"/>
                    </a:lnTo>
                    <a:lnTo>
                      <a:pt x="2735" y="1746"/>
                    </a:lnTo>
                    <a:lnTo>
                      <a:pt x="2793" y="1746"/>
                    </a:lnTo>
                    <a:lnTo>
                      <a:pt x="2793" y="1339"/>
                    </a:lnTo>
                    <a:lnTo>
                      <a:pt x="2910" y="1339"/>
                    </a:lnTo>
                    <a:lnTo>
                      <a:pt x="2910" y="1746"/>
                    </a:lnTo>
                    <a:lnTo>
                      <a:pt x="2968" y="1746"/>
                    </a:lnTo>
                    <a:lnTo>
                      <a:pt x="2968" y="1339"/>
                    </a:lnTo>
                    <a:lnTo>
                      <a:pt x="3142" y="1339"/>
                    </a:lnTo>
                    <a:lnTo>
                      <a:pt x="3142" y="1746"/>
                    </a:lnTo>
                    <a:lnTo>
                      <a:pt x="3201" y="1746"/>
                    </a:lnTo>
                    <a:lnTo>
                      <a:pt x="3201" y="1339"/>
                    </a:lnTo>
                    <a:lnTo>
                      <a:pt x="3317" y="1339"/>
                    </a:lnTo>
                    <a:lnTo>
                      <a:pt x="3317" y="1746"/>
                    </a:lnTo>
                    <a:lnTo>
                      <a:pt x="3375" y="1746"/>
                    </a:lnTo>
                    <a:lnTo>
                      <a:pt x="3375" y="1339"/>
                    </a:lnTo>
                    <a:lnTo>
                      <a:pt x="3492" y="1339"/>
                    </a:lnTo>
                    <a:lnTo>
                      <a:pt x="3492" y="1746"/>
                    </a:lnTo>
                    <a:lnTo>
                      <a:pt x="3550" y="1746"/>
                    </a:lnTo>
                    <a:lnTo>
                      <a:pt x="3550" y="1339"/>
                    </a:lnTo>
                    <a:lnTo>
                      <a:pt x="3666" y="1339"/>
                    </a:lnTo>
                    <a:lnTo>
                      <a:pt x="3666" y="1746"/>
                    </a:lnTo>
                    <a:lnTo>
                      <a:pt x="3724" y="1746"/>
                    </a:lnTo>
                    <a:lnTo>
                      <a:pt x="3724" y="1339"/>
                    </a:lnTo>
                    <a:lnTo>
                      <a:pt x="3899" y="1339"/>
                    </a:lnTo>
                    <a:lnTo>
                      <a:pt x="3899" y="1746"/>
                    </a:lnTo>
                    <a:lnTo>
                      <a:pt x="3957" y="1746"/>
                    </a:lnTo>
                    <a:lnTo>
                      <a:pt x="3957" y="1339"/>
                    </a:lnTo>
                    <a:lnTo>
                      <a:pt x="5353" y="1339"/>
                    </a:lnTo>
                    <a:lnTo>
                      <a:pt x="5411" y="1281"/>
                    </a:lnTo>
                    <a:lnTo>
                      <a:pt x="5528" y="1222"/>
                    </a:lnTo>
                    <a:lnTo>
                      <a:pt x="5644" y="1164"/>
                    </a:lnTo>
                    <a:lnTo>
                      <a:pt x="5760" y="990"/>
                    </a:lnTo>
                    <a:lnTo>
                      <a:pt x="5819" y="815"/>
                    </a:lnTo>
                    <a:lnTo>
                      <a:pt x="5819" y="641"/>
                    </a:lnTo>
                    <a:lnTo>
                      <a:pt x="5819" y="466"/>
                    </a:lnTo>
                    <a:lnTo>
                      <a:pt x="5702" y="292"/>
                    </a:lnTo>
                    <a:lnTo>
                      <a:pt x="5586" y="117"/>
                    </a:lnTo>
                    <a:lnTo>
                      <a:pt x="5469" y="59"/>
                    </a:lnTo>
                    <a:lnTo>
                      <a:pt x="529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1275;p40"/>
              <p:cNvSpPr/>
              <p:nvPr/>
            </p:nvSpPr>
            <p:spPr>
              <a:xfrm>
                <a:off x="3717625" y="2506975"/>
                <a:ext cx="24750" cy="46575"/>
              </a:xfrm>
              <a:custGeom>
                <a:avLst/>
                <a:gdLst/>
                <a:ahLst/>
                <a:cxnLst/>
                <a:rect l="l" t="t" r="r" b="b"/>
                <a:pathLst>
                  <a:path w="990" h="1863" extrusionOk="0">
                    <a:moveTo>
                      <a:pt x="641" y="1"/>
                    </a:moveTo>
                    <a:lnTo>
                      <a:pt x="641" y="59"/>
                    </a:lnTo>
                    <a:lnTo>
                      <a:pt x="873" y="931"/>
                    </a:lnTo>
                    <a:lnTo>
                      <a:pt x="350" y="931"/>
                    </a:lnTo>
                    <a:lnTo>
                      <a:pt x="292" y="1048"/>
                    </a:lnTo>
                    <a:lnTo>
                      <a:pt x="815" y="1048"/>
                    </a:lnTo>
                    <a:lnTo>
                      <a:pt x="59" y="1688"/>
                    </a:lnTo>
                    <a:lnTo>
                      <a:pt x="1" y="1862"/>
                    </a:lnTo>
                    <a:lnTo>
                      <a:pt x="59" y="1862"/>
                    </a:lnTo>
                    <a:lnTo>
                      <a:pt x="873" y="1164"/>
                    </a:lnTo>
                    <a:lnTo>
                      <a:pt x="990" y="757"/>
                    </a:lnTo>
                    <a:lnTo>
                      <a:pt x="75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40"/>
              <p:cNvSpPr/>
              <p:nvPr/>
            </p:nvSpPr>
            <p:spPr>
              <a:xfrm>
                <a:off x="3755450" y="2480800"/>
                <a:ext cx="18925" cy="23300"/>
              </a:xfrm>
              <a:custGeom>
                <a:avLst/>
                <a:gdLst/>
                <a:ahLst/>
                <a:cxnLst/>
                <a:rect l="l" t="t" r="r" b="b"/>
                <a:pathLst>
                  <a:path w="757" h="932" extrusionOk="0">
                    <a:moveTo>
                      <a:pt x="640" y="0"/>
                    </a:moveTo>
                    <a:lnTo>
                      <a:pt x="117" y="349"/>
                    </a:lnTo>
                    <a:lnTo>
                      <a:pt x="59" y="466"/>
                    </a:lnTo>
                    <a:lnTo>
                      <a:pt x="757" y="59"/>
                    </a:lnTo>
                    <a:lnTo>
                      <a:pt x="757" y="0"/>
                    </a:lnTo>
                    <a:close/>
                    <a:moveTo>
                      <a:pt x="59" y="466"/>
                    </a:moveTo>
                    <a:lnTo>
                      <a:pt x="0" y="582"/>
                    </a:lnTo>
                    <a:lnTo>
                      <a:pt x="349" y="931"/>
                    </a:lnTo>
                    <a:lnTo>
                      <a:pt x="466" y="931"/>
                    </a:lnTo>
                    <a:lnTo>
                      <a:pt x="466" y="873"/>
                    </a:lnTo>
                    <a:lnTo>
                      <a:pt x="59" y="466"/>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40"/>
              <p:cNvSpPr/>
              <p:nvPr/>
            </p:nvSpPr>
            <p:spPr>
              <a:xfrm>
                <a:off x="3735075" y="2480800"/>
                <a:ext cx="18950" cy="23300"/>
              </a:xfrm>
              <a:custGeom>
                <a:avLst/>
                <a:gdLst/>
                <a:ahLst/>
                <a:cxnLst/>
                <a:rect l="l" t="t" r="r" b="b"/>
                <a:pathLst>
                  <a:path w="758" h="932" extrusionOk="0">
                    <a:moveTo>
                      <a:pt x="292" y="0"/>
                    </a:moveTo>
                    <a:lnTo>
                      <a:pt x="292" y="59"/>
                    </a:lnTo>
                    <a:lnTo>
                      <a:pt x="699" y="466"/>
                    </a:lnTo>
                    <a:lnTo>
                      <a:pt x="1" y="873"/>
                    </a:lnTo>
                    <a:lnTo>
                      <a:pt x="1" y="931"/>
                    </a:lnTo>
                    <a:lnTo>
                      <a:pt x="175" y="931"/>
                    </a:lnTo>
                    <a:lnTo>
                      <a:pt x="699" y="640"/>
                    </a:lnTo>
                    <a:lnTo>
                      <a:pt x="757" y="349"/>
                    </a:lnTo>
                    <a:lnTo>
                      <a:pt x="40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40"/>
              <p:cNvSpPr/>
              <p:nvPr/>
            </p:nvSpPr>
            <p:spPr>
              <a:xfrm>
                <a:off x="3868900" y="2533150"/>
                <a:ext cx="8750" cy="20400"/>
              </a:xfrm>
              <a:custGeom>
                <a:avLst/>
                <a:gdLst/>
                <a:ahLst/>
                <a:cxnLst/>
                <a:rect l="l" t="t" r="r" b="b"/>
                <a:pathLst>
                  <a:path w="350" h="816" extrusionOk="0">
                    <a:moveTo>
                      <a:pt x="233" y="1"/>
                    </a:moveTo>
                    <a:lnTo>
                      <a:pt x="0" y="757"/>
                    </a:lnTo>
                    <a:lnTo>
                      <a:pt x="0" y="815"/>
                    </a:lnTo>
                    <a:lnTo>
                      <a:pt x="116" y="815"/>
                    </a:lnTo>
                    <a:lnTo>
                      <a:pt x="349" y="175"/>
                    </a:lnTo>
                    <a:lnTo>
                      <a:pt x="29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40"/>
              <p:cNvSpPr/>
              <p:nvPr/>
            </p:nvSpPr>
            <p:spPr>
              <a:xfrm>
                <a:off x="3877625" y="2508425"/>
                <a:ext cx="8750" cy="21850"/>
              </a:xfrm>
              <a:custGeom>
                <a:avLst/>
                <a:gdLst/>
                <a:ahLst/>
                <a:cxnLst/>
                <a:rect l="l" t="t" r="r" b="b"/>
                <a:pathLst>
                  <a:path w="350" h="874" extrusionOk="0">
                    <a:moveTo>
                      <a:pt x="233" y="1"/>
                    </a:moveTo>
                    <a:lnTo>
                      <a:pt x="0" y="757"/>
                    </a:lnTo>
                    <a:lnTo>
                      <a:pt x="0" y="873"/>
                    </a:lnTo>
                    <a:lnTo>
                      <a:pt x="117" y="873"/>
                    </a:lnTo>
                    <a:lnTo>
                      <a:pt x="349" y="117"/>
                    </a:lnTo>
                    <a:lnTo>
                      <a:pt x="29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40"/>
              <p:cNvSpPr/>
              <p:nvPr/>
            </p:nvSpPr>
            <p:spPr>
              <a:xfrm>
                <a:off x="3852900" y="2508425"/>
                <a:ext cx="21825" cy="21850"/>
              </a:xfrm>
              <a:custGeom>
                <a:avLst/>
                <a:gdLst/>
                <a:ahLst/>
                <a:cxnLst/>
                <a:rect l="l" t="t" r="r" b="b"/>
                <a:pathLst>
                  <a:path w="873" h="874" extrusionOk="0">
                    <a:moveTo>
                      <a:pt x="0" y="1"/>
                    </a:moveTo>
                    <a:lnTo>
                      <a:pt x="58" y="59"/>
                    </a:lnTo>
                    <a:lnTo>
                      <a:pt x="873" y="873"/>
                    </a:lnTo>
                    <a:lnTo>
                      <a:pt x="815" y="641"/>
                    </a:lnTo>
                    <a:lnTo>
                      <a:pt x="11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40"/>
              <p:cNvSpPr/>
              <p:nvPr/>
            </p:nvSpPr>
            <p:spPr>
              <a:xfrm>
                <a:off x="3879075" y="2533150"/>
                <a:ext cx="21825" cy="20400"/>
              </a:xfrm>
              <a:custGeom>
                <a:avLst/>
                <a:gdLst/>
                <a:ahLst/>
                <a:cxnLst/>
                <a:rect l="l" t="t" r="r" b="b"/>
                <a:pathLst>
                  <a:path w="873" h="816" extrusionOk="0">
                    <a:moveTo>
                      <a:pt x="0" y="1"/>
                    </a:moveTo>
                    <a:lnTo>
                      <a:pt x="59" y="117"/>
                    </a:lnTo>
                    <a:lnTo>
                      <a:pt x="757" y="815"/>
                    </a:lnTo>
                    <a:lnTo>
                      <a:pt x="873" y="815"/>
                    </a:lnTo>
                    <a:lnTo>
                      <a:pt x="815" y="641"/>
                    </a:lnTo>
                    <a:lnTo>
                      <a:pt x="11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40"/>
              <p:cNvSpPr/>
              <p:nvPr/>
            </p:nvSpPr>
            <p:spPr>
              <a:xfrm>
                <a:off x="3864525" y="2480800"/>
                <a:ext cx="18925" cy="23300"/>
              </a:xfrm>
              <a:custGeom>
                <a:avLst/>
                <a:gdLst/>
                <a:ahLst/>
                <a:cxnLst/>
                <a:rect l="l" t="t" r="r" b="b"/>
                <a:pathLst>
                  <a:path w="757" h="932" extrusionOk="0">
                    <a:moveTo>
                      <a:pt x="408" y="0"/>
                    </a:moveTo>
                    <a:lnTo>
                      <a:pt x="1" y="408"/>
                    </a:lnTo>
                    <a:lnTo>
                      <a:pt x="117" y="582"/>
                    </a:lnTo>
                    <a:lnTo>
                      <a:pt x="641" y="931"/>
                    </a:lnTo>
                    <a:lnTo>
                      <a:pt x="757" y="931"/>
                    </a:lnTo>
                    <a:lnTo>
                      <a:pt x="699" y="873"/>
                    </a:lnTo>
                    <a:lnTo>
                      <a:pt x="117" y="466"/>
                    </a:lnTo>
                    <a:lnTo>
                      <a:pt x="466" y="117"/>
                    </a:lnTo>
                    <a:lnTo>
                      <a:pt x="40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40"/>
              <p:cNvSpPr/>
              <p:nvPr/>
            </p:nvSpPr>
            <p:spPr>
              <a:xfrm>
                <a:off x="3844175" y="2480800"/>
                <a:ext cx="18925" cy="23300"/>
              </a:xfrm>
              <a:custGeom>
                <a:avLst/>
                <a:gdLst/>
                <a:ahLst/>
                <a:cxnLst/>
                <a:rect l="l" t="t" r="r" b="b"/>
                <a:pathLst>
                  <a:path w="757" h="932" extrusionOk="0">
                    <a:moveTo>
                      <a:pt x="0" y="0"/>
                    </a:moveTo>
                    <a:lnTo>
                      <a:pt x="0" y="59"/>
                    </a:lnTo>
                    <a:lnTo>
                      <a:pt x="724" y="449"/>
                    </a:lnTo>
                    <a:lnTo>
                      <a:pt x="698" y="291"/>
                    </a:lnTo>
                    <a:lnTo>
                      <a:pt x="175" y="0"/>
                    </a:lnTo>
                    <a:close/>
                    <a:moveTo>
                      <a:pt x="724" y="449"/>
                    </a:moveTo>
                    <a:lnTo>
                      <a:pt x="731" y="491"/>
                    </a:lnTo>
                    <a:lnTo>
                      <a:pt x="756" y="466"/>
                    </a:lnTo>
                    <a:lnTo>
                      <a:pt x="724" y="449"/>
                    </a:lnTo>
                    <a:close/>
                    <a:moveTo>
                      <a:pt x="731" y="491"/>
                    </a:moveTo>
                    <a:lnTo>
                      <a:pt x="291" y="931"/>
                    </a:lnTo>
                    <a:lnTo>
                      <a:pt x="466" y="931"/>
                    </a:lnTo>
                    <a:lnTo>
                      <a:pt x="756" y="640"/>
                    </a:lnTo>
                    <a:lnTo>
                      <a:pt x="731" y="49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40"/>
              <p:cNvSpPr/>
              <p:nvPr/>
            </p:nvSpPr>
            <p:spPr>
              <a:xfrm>
                <a:off x="3759800" y="2533150"/>
                <a:ext cx="25" cy="25"/>
              </a:xfrm>
              <a:custGeom>
                <a:avLst/>
                <a:gdLst/>
                <a:ahLst/>
                <a:cxnLst/>
                <a:rect l="l" t="t" r="r" b="b"/>
                <a:pathLst>
                  <a:path w="1" h="1" extrusionOk="0">
                    <a:moveTo>
                      <a:pt x="1" y="1"/>
                    </a:moveTo>
                    <a:lnTo>
                      <a:pt x="1" y="1"/>
                    </a:lnTo>
                    <a:lnTo>
                      <a:pt x="1" y="1"/>
                    </a:lnTo>
                    <a:lnTo>
                      <a:pt x="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40"/>
              <p:cNvSpPr/>
              <p:nvPr/>
            </p:nvSpPr>
            <p:spPr>
              <a:xfrm>
                <a:off x="3742350" y="2506975"/>
                <a:ext cx="23300" cy="46575"/>
              </a:xfrm>
              <a:custGeom>
                <a:avLst/>
                <a:gdLst/>
                <a:ahLst/>
                <a:cxnLst/>
                <a:rect l="l" t="t" r="r" b="b"/>
                <a:pathLst>
                  <a:path w="932" h="1863" extrusionOk="0">
                    <a:moveTo>
                      <a:pt x="932" y="1"/>
                    </a:moveTo>
                    <a:lnTo>
                      <a:pt x="117" y="699"/>
                    </a:lnTo>
                    <a:lnTo>
                      <a:pt x="1" y="1164"/>
                    </a:lnTo>
                    <a:lnTo>
                      <a:pt x="234" y="1862"/>
                    </a:lnTo>
                    <a:lnTo>
                      <a:pt x="292" y="1746"/>
                    </a:lnTo>
                    <a:lnTo>
                      <a:pt x="59" y="1048"/>
                    </a:lnTo>
                    <a:lnTo>
                      <a:pt x="583" y="1048"/>
                    </a:lnTo>
                    <a:lnTo>
                      <a:pt x="583" y="931"/>
                    </a:lnTo>
                    <a:lnTo>
                      <a:pt x="117" y="931"/>
                    </a:lnTo>
                    <a:lnTo>
                      <a:pt x="815" y="233"/>
                    </a:lnTo>
                    <a:lnTo>
                      <a:pt x="93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40"/>
              <p:cNvSpPr/>
              <p:nvPr/>
            </p:nvSpPr>
            <p:spPr>
              <a:xfrm>
                <a:off x="3770000" y="2365900"/>
                <a:ext cx="10200" cy="20375"/>
              </a:xfrm>
              <a:custGeom>
                <a:avLst/>
                <a:gdLst/>
                <a:ahLst/>
                <a:cxnLst/>
                <a:rect l="l" t="t" r="r" b="b"/>
                <a:pathLst>
                  <a:path w="408" h="815" extrusionOk="0">
                    <a:moveTo>
                      <a:pt x="0" y="1"/>
                    </a:moveTo>
                    <a:lnTo>
                      <a:pt x="0" y="59"/>
                    </a:lnTo>
                    <a:lnTo>
                      <a:pt x="349" y="815"/>
                    </a:lnTo>
                    <a:lnTo>
                      <a:pt x="407" y="640"/>
                    </a:lnTo>
                    <a:lnTo>
                      <a:pt x="11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1287;p40"/>
              <p:cNvSpPr/>
              <p:nvPr/>
            </p:nvSpPr>
            <p:spPr>
              <a:xfrm>
                <a:off x="3781625" y="2389175"/>
                <a:ext cx="10200" cy="21825"/>
              </a:xfrm>
              <a:custGeom>
                <a:avLst/>
                <a:gdLst/>
                <a:ahLst/>
                <a:cxnLst/>
                <a:rect l="l" t="t" r="r" b="b"/>
                <a:pathLst>
                  <a:path w="408" h="873" extrusionOk="0">
                    <a:moveTo>
                      <a:pt x="1" y="0"/>
                    </a:moveTo>
                    <a:lnTo>
                      <a:pt x="1" y="233"/>
                    </a:lnTo>
                    <a:lnTo>
                      <a:pt x="291" y="873"/>
                    </a:lnTo>
                    <a:lnTo>
                      <a:pt x="408" y="873"/>
                    </a:lnTo>
                    <a:lnTo>
                      <a:pt x="408" y="815"/>
                    </a:lnTo>
                    <a:lnTo>
                      <a:pt x="5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 name="Google Shape;1288;p40"/>
              <p:cNvSpPr/>
              <p:nvPr/>
            </p:nvSpPr>
            <p:spPr>
              <a:xfrm>
                <a:off x="3761275" y="2389175"/>
                <a:ext cx="17475" cy="21825"/>
              </a:xfrm>
              <a:custGeom>
                <a:avLst/>
                <a:gdLst/>
                <a:ahLst/>
                <a:cxnLst/>
                <a:rect l="l" t="t" r="r" b="b"/>
                <a:pathLst>
                  <a:path w="699" h="873" extrusionOk="0">
                    <a:moveTo>
                      <a:pt x="640" y="0"/>
                    </a:moveTo>
                    <a:lnTo>
                      <a:pt x="0" y="815"/>
                    </a:lnTo>
                    <a:lnTo>
                      <a:pt x="0" y="873"/>
                    </a:lnTo>
                    <a:lnTo>
                      <a:pt x="116" y="873"/>
                    </a:lnTo>
                    <a:lnTo>
                      <a:pt x="698" y="175"/>
                    </a:lnTo>
                    <a:lnTo>
                      <a:pt x="69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 name="Google Shape;1289;p40"/>
              <p:cNvSpPr/>
              <p:nvPr/>
            </p:nvSpPr>
            <p:spPr>
              <a:xfrm>
                <a:off x="3783075" y="2365900"/>
                <a:ext cx="13125" cy="20375"/>
              </a:xfrm>
              <a:custGeom>
                <a:avLst/>
                <a:gdLst/>
                <a:ahLst/>
                <a:cxnLst/>
                <a:rect l="l" t="t" r="r" b="b"/>
                <a:pathLst>
                  <a:path w="525" h="815" extrusionOk="0">
                    <a:moveTo>
                      <a:pt x="466" y="1"/>
                    </a:moveTo>
                    <a:lnTo>
                      <a:pt x="1" y="640"/>
                    </a:lnTo>
                    <a:lnTo>
                      <a:pt x="1" y="815"/>
                    </a:lnTo>
                    <a:lnTo>
                      <a:pt x="524" y="175"/>
                    </a:lnTo>
                    <a:lnTo>
                      <a:pt x="5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 name="Google Shape;1290;p40"/>
              <p:cNvSpPr/>
              <p:nvPr/>
            </p:nvSpPr>
            <p:spPr>
              <a:xfrm>
                <a:off x="3825250" y="2389175"/>
                <a:ext cx="10225" cy="21825"/>
              </a:xfrm>
              <a:custGeom>
                <a:avLst/>
                <a:gdLst/>
                <a:ahLst/>
                <a:cxnLst/>
                <a:rect l="l" t="t" r="r" b="b"/>
                <a:pathLst>
                  <a:path w="409" h="873" extrusionOk="0">
                    <a:moveTo>
                      <a:pt x="350" y="0"/>
                    </a:moveTo>
                    <a:lnTo>
                      <a:pt x="1" y="815"/>
                    </a:lnTo>
                    <a:lnTo>
                      <a:pt x="1" y="873"/>
                    </a:lnTo>
                    <a:lnTo>
                      <a:pt x="117" y="873"/>
                    </a:lnTo>
                    <a:lnTo>
                      <a:pt x="408" y="233"/>
                    </a:lnTo>
                    <a:lnTo>
                      <a:pt x="40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 name="Google Shape;1291;p40"/>
              <p:cNvSpPr/>
              <p:nvPr/>
            </p:nvSpPr>
            <p:spPr>
              <a:xfrm>
                <a:off x="3836900" y="2365900"/>
                <a:ext cx="10200" cy="20375"/>
              </a:xfrm>
              <a:custGeom>
                <a:avLst/>
                <a:gdLst/>
                <a:ahLst/>
                <a:cxnLst/>
                <a:rect l="l" t="t" r="r" b="b"/>
                <a:pathLst>
                  <a:path w="408" h="815" extrusionOk="0">
                    <a:moveTo>
                      <a:pt x="291" y="1"/>
                    </a:moveTo>
                    <a:lnTo>
                      <a:pt x="0" y="640"/>
                    </a:lnTo>
                    <a:lnTo>
                      <a:pt x="58" y="815"/>
                    </a:lnTo>
                    <a:lnTo>
                      <a:pt x="117" y="815"/>
                    </a:lnTo>
                    <a:lnTo>
                      <a:pt x="407" y="117"/>
                    </a:lnTo>
                    <a:lnTo>
                      <a:pt x="34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 name="Google Shape;1292;p40"/>
              <p:cNvSpPr/>
              <p:nvPr/>
            </p:nvSpPr>
            <p:spPr>
              <a:xfrm>
                <a:off x="3817975" y="2365900"/>
                <a:ext cx="25" cy="1475"/>
              </a:xfrm>
              <a:custGeom>
                <a:avLst/>
                <a:gdLst/>
                <a:ahLst/>
                <a:cxnLst/>
                <a:rect l="l" t="t" r="r" b="b"/>
                <a:pathLst>
                  <a:path w="1" h="59" extrusionOk="0">
                    <a:moveTo>
                      <a:pt x="1" y="1"/>
                    </a:moveTo>
                    <a:lnTo>
                      <a:pt x="1" y="1"/>
                    </a:lnTo>
                    <a:lnTo>
                      <a:pt x="1" y="59"/>
                    </a:lnTo>
                    <a:lnTo>
                      <a:pt x="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1293;p40"/>
              <p:cNvSpPr/>
              <p:nvPr/>
            </p:nvSpPr>
            <p:spPr>
              <a:xfrm>
                <a:off x="3838350" y="2389175"/>
                <a:ext cx="16025" cy="21825"/>
              </a:xfrm>
              <a:custGeom>
                <a:avLst/>
                <a:gdLst/>
                <a:ahLst/>
                <a:cxnLst/>
                <a:rect l="l" t="t" r="r" b="b"/>
                <a:pathLst>
                  <a:path w="641" h="873" extrusionOk="0">
                    <a:moveTo>
                      <a:pt x="0" y="0"/>
                    </a:moveTo>
                    <a:lnTo>
                      <a:pt x="0" y="233"/>
                    </a:lnTo>
                    <a:lnTo>
                      <a:pt x="524" y="873"/>
                    </a:lnTo>
                    <a:lnTo>
                      <a:pt x="640" y="873"/>
                    </a:lnTo>
                    <a:lnTo>
                      <a:pt x="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40"/>
              <p:cNvSpPr/>
              <p:nvPr/>
            </p:nvSpPr>
            <p:spPr>
              <a:xfrm>
                <a:off x="3820900" y="2365900"/>
                <a:ext cx="13100" cy="20375"/>
              </a:xfrm>
              <a:custGeom>
                <a:avLst/>
                <a:gdLst/>
                <a:ahLst/>
                <a:cxnLst/>
                <a:rect l="l" t="t" r="r" b="b"/>
                <a:pathLst>
                  <a:path w="524" h="815" extrusionOk="0">
                    <a:moveTo>
                      <a:pt x="0" y="1"/>
                    </a:moveTo>
                    <a:lnTo>
                      <a:pt x="0" y="233"/>
                    </a:lnTo>
                    <a:lnTo>
                      <a:pt x="466" y="815"/>
                    </a:lnTo>
                    <a:lnTo>
                      <a:pt x="524" y="815"/>
                    </a:lnTo>
                    <a:lnTo>
                      <a:pt x="524" y="699"/>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40"/>
              <p:cNvSpPr/>
              <p:nvPr/>
            </p:nvSpPr>
            <p:spPr>
              <a:xfrm>
                <a:off x="3793250" y="2306275"/>
                <a:ext cx="7300" cy="11650"/>
              </a:xfrm>
              <a:custGeom>
                <a:avLst/>
                <a:gdLst/>
                <a:ahLst/>
                <a:cxnLst/>
                <a:rect l="l" t="t" r="r" b="b"/>
                <a:pathLst>
                  <a:path w="292" h="466" extrusionOk="0">
                    <a:moveTo>
                      <a:pt x="1" y="0"/>
                    </a:moveTo>
                    <a:lnTo>
                      <a:pt x="1" y="233"/>
                    </a:lnTo>
                    <a:lnTo>
                      <a:pt x="234" y="466"/>
                    </a:lnTo>
                    <a:lnTo>
                      <a:pt x="292" y="466"/>
                    </a:lnTo>
                    <a:lnTo>
                      <a:pt x="292" y="408"/>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40"/>
              <p:cNvSpPr/>
              <p:nvPr/>
            </p:nvSpPr>
            <p:spPr>
              <a:xfrm>
                <a:off x="3778725" y="2251000"/>
                <a:ext cx="14550" cy="66925"/>
              </a:xfrm>
              <a:custGeom>
                <a:avLst/>
                <a:gdLst/>
                <a:ahLst/>
                <a:cxnLst/>
                <a:rect l="l" t="t" r="r" b="b"/>
                <a:pathLst>
                  <a:path w="582" h="2677" extrusionOk="0">
                    <a:moveTo>
                      <a:pt x="349" y="1"/>
                    </a:moveTo>
                    <a:lnTo>
                      <a:pt x="349" y="175"/>
                    </a:lnTo>
                    <a:lnTo>
                      <a:pt x="582" y="466"/>
                    </a:lnTo>
                    <a:lnTo>
                      <a:pt x="582" y="291"/>
                    </a:lnTo>
                    <a:lnTo>
                      <a:pt x="466" y="117"/>
                    </a:lnTo>
                    <a:lnTo>
                      <a:pt x="582" y="117"/>
                    </a:lnTo>
                    <a:lnTo>
                      <a:pt x="582" y="1"/>
                    </a:lnTo>
                    <a:close/>
                    <a:moveTo>
                      <a:pt x="582" y="466"/>
                    </a:moveTo>
                    <a:lnTo>
                      <a:pt x="291" y="699"/>
                    </a:lnTo>
                    <a:lnTo>
                      <a:pt x="233" y="990"/>
                    </a:lnTo>
                    <a:lnTo>
                      <a:pt x="233" y="1048"/>
                    </a:lnTo>
                    <a:lnTo>
                      <a:pt x="466" y="1339"/>
                    </a:lnTo>
                    <a:lnTo>
                      <a:pt x="175" y="1630"/>
                    </a:lnTo>
                    <a:lnTo>
                      <a:pt x="117" y="1804"/>
                    </a:lnTo>
                    <a:lnTo>
                      <a:pt x="407" y="2211"/>
                    </a:lnTo>
                    <a:lnTo>
                      <a:pt x="0" y="2619"/>
                    </a:lnTo>
                    <a:lnTo>
                      <a:pt x="0" y="2677"/>
                    </a:lnTo>
                    <a:lnTo>
                      <a:pt x="58" y="2677"/>
                    </a:lnTo>
                    <a:lnTo>
                      <a:pt x="466" y="2328"/>
                    </a:lnTo>
                    <a:lnTo>
                      <a:pt x="466" y="2095"/>
                    </a:lnTo>
                    <a:lnTo>
                      <a:pt x="291" y="1804"/>
                    </a:lnTo>
                    <a:lnTo>
                      <a:pt x="524" y="1804"/>
                    </a:lnTo>
                    <a:lnTo>
                      <a:pt x="524" y="1688"/>
                    </a:lnTo>
                    <a:lnTo>
                      <a:pt x="291" y="1688"/>
                    </a:lnTo>
                    <a:lnTo>
                      <a:pt x="524" y="1455"/>
                    </a:lnTo>
                    <a:lnTo>
                      <a:pt x="524" y="1164"/>
                    </a:lnTo>
                    <a:lnTo>
                      <a:pt x="349" y="990"/>
                    </a:lnTo>
                    <a:lnTo>
                      <a:pt x="524" y="990"/>
                    </a:lnTo>
                    <a:lnTo>
                      <a:pt x="582" y="815"/>
                    </a:lnTo>
                    <a:lnTo>
                      <a:pt x="349" y="815"/>
                    </a:lnTo>
                    <a:lnTo>
                      <a:pt x="582" y="582"/>
                    </a:lnTo>
                    <a:lnTo>
                      <a:pt x="582" y="466"/>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40"/>
              <p:cNvSpPr/>
              <p:nvPr/>
            </p:nvSpPr>
            <p:spPr>
              <a:xfrm>
                <a:off x="3793250" y="2251000"/>
                <a:ext cx="10225" cy="55300"/>
              </a:xfrm>
              <a:custGeom>
                <a:avLst/>
                <a:gdLst/>
                <a:ahLst/>
                <a:cxnLst/>
                <a:rect l="l" t="t" r="r" b="b"/>
                <a:pathLst>
                  <a:path w="409" h="2212" extrusionOk="0">
                    <a:moveTo>
                      <a:pt x="176" y="1"/>
                    </a:moveTo>
                    <a:lnTo>
                      <a:pt x="176" y="117"/>
                    </a:lnTo>
                    <a:lnTo>
                      <a:pt x="292" y="117"/>
                    </a:lnTo>
                    <a:lnTo>
                      <a:pt x="117" y="291"/>
                    </a:lnTo>
                    <a:lnTo>
                      <a:pt x="117" y="582"/>
                    </a:lnTo>
                    <a:lnTo>
                      <a:pt x="292" y="815"/>
                    </a:lnTo>
                    <a:lnTo>
                      <a:pt x="117" y="815"/>
                    </a:lnTo>
                    <a:lnTo>
                      <a:pt x="117" y="990"/>
                    </a:lnTo>
                    <a:lnTo>
                      <a:pt x="292" y="990"/>
                    </a:lnTo>
                    <a:lnTo>
                      <a:pt x="117" y="1164"/>
                    </a:lnTo>
                    <a:lnTo>
                      <a:pt x="94" y="1304"/>
                    </a:lnTo>
                    <a:lnTo>
                      <a:pt x="94" y="1304"/>
                    </a:lnTo>
                    <a:lnTo>
                      <a:pt x="350" y="1048"/>
                    </a:lnTo>
                    <a:lnTo>
                      <a:pt x="408" y="699"/>
                    </a:lnTo>
                    <a:lnTo>
                      <a:pt x="176" y="466"/>
                    </a:lnTo>
                    <a:lnTo>
                      <a:pt x="408" y="233"/>
                    </a:lnTo>
                    <a:lnTo>
                      <a:pt x="408" y="1"/>
                    </a:lnTo>
                    <a:close/>
                    <a:moveTo>
                      <a:pt x="94" y="1304"/>
                    </a:moveTo>
                    <a:lnTo>
                      <a:pt x="59" y="1339"/>
                    </a:lnTo>
                    <a:lnTo>
                      <a:pt x="85" y="1359"/>
                    </a:lnTo>
                    <a:lnTo>
                      <a:pt x="94" y="1304"/>
                    </a:lnTo>
                    <a:close/>
                    <a:moveTo>
                      <a:pt x="85" y="1359"/>
                    </a:moveTo>
                    <a:lnTo>
                      <a:pt x="59" y="1513"/>
                    </a:lnTo>
                    <a:lnTo>
                      <a:pt x="234" y="1688"/>
                    </a:lnTo>
                    <a:lnTo>
                      <a:pt x="59" y="1688"/>
                    </a:lnTo>
                    <a:lnTo>
                      <a:pt x="59" y="1804"/>
                    </a:lnTo>
                    <a:lnTo>
                      <a:pt x="292" y="1804"/>
                    </a:lnTo>
                    <a:lnTo>
                      <a:pt x="59" y="2037"/>
                    </a:lnTo>
                    <a:lnTo>
                      <a:pt x="1" y="2211"/>
                    </a:lnTo>
                    <a:lnTo>
                      <a:pt x="350" y="1979"/>
                    </a:lnTo>
                    <a:lnTo>
                      <a:pt x="350" y="1571"/>
                    </a:lnTo>
                    <a:lnTo>
                      <a:pt x="85" y="1359"/>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1298;p40"/>
              <p:cNvSpPr/>
              <p:nvPr/>
            </p:nvSpPr>
            <p:spPr>
              <a:xfrm>
                <a:off x="3816525" y="2307725"/>
                <a:ext cx="5850" cy="10200"/>
              </a:xfrm>
              <a:custGeom>
                <a:avLst/>
                <a:gdLst/>
                <a:ahLst/>
                <a:cxnLst/>
                <a:rect l="l" t="t" r="r" b="b"/>
                <a:pathLst>
                  <a:path w="234" h="408" extrusionOk="0">
                    <a:moveTo>
                      <a:pt x="234" y="0"/>
                    </a:moveTo>
                    <a:lnTo>
                      <a:pt x="1" y="291"/>
                    </a:lnTo>
                    <a:lnTo>
                      <a:pt x="1" y="408"/>
                    </a:lnTo>
                    <a:lnTo>
                      <a:pt x="234" y="175"/>
                    </a:lnTo>
                    <a:lnTo>
                      <a:pt x="2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1299;p40"/>
              <p:cNvSpPr/>
              <p:nvPr/>
            </p:nvSpPr>
            <p:spPr>
              <a:xfrm>
                <a:off x="3815075" y="2296100"/>
                <a:ext cx="7300" cy="10200"/>
              </a:xfrm>
              <a:custGeom>
                <a:avLst/>
                <a:gdLst/>
                <a:ahLst/>
                <a:cxnLst/>
                <a:rect l="l" t="t" r="r" b="b"/>
                <a:pathLst>
                  <a:path w="292" h="408" extrusionOk="0">
                    <a:moveTo>
                      <a:pt x="1" y="0"/>
                    </a:moveTo>
                    <a:lnTo>
                      <a:pt x="1" y="175"/>
                    </a:lnTo>
                    <a:lnTo>
                      <a:pt x="292" y="407"/>
                    </a:lnTo>
                    <a:lnTo>
                      <a:pt x="292" y="233"/>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1300;p40"/>
              <p:cNvSpPr/>
              <p:nvPr/>
            </p:nvSpPr>
            <p:spPr>
              <a:xfrm>
                <a:off x="3822350" y="2251000"/>
                <a:ext cx="16025" cy="66925"/>
              </a:xfrm>
              <a:custGeom>
                <a:avLst/>
                <a:gdLst/>
                <a:ahLst/>
                <a:cxnLst/>
                <a:rect l="l" t="t" r="r" b="b"/>
                <a:pathLst>
                  <a:path w="641" h="2677" extrusionOk="0">
                    <a:moveTo>
                      <a:pt x="1" y="1"/>
                    </a:moveTo>
                    <a:lnTo>
                      <a:pt x="1" y="117"/>
                    </a:lnTo>
                    <a:lnTo>
                      <a:pt x="175" y="117"/>
                    </a:lnTo>
                    <a:lnTo>
                      <a:pt x="1" y="291"/>
                    </a:lnTo>
                    <a:lnTo>
                      <a:pt x="59" y="641"/>
                    </a:lnTo>
                    <a:lnTo>
                      <a:pt x="233" y="815"/>
                    </a:lnTo>
                    <a:lnTo>
                      <a:pt x="59" y="815"/>
                    </a:lnTo>
                    <a:lnTo>
                      <a:pt x="59" y="990"/>
                    </a:lnTo>
                    <a:lnTo>
                      <a:pt x="233" y="990"/>
                    </a:lnTo>
                    <a:lnTo>
                      <a:pt x="59" y="1164"/>
                    </a:lnTo>
                    <a:lnTo>
                      <a:pt x="117" y="1455"/>
                    </a:lnTo>
                    <a:lnTo>
                      <a:pt x="291" y="1688"/>
                    </a:lnTo>
                    <a:lnTo>
                      <a:pt x="117" y="1688"/>
                    </a:lnTo>
                    <a:lnTo>
                      <a:pt x="117" y="1804"/>
                    </a:lnTo>
                    <a:lnTo>
                      <a:pt x="408" y="1804"/>
                    </a:lnTo>
                    <a:lnTo>
                      <a:pt x="117" y="2095"/>
                    </a:lnTo>
                    <a:lnTo>
                      <a:pt x="175" y="2328"/>
                    </a:lnTo>
                    <a:lnTo>
                      <a:pt x="582" y="2677"/>
                    </a:lnTo>
                    <a:lnTo>
                      <a:pt x="640" y="2677"/>
                    </a:lnTo>
                    <a:lnTo>
                      <a:pt x="640" y="2560"/>
                    </a:lnTo>
                    <a:lnTo>
                      <a:pt x="175" y="2211"/>
                    </a:lnTo>
                    <a:lnTo>
                      <a:pt x="524" y="1920"/>
                    </a:lnTo>
                    <a:lnTo>
                      <a:pt x="466" y="1688"/>
                    </a:lnTo>
                    <a:lnTo>
                      <a:pt x="117" y="1280"/>
                    </a:lnTo>
                    <a:lnTo>
                      <a:pt x="408" y="1048"/>
                    </a:lnTo>
                    <a:lnTo>
                      <a:pt x="350" y="990"/>
                    </a:lnTo>
                    <a:lnTo>
                      <a:pt x="350" y="757"/>
                    </a:lnTo>
                    <a:lnTo>
                      <a:pt x="59" y="466"/>
                    </a:lnTo>
                    <a:lnTo>
                      <a:pt x="291" y="175"/>
                    </a:lnTo>
                    <a:lnTo>
                      <a:pt x="29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1301;p40"/>
              <p:cNvSpPr/>
              <p:nvPr/>
            </p:nvSpPr>
            <p:spPr>
              <a:xfrm>
                <a:off x="3804900" y="2293175"/>
                <a:ext cx="7300" cy="2950"/>
              </a:xfrm>
              <a:custGeom>
                <a:avLst/>
                <a:gdLst/>
                <a:ahLst/>
                <a:cxnLst/>
                <a:rect l="l" t="t" r="r" b="b"/>
                <a:pathLst>
                  <a:path w="292" h="118" extrusionOk="0">
                    <a:moveTo>
                      <a:pt x="0" y="1"/>
                    </a:moveTo>
                    <a:lnTo>
                      <a:pt x="0" y="117"/>
                    </a:lnTo>
                    <a:lnTo>
                      <a:pt x="291" y="117"/>
                    </a:lnTo>
                    <a:lnTo>
                      <a:pt x="23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 name="Google Shape;1302;p40"/>
              <p:cNvSpPr/>
              <p:nvPr/>
            </p:nvSpPr>
            <p:spPr>
              <a:xfrm>
                <a:off x="3813625" y="2251000"/>
                <a:ext cx="8750" cy="45125"/>
              </a:xfrm>
              <a:custGeom>
                <a:avLst/>
                <a:gdLst/>
                <a:ahLst/>
                <a:cxnLst/>
                <a:rect l="l" t="t" r="r" b="b"/>
                <a:pathLst>
                  <a:path w="350" h="1805" extrusionOk="0">
                    <a:moveTo>
                      <a:pt x="0" y="1"/>
                    </a:moveTo>
                    <a:lnTo>
                      <a:pt x="0" y="233"/>
                    </a:lnTo>
                    <a:lnTo>
                      <a:pt x="233" y="466"/>
                    </a:lnTo>
                    <a:lnTo>
                      <a:pt x="233" y="291"/>
                    </a:lnTo>
                    <a:lnTo>
                      <a:pt x="59" y="117"/>
                    </a:lnTo>
                    <a:lnTo>
                      <a:pt x="233" y="117"/>
                    </a:lnTo>
                    <a:lnTo>
                      <a:pt x="233" y="1"/>
                    </a:lnTo>
                    <a:close/>
                    <a:moveTo>
                      <a:pt x="233" y="466"/>
                    </a:moveTo>
                    <a:lnTo>
                      <a:pt x="0" y="757"/>
                    </a:lnTo>
                    <a:lnTo>
                      <a:pt x="0" y="1048"/>
                    </a:lnTo>
                    <a:lnTo>
                      <a:pt x="291" y="1339"/>
                    </a:lnTo>
                    <a:lnTo>
                      <a:pt x="291" y="1106"/>
                    </a:lnTo>
                    <a:lnTo>
                      <a:pt x="117" y="990"/>
                    </a:lnTo>
                    <a:lnTo>
                      <a:pt x="291" y="990"/>
                    </a:lnTo>
                    <a:lnTo>
                      <a:pt x="291" y="815"/>
                    </a:lnTo>
                    <a:lnTo>
                      <a:pt x="117" y="815"/>
                    </a:lnTo>
                    <a:lnTo>
                      <a:pt x="233" y="641"/>
                    </a:lnTo>
                    <a:lnTo>
                      <a:pt x="233" y="466"/>
                    </a:lnTo>
                    <a:close/>
                    <a:moveTo>
                      <a:pt x="291" y="1339"/>
                    </a:moveTo>
                    <a:lnTo>
                      <a:pt x="59" y="1571"/>
                    </a:lnTo>
                    <a:lnTo>
                      <a:pt x="59" y="1804"/>
                    </a:lnTo>
                    <a:lnTo>
                      <a:pt x="350" y="1804"/>
                    </a:lnTo>
                    <a:lnTo>
                      <a:pt x="350" y="1688"/>
                    </a:lnTo>
                    <a:lnTo>
                      <a:pt x="117" y="1688"/>
                    </a:lnTo>
                    <a:lnTo>
                      <a:pt x="291" y="1455"/>
                    </a:lnTo>
                    <a:lnTo>
                      <a:pt x="291" y="1339"/>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 name="Google Shape;1303;p40"/>
              <p:cNvSpPr/>
              <p:nvPr/>
            </p:nvSpPr>
            <p:spPr>
              <a:xfrm>
                <a:off x="3788900" y="2019750"/>
                <a:ext cx="37850" cy="53850"/>
              </a:xfrm>
              <a:custGeom>
                <a:avLst/>
                <a:gdLst/>
                <a:ahLst/>
                <a:cxnLst/>
                <a:rect l="l" t="t" r="r" b="b"/>
                <a:pathLst>
                  <a:path w="1514" h="2154" extrusionOk="0">
                    <a:moveTo>
                      <a:pt x="699" y="1"/>
                    </a:moveTo>
                    <a:lnTo>
                      <a:pt x="699" y="59"/>
                    </a:lnTo>
                    <a:lnTo>
                      <a:pt x="699" y="1397"/>
                    </a:lnTo>
                    <a:lnTo>
                      <a:pt x="408" y="1455"/>
                    </a:lnTo>
                    <a:lnTo>
                      <a:pt x="233" y="1630"/>
                    </a:lnTo>
                    <a:lnTo>
                      <a:pt x="59" y="1862"/>
                    </a:lnTo>
                    <a:lnTo>
                      <a:pt x="0" y="2153"/>
                    </a:lnTo>
                    <a:lnTo>
                      <a:pt x="1513" y="2153"/>
                    </a:lnTo>
                    <a:lnTo>
                      <a:pt x="1455" y="1862"/>
                    </a:lnTo>
                    <a:lnTo>
                      <a:pt x="1339" y="1630"/>
                    </a:lnTo>
                    <a:lnTo>
                      <a:pt x="1106" y="1455"/>
                    </a:lnTo>
                    <a:lnTo>
                      <a:pt x="815" y="1397"/>
                    </a:lnTo>
                    <a:lnTo>
                      <a:pt x="815" y="59"/>
                    </a:lnTo>
                    <a:lnTo>
                      <a:pt x="81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304" name="Google Shape;1304;p40"/>
          <p:cNvGrpSpPr/>
          <p:nvPr/>
        </p:nvGrpSpPr>
        <p:grpSpPr>
          <a:xfrm>
            <a:off x="1949138" y="3350295"/>
            <a:ext cx="732052" cy="865908"/>
            <a:chOff x="113388" y="2827975"/>
            <a:chExt cx="322575" cy="381575"/>
          </a:xfrm>
        </p:grpSpPr>
        <p:sp>
          <p:nvSpPr>
            <p:cNvPr id="1305" name="Google Shape;1305;p40"/>
            <p:cNvSpPr/>
            <p:nvPr/>
          </p:nvSpPr>
          <p:spPr>
            <a:xfrm>
              <a:off x="113388" y="2827975"/>
              <a:ext cx="322575" cy="381575"/>
            </a:xfrm>
            <a:custGeom>
              <a:avLst/>
              <a:gdLst/>
              <a:ahLst/>
              <a:cxnLst/>
              <a:rect l="l" t="t" r="r" b="b"/>
              <a:pathLst>
                <a:path w="12903" h="15263" extrusionOk="0">
                  <a:moveTo>
                    <a:pt x="5210" y="0"/>
                  </a:moveTo>
                  <a:lnTo>
                    <a:pt x="4763" y="41"/>
                  </a:lnTo>
                  <a:lnTo>
                    <a:pt x="4234" y="163"/>
                  </a:lnTo>
                  <a:lnTo>
                    <a:pt x="3908" y="244"/>
                  </a:lnTo>
                  <a:lnTo>
                    <a:pt x="3664" y="366"/>
                  </a:lnTo>
                  <a:lnTo>
                    <a:pt x="3420" y="529"/>
                  </a:lnTo>
                  <a:lnTo>
                    <a:pt x="3175" y="733"/>
                  </a:lnTo>
                  <a:lnTo>
                    <a:pt x="2972" y="936"/>
                  </a:lnTo>
                  <a:lnTo>
                    <a:pt x="2809" y="1180"/>
                  </a:lnTo>
                  <a:lnTo>
                    <a:pt x="2687" y="1425"/>
                  </a:lnTo>
                  <a:lnTo>
                    <a:pt x="2606" y="1750"/>
                  </a:lnTo>
                  <a:lnTo>
                    <a:pt x="2483" y="2035"/>
                  </a:lnTo>
                  <a:lnTo>
                    <a:pt x="2443" y="2361"/>
                  </a:lnTo>
                  <a:lnTo>
                    <a:pt x="2321" y="3012"/>
                  </a:lnTo>
                  <a:lnTo>
                    <a:pt x="2321" y="3622"/>
                  </a:lnTo>
                  <a:lnTo>
                    <a:pt x="2321" y="4314"/>
                  </a:lnTo>
                  <a:lnTo>
                    <a:pt x="2361" y="4640"/>
                  </a:lnTo>
                  <a:lnTo>
                    <a:pt x="2443" y="4884"/>
                  </a:lnTo>
                  <a:lnTo>
                    <a:pt x="2402" y="4884"/>
                  </a:lnTo>
                  <a:lnTo>
                    <a:pt x="2321" y="4965"/>
                  </a:lnTo>
                  <a:lnTo>
                    <a:pt x="2280" y="5047"/>
                  </a:lnTo>
                  <a:lnTo>
                    <a:pt x="2199" y="5210"/>
                  </a:lnTo>
                  <a:lnTo>
                    <a:pt x="2158" y="5413"/>
                  </a:lnTo>
                  <a:lnTo>
                    <a:pt x="2199" y="5698"/>
                  </a:lnTo>
                  <a:lnTo>
                    <a:pt x="2239" y="5942"/>
                  </a:lnTo>
                  <a:lnTo>
                    <a:pt x="2402" y="6186"/>
                  </a:lnTo>
                  <a:lnTo>
                    <a:pt x="2606" y="6430"/>
                  </a:lnTo>
                  <a:lnTo>
                    <a:pt x="2728" y="6512"/>
                  </a:lnTo>
                  <a:lnTo>
                    <a:pt x="2809" y="6553"/>
                  </a:lnTo>
                  <a:lnTo>
                    <a:pt x="2809" y="6634"/>
                  </a:lnTo>
                  <a:lnTo>
                    <a:pt x="2972" y="7000"/>
                  </a:lnTo>
                  <a:lnTo>
                    <a:pt x="3094" y="7326"/>
                  </a:lnTo>
                  <a:lnTo>
                    <a:pt x="3216" y="7611"/>
                  </a:lnTo>
                  <a:lnTo>
                    <a:pt x="3379" y="7896"/>
                  </a:lnTo>
                  <a:lnTo>
                    <a:pt x="3582" y="8058"/>
                  </a:lnTo>
                  <a:lnTo>
                    <a:pt x="3827" y="8221"/>
                  </a:lnTo>
                  <a:lnTo>
                    <a:pt x="4071" y="8384"/>
                  </a:lnTo>
                  <a:lnTo>
                    <a:pt x="4315" y="8465"/>
                  </a:lnTo>
                  <a:lnTo>
                    <a:pt x="4437" y="8588"/>
                  </a:lnTo>
                  <a:lnTo>
                    <a:pt x="4722" y="8832"/>
                  </a:lnTo>
                  <a:lnTo>
                    <a:pt x="4925" y="8913"/>
                  </a:lnTo>
                  <a:lnTo>
                    <a:pt x="5048" y="8995"/>
                  </a:lnTo>
                  <a:lnTo>
                    <a:pt x="5048" y="9402"/>
                  </a:lnTo>
                  <a:lnTo>
                    <a:pt x="5048" y="9768"/>
                  </a:lnTo>
                  <a:lnTo>
                    <a:pt x="4803" y="10093"/>
                  </a:lnTo>
                  <a:lnTo>
                    <a:pt x="937" y="11559"/>
                  </a:lnTo>
                  <a:lnTo>
                    <a:pt x="733" y="11599"/>
                  </a:lnTo>
                  <a:lnTo>
                    <a:pt x="571" y="11681"/>
                  </a:lnTo>
                  <a:lnTo>
                    <a:pt x="408" y="11843"/>
                  </a:lnTo>
                  <a:lnTo>
                    <a:pt x="286" y="12006"/>
                  </a:lnTo>
                  <a:lnTo>
                    <a:pt x="164" y="12169"/>
                  </a:lnTo>
                  <a:lnTo>
                    <a:pt x="82" y="12332"/>
                  </a:lnTo>
                  <a:lnTo>
                    <a:pt x="1" y="12495"/>
                  </a:lnTo>
                  <a:lnTo>
                    <a:pt x="1" y="12739"/>
                  </a:lnTo>
                  <a:lnTo>
                    <a:pt x="1" y="15262"/>
                  </a:lnTo>
                  <a:lnTo>
                    <a:pt x="12902" y="15262"/>
                  </a:lnTo>
                  <a:lnTo>
                    <a:pt x="12902" y="12739"/>
                  </a:lnTo>
                  <a:lnTo>
                    <a:pt x="12862" y="12495"/>
                  </a:lnTo>
                  <a:lnTo>
                    <a:pt x="12780" y="12332"/>
                  </a:lnTo>
                  <a:lnTo>
                    <a:pt x="12740" y="12169"/>
                  </a:lnTo>
                  <a:lnTo>
                    <a:pt x="12618" y="12006"/>
                  </a:lnTo>
                  <a:lnTo>
                    <a:pt x="12455" y="11843"/>
                  </a:lnTo>
                  <a:lnTo>
                    <a:pt x="12333" y="11681"/>
                  </a:lnTo>
                  <a:lnTo>
                    <a:pt x="12129" y="11599"/>
                  </a:lnTo>
                  <a:lnTo>
                    <a:pt x="11966" y="11559"/>
                  </a:lnTo>
                  <a:lnTo>
                    <a:pt x="8059" y="10093"/>
                  </a:lnTo>
                  <a:lnTo>
                    <a:pt x="7815" y="9768"/>
                  </a:lnTo>
                  <a:lnTo>
                    <a:pt x="7815" y="9402"/>
                  </a:lnTo>
                  <a:lnTo>
                    <a:pt x="7815" y="8995"/>
                  </a:lnTo>
                  <a:lnTo>
                    <a:pt x="7937" y="8913"/>
                  </a:lnTo>
                  <a:lnTo>
                    <a:pt x="8141" y="8832"/>
                  </a:lnTo>
                  <a:lnTo>
                    <a:pt x="8466" y="8588"/>
                  </a:lnTo>
                  <a:lnTo>
                    <a:pt x="8588" y="8465"/>
                  </a:lnTo>
                  <a:lnTo>
                    <a:pt x="8833" y="8384"/>
                  </a:lnTo>
                  <a:lnTo>
                    <a:pt x="9036" y="8221"/>
                  </a:lnTo>
                  <a:lnTo>
                    <a:pt x="9280" y="8058"/>
                  </a:lnTo>
                  <a:lnTo>
                    <a:pt x="9484" y="7896"/>
                  </a:lnTo>
                  <a:lnTo>
                    <a:pt x="9647" y="7611"/>
                  </a:lnTo>
                  <a:lnTo>
                    <a:pt x="9809" y="7326"/>
                  </a:lnTo>
                  <a:lnTo>
                    <a:pt x="9931" y="7000"/>
                  </a:lnTo>
                  <a:lnTo>
                    <a:pt x="10054" y="6634"/>
                  </a:lnTo>
                  <a:lnTo>
                    <a:pt x="10054" y="6553"/>
                  </a:lnTo>
                  <a:lnTo>
                    <a:pt x="10135" y="6512"/>
                  </a:lnTo>
                  <a:lnTo>
                    <a:pt x="10257" y="6430"/>
                  </a:lnTo>
                  <a:lnTo>
                    <a:pt x="10501" y="6186"/>
                  </a:lnTo>
                  <a:lnTo>
                    <a:pt x="10623" y="5942"/>
                  </a:lnTo>
                  <a:lnTo>
                    <a:pt x="10705" y="5698"/>
                  </a:lnTo>
                  <a:lnTo>
                    <a:pt x="10705" y="5413"/>
                  </a:lnTo>
                  <a:lnTo>
                    <a:pt x="10705" y="5210"/>
                  </a:lnTo>
                  <a:lnTo>
                    <a:pt x="10623" y="5047"/>
                  </a:lnTo>
                  <a:lnTo>
                    <a:pt x="10542" y="4965"/>
                  </a:lnTo>
                  <a:lnTo>
                    <a:pt x="10501" y="4884"/>
                  </a:lnTo>
                  <a:lnTo>
                    <a:pt x="10461" y="4884"/>
                  </a:lnTo>
                  <a:lnTo>
                    <a:pt x="10501" y="4640"/>
                  </a:lnTo>
                  <a:lnTo>
                    <a:pt x="10542" y="4314"/>
                  </a:lnTo>
                  <a:lnTo>
                    <a:pt x="10542" y="3622"/>
                  </a:lnTo>
                  <a:lnTo>
                    <a:pt x="10542" y="3012"/>
                  </a:lnTo>
                  <a:lnTo>
                    <a:pt x="10461" y="2361"/>
                  </a:lnTo>
                  <a:lnTo>
                    <a:pt x="10420" y="2035"/>
                  </a:lnTo>
                  <a:lnTo>
                    <a:pt x="10298" y="1750"/>
                  </a:lnTo>
                  <a:lnTo>
                    <a:pt x="10176" y="1425"/>
                  </a:lnTo>
                  <a:lnTo>
                    <a:pt x="10054" y="1180"/>
                  </a:lnTo>
                  <a:lnTo>
                    <a:pt x="9891" y="936"/>
                  </a:lnTo>
                  <a:lnTo>
                    <a:pt x="9687" y="733"/>
                  </a:lnTo>
                  <a:lnTo>
                    <a:pt x="9484" y="529"/>
                  </a:lnTo>
                  <a:lnTo>
                    <a:pt x="9240" y="366"/>
                  </a:lnTo>
                  <a:lnTo>
                    <a:pt x="8955" y="244"/>
                  </a:lnTo>
                  <a:lnTo>
                    <a:pt x="8670" y="163"/>
                  </a:lnTo>
                  <a:lnTo>
                    <a:pt x="8100" y="41"/>
                  </a:lnTo>
                  <a:lnTo>
                    <a:pt x="7693" y="0"/>
                  </a:lnTo>
                  <a:lnTo>
                    <a:pt x="7286" y="41"/>
                  </a:lnTo>
                  <a:lnTo>
                    <a:pt x="6960" y="81"/>
                  </a:lnTo>
                  <a:lnTo>
                    <a:pt x="6757" y="163"/>
                  </a:lnTo>
                  <a:lnTo>
                    <a:pt x="6594" y="244"/>
                  </a:lnTo>
                  <a:lnTo>
                    <a:pt x="6431" y="326"/>
                  </a:lnTo>
                  <a:lnTo>
                    <a:pt x="6309" y="244"/>
                  </a:lnTo>
                  <a:lnTo>
                    <a:pt x="6146" y="163"/>
                  </a:lnTo>
                  <a:lnTo>
                    <a:pt x="5902" y="81"/>
                  </a:lnTo>
                  <a:lnTo>
                    <a:pt x="5617" y="41"/>
                  </a:lnTo>
                  <a:lnTo>
                    <a:pt x="5210" y="0"/>
                  </a:lnTo>
                  <a:close/>
                </a:path>
              </a:pathLst>
            </a:custGeom>
            <a:solidFill>
              <a:schemeClr val="accent4"/>
            </a:solidFill>
            <a:ln w="76200" cap="flat" cmpd="sng">
              <a:solidFill>
                <a:schemeClr val="accent4"/>
              </a:solidFill>
              <a:prstDash val="solid"/>
              <a:round/>
              <a:headEnd type="none" w="sm" len="sm"/>
              <a:tailEnd type="none" w="sm" len="sm"/>
            </a:ln>
            <a:effectLst>
              <a:outerShdw blurRad="57150" algn="bl" rotWithShape="0">
                <a:schemeClr val="dk1">
                  <a:alpha val="2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06" name="Google Shape;1306;p40"/>
            <p:cNvGrpSpPr/>
            <p:nvPr/>
          </p:nvGrpSpPr>
          <p:grpSpPr>
            <a:xfrm>
              <a:off x="113400" y="2827975"/>
              <a:ext cx="322550" cy="381575"/>
              <a:chOff x="2237475" y="3088450"/>
              <a:chExt cx="322550" cy="381575"/>
            </a:xfrm>
          </p:grpSpPr>
          <p:sp>
            <p:nvSpPr>
              <p:cNvPr id="1307" name="Google Shape;1307;p40"/>
              <p:cNvSpPr/>
              <p:nvPr/>
            </p:nvSpPr>
            <p:spPr>
              <a:xfrm>
                <a:off x="2237475" y="3302100"/>
                <a:ext cx="322550" cy="167925"/>
              </a:xfrm>
              <a:custGeom>
                <a:avLst/>
                <a:gdLst/>
                <a:ahLst/>
                <a:cxnLst/>
                <a:rect l="l" t="t" r="r" b="b"/>
                <a:pathLst>
                  <a:path w="12902" h="6717" extrusionOk="0">
                    <a:moveTo>
                      <a:pt x="5088" y="1"/>
                    </a:moveTo>
                    <a:lnTo>
                      <a:pt x="5088" y="1425"/>
                    </a:lnTo>
                    <a:lnTo>
                      <a:pt x="936" y="3013"/>
                    </a:lnTo>
                    <a:lnTo>
                      <a:pt x="733" y="3053"/>
                    </a:lnTo>
                    <a:lnTo>
                      <a:pt x="570" y="3175"/>
                    </a:lnTo>
                    <a:lnTo>
                      <a:pt x="407" y="3298"/>
                    </a:lnTo>
                    <a:lnTo>
                      <a:pt x="285" y="3460"/>
                    </a:lnTo>
                    <a:lnTo>
                      <a:pt x="163" y="3623"/>
                    </a:lnTo>
                    <a:lnTo>
                      <a:pt x="82" y="3786"/>
                    </a:lnTo>
                    <a:lnTo>
                      <a:pt x="0" y="3949"/>
                    </a:lnTo>
                    <a:lnTo>
                      <a:pt x="0" y="4193"/>
                    </a:lnTo>
                    <a:lnTo>
                      <a:pt x="0" y="6716"/>
                    </a:lnTo>
                    <a:lnTo>
                      <a:pt x="12902" y="6716"/>
                    </a:lnTo>
                    <a:lnTo>
                      <a:pt x="12902" y="4193"/>
                    </a:lnTo>
                    <a:lnTo>
                      <a:pt x="12861" y="3949"/>
                    </a:lnTo>
                    <a:lnTo>
                      <a:pt x="12820" y="3786"/>
                    </a:lnTo>
                    <a:lnTo>
                      <a:pt x="12739" y="3623"/>
                    </a:lnTo>
                    <a:lnTo>
                      <a:pt x="12658" y="3460"/>
                    </a:lnTo>
                    <a:lnTo>
                      <a:pt x="12495" y="3298"/>
                    </a:lnTo>
                    <a:lnTo>
                      <a:pt x="12332" y="3175"/>
                    </a:lnTo>
                    <a:lnTo>
                      <a:pt x="12169" y="3053"/>
                    </a:lnTo>
                    <a:lnTo>
                      <a:pt x="11966" y="3013"/>
                    </a:lnTo>
                    <a:lnTo>
                      <a:pt x="7814" y="1425"/>
                    </a:lnTo>
                    <a:lnTo>
                      <a:pt x="7814" y="1"/>
                    </a:lnTo>
                    <a:close/>
                  </a:path>
                </a:pathLst>
              </a:custGeom>
              <a:solidFill>
                <a:srgbClr val="FFD5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40"/>
              <p:cNvSpPr/>
              <p:nvPr/>
            </p:nvSpPr>
            <p:spPr>
              <a:xfrm>
                <a:off x="2364650" y="3302100"/>
                <a:ext cx="68200" cy="30550"/>
              </a:xfrm>
              <a:custGeom>
                <a:avLst/>
                <a:gdLst/>
                <a:ahLst/>
                <a:cxnLst/>
                <a:rect l="l" t="t" r="r" b="b"/>
                <a:pathLst>
                  <a:path w="2728" h="1222" extrusionOk="0">
                    <a:moveTo>
                      <a:pt x="1" y="1"/>
                    </a:moveTo>
                    <a:lnTo>
                      <a:pt x="1" y="856"/>
                    </a:lnTo>
                    <a:lnTo>
                      <a:pt x="326" y="1018"/>
                    </a:lnTo>
                    <a:lnTo>
                      <a:pt x="652" y="1100"/>
                    </a:lnTo>
                    <a:lnTo>
                      <a:pt x="1018" y="1181"/>
                    </a:lnTo>
                    <a:lnTo>
                      <a:pt x="1384" y="1222"/>
                    </a:lnTo>
                    <a:lnTo>
                      <a:pt x="1710" y="1181"/>
                    </a:lnTo>
                    <a:lnTo>
                      <a:pt x="2036" y="1100"/>
                    </a:lnTo>
                    <a:lnTo>
                      <a:pt x="2402" y="1018"/>
                    </a:lnTo>
                    <a:lnTo>
                      <a:pt x="2727" y="856"/>
                    </a:lnTo>
                    <a:lnTo>
                      <a:pt x="2727" y="1"/>
                    </a:lnTo>
                    <a:close/>
                  </a:path>
                </a:pathLst>
              </a:custGeom>
              <a:solidFill>
                <a:srgbClr val="000000">
                  <a:alpha val="95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40"/>
              <p:cNvSpPr/>
              <p:nvPr/>
            </p:nvSpPr>
            <p:spPr>
              <a:xfrm>
                <a:off x="2399250" y="3113875"/>
                <a:ext cx="95675" cy="197425"/>
              </a:xfrm>
              <a:custGeom>
                <a:avLst/>
                <a:gdLst/>
                <a:ahLst/>
                <a:cxnLst/>
                <a:rect l="l" t="t" r="r" b="b"/>
                <a:pathLst>
                  <a:path w="3827" h="7897" extrusionOk="0">
                    <a:moveTo>
                      <a:pt x="0" y="1"/>
                    </a:moveTo>
                    <a:lnTo>
                      <a:pt x="0" y="7896"/>
                    </a:lnTo>
                    <a:lnTo>
                      <a:pt x="245" y="7896"/>
                    </a:lnTo>
                    <a:lnTo>
                      <a:pt x="529" y="7856"/>
                    </a:lnTo>
                    <a:lnTo>
                      <a:pt x="936" y="7856"/>
                    </a:lnTo>
                    <a:lnTo>
                      <a:pt x="1343" y="7733"/>
                    </a:lnTo>
                    <a:lnTo>
                      <a:pt x="1832" y="7571"/>
                    </a:lnTo>
                    <a:lnTo>
                      <a:pt x="2361" y="7367"/>
                    </a:lnTo>
                    <a:lnTo>
                      <a:pt x="2564" y="7204"/>
                    </a:lnTo>
                    <a:lnTo>
                      <a:pt x="2849" y="7042"/>
                    </a:lnTo>
                    <a:lnTo>
                      <a:pt x="3012" y="6879"/>
                    </a:lnTo>
                    <a:lnTo>
                      <a:pt x="3175" y="6594"/>
                    </a:lnTo>
                    <a:lnTo>
                      <a:pt x="3338" y="6309"/>
                    </a:lnTo>
                    <a:lnTo>
                      <a:pt x="3501" y="5983"/>
                    </a:lnTo>
                    <a:lnTo>
                      <a:pt x="3582" y="5617"/>
                    </a:lnTo>
                    <a:lnTo>
                      <a:pt x="3663" y="5210"/>
                    </a:lnTo>
                    <a:lnTo>
                      <a:pt x="3785" y="4396"/>
                    </a:lnTo>
                    <a:lnTo>
                      <a:pt x="3826" y="3541"/>
                    </a:lnTo>
                    <a:lnTo>
                      <a:pt x="3826" y="2809"/>
                    </a:lnTo>
                    <a:lnTo>
                      <a:pt x="3785" y="2158"/>
                    </a:lnTo>
                    <a:lnTo>
                      <a:pt x="3704" y="1954"/>
                    </a:lnTo>
                    <a:lnTo>
                      <a:pt x="3663" y="1791"/>
                    </a:lnTo>
                    <a:lnTo>
                      <a:pt x="3541" y="1669"/>
                    </a:lnTo>
                    <a:lnTo>
                      <a:pt x="3378" y="1507"/>
                    </a:lnTo>
                    <a:lnTo>
                      <a:pt x="3175" y="1384"/>
                    </a:lnTo>
                    <a:lnTo>
                      <a:pt x="2931" y="1222"/>
                    </a:lnTo>
                    <a:lnTo>
                      <a:pt x="2320" y="896"/>
                    </a:lnTo>
                    <a:lnTo>
                      <a:pt x="1669" y="611"/>
                    </a:lnTo>
                    <a:lnTo>
                      <a:pt x="489" y="163"/>
                    </a:lnTo>
                    <a:lnTo>
                      <a:pt x="0" y="1"/>
                    </a:lnTo>
                    <a:close/>
                  </a:path>
                </a:pathLst>
              </a:custGeom>
              <a:solidFill>
                <a:srgbClr val="F2A7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1310;p40"/>
              <p:cNvSpPr/>
              <p:nvPr/>
            </p:nvSpPr>
            <p:spPr>
              <a:xfrm>
                <a:off x="2302575" y="3113875"/>
                <a:ext cx="96700" cy="197425"/>
              </a:xfrm>
              <a:custGeom>
                <a:avLst/>
                <a:gdLst/>
                <a:ahLst/>
                <a:cxnLst/>
                <a:rect l="l" t="t" r="r" b="b"/>
                <a:pathLst>
                  <a:path w="3868" h="7897" extrusionOk="0">
                    <a:moveTo>
                      <a:pt x="3867" y="1"/>
                    </a:moveTo>
                    <a:lnTo>
                      <a:pt x="3338" y="163"/>
                    </a:lnTo>
                    <a:lnTo>
                      <a:pt x="2158" y="611"/>
                    </a:lnTo>
                    <a:lnTo>
                      <a:pt x="1507" y="896"/>
                    </a:lnTo>
                    <a:lnTo>
                      <a:pt x="896" y="1222"/>
                    </a:lnTo>
                    <a:lnTo>
                      <a:pt x="652" y="1384"/>
                    </a:lnTo>
                    <a:lnTo>
                      <a:pt x="408" y="1507"/>
                    </a:lnTo>
                    <a:lnTo>
                      <a:pt x="245" y="1669"/>
                    </a:lnTo>
                    <a:lnTo>
                      <a:pt x="164" y="1791"/>
                    </a:lnTo>
                    <a:lnTo>
                      <a:pt x="82" y="1954"/>
                    </a:lnTo>
                    <a:lnTo>
                      <a:pt x="82" y="2158"/>
                    </a:lnTo>
                    <a:lnTo>
                      <a:pt x="1" y="2809"/>
                    </a:lnTo>
                    <a:lnTo>
                      <a:pt x="1" y="3541"/>
                    </a:lnTo>
                    <a:lnTo>
                      <a:pt x="42" y="4396"/>
                    </a:lnTo>
                    <a:lnTo>
                      <a:pt x="164" y="5210"/>
                    </a:lnTo>
                    <a:lnTo>
                      <a:pt x="245" y="5617"/>
                    </a:lnTo>
                    <a:lnTo>
                      <a:pt x="367" y="5983"/>
                    </a:lnTo>
                    <a:lnTo>
                      <a:pt x="489" y="6309"/>
                    </a:lnTo>
                    <a:lnTo>
                      <a:pt x="611" y="6594"/>
                    </a:lnTo>
                    <a:lnTo>
                      <a:pt x="774" y="6879"/>
                    </a:lnTo>
                    <a:lnTo>
                      <a:pt x="978" y="7042"/>
                    </a:lnTo>
                    <a:lnTo>
                      <a:pt x="1222" y="7204"/>
                    </a:lnTo>
                    <a:lnTo>
                      <a:pt x="1507" y="7367"/>
                    </a:lnTo>
                    <a:lnTo>
                      <a:pt x="1995" y="7571"/>
                    </a:lnTo>
                    <a:lnTo>
                      <a:pt x="2484" y="7733"/>
                    </a:lnTo>
                    <a:lnTo>
                      <a:pt x="2931" y="7856"/>
                    </a:lnTo>
                    <a:lnTo>
                      <a:pt x="3298" y="7856"/>
                    </a:lnTo>
                    <a:lnTo>
                      <a:pt x="3582" y="7896"/>
                    </a:lnTo>
                    <a:lnTo>
                      <a:pt x="3867" y="7896"/>
                    </a:lnTo>
                    <a:lnTo>
                      <a:pt x="3867" y="1"/>
                    </a:lnTo>
                    <a:close/>
                  </a:path>
                </a:pathLst>
              </a:custGeom>
              <a:solidFill>
                <a:srgbClr val="F2A7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1311;p40"/>
              <p:cNvSpPr/>
              <p:nvPr/>
            </p:nvSpPr>
            <p:spPr>
              <a:xfrm>
                <a:off x="2320900" y="3139325"/>
                <a:ext cx="155700" cy="183150"/>
              </a:xfrm>
              <a:custGeom>
                <a:avLst/>
                <a:gdLst/>
                <a:ahLst/>
                <a:cxnLst/>
                <a:rect l="l" t="t" r="r" b="b"/>
                <a:pathLst>
                  <a:path w="6228" h="7326" extrusionOk="0">
                    <a:moveTo>
                      <a:pt x="1751" y="0"/>
                    </a:moveTo>
                    <a:lnTo>
                      <a:pt x="1384" y="41"/>
                    </a:lnTo>
                    <a:lnTo>
                      <a:pt x="1059" y="122"/>
                    </a:lnTo>
                    <a:lnTo>
                      <a:pt x="774" y="285"/>
                    </a:lnTo>
                    <a:lnTo>
                      <a:pt x="489" y="489"/>
                    </a:lnTo>
                    <a:lnTo>
                      <a:pt x="285" y="733"/>
                    </a:lnTo>
                    <a:lnTo>
                      <a:pt x="163" y="1018"/>
                    </a:lnTo>
                    <a:lnTo>
                      <a:pt x="1" y="1384"/>
                    </a:lnTo>
                    <a:lnTo>
                      <a:pt x="1" y="1709"/>
                    </a:lnTo>
                    <a:lnTo>
                      <a:pt x="1" y="4274"/>
                    </a:lnTo>
                    <a:lnTo>
                      <a:pt x="1" y="4640"/>
                    </a:lnTo>
                    <a:lnTo>
                      <a:pt x="82" y="5006"/>
                    </a:lnTo>
                    <a:lnTo>
                      <a:pt x="204" y="5372"/>
                    </a:lnTo>
                    <a:lnTo>
                      <a:pt x="367" y="5739"/>
                    </a:lnTo>
                    <a:lnTo>
                      <a:pt x="570" y="6024"/>
                    </a:lnTo>
                    <a:lnTo>
                      <a:pt x="815" y="6308"/>
                    </a:lnTo>
                    <a:lnTo>
                      <a:pt x="1099" y="6553"/>
                    </a:lnTo>
                    <a:lnTo>
                      <a:pt x="1425" y="6797"/>
                    </a:lnTo>
                    <a:lnTo>
                      <a:pt x="1588" y="6878"/>
                    </a:lnTo>
                    <a:lnTo>
                      <a:pt x="1954" y="7082"/>
                    </a:lnTo>
                    <a:lnTo>
                      <a:pt x="2361" y="7204"/>
                    </a:lnTo>
                    <a:lnTo>
                      <a:pt x="2727" y="7285"/>
                    </a:lnTo>
                    <a:lnTo>
                      <a:pt x="3134" y="7326"/>
                    </a:lnTo>
                    <a:lnTo>
                      <a:pt x="3501" y="7285"/>
                    </a:lnTo>
                    <a:lnTo>
                      <a:pt x="3908" y="7204"/>
                    </a:lnTo>
                    <a:lnTo>
                      <a:pt x="4274" y="7082"/>
                    </a:lnTo>
                    <a:lnTo>
                      <a:pt x="4600" y="6878"/>
                    </a:lnTo>
                    <a:lnTo>
                      <a:pt x="4803" y="6797"/>
                    </a:lnTo>
                    <a:lnTo>
                      <a:pt x="5129" y="6553"/>
                    </a:lnTo>
                    <a:lnTo>
                      <a:pt x="5373" y="6308"/>
                    </a:lnTo>
                    <a:lnTo>
                      <a:pt x="5658" y="6024"/>
                    </a:lnTo>
                    <a:lnTo>
                      <a:pt x="5821" y="5739"/>
                    </a:lnTo>
                    <a:lnTo>
                      <a:pt x="5983" y="5372"/>
                    </a:lnTo>
                    <a:lnTo>
                      <a:pt x="6146" y="5006"/>
                    </a:lnTo>
                    <a:lnTo>
                      <a:pt x="6187" y="4640"/>
                    </a:lnTo>
                    <a:lnTo>
                      <a:pt x="6228" y="4274"/>
                    </a:lnTo>
                    <a:lnTo>
                      <a:pt x="6228" y="1709"/>
                    </a:lnTo>
                    <a:lnTo>
                      <a:pt x="6187" y="1384"/>
                    </a:lnTo>
                    <a:lnTo>
                      <a:pt x="6105" y="1018"/>
                    </a:lnTo>
                    <a:lnTo>
                      <a:pt x="5943" y="733"/>
                    </a:lnTo>
                    <a:lnTo>
                      <a:pt x="5698" y="489"/>
                    </a:lnTo>
                    <a:lnTo>
                      <a:pt x="5454" y="285"/>
                    </a:lnTo>
                    <a:lnTo>
                      <a:pt x="5169" y="122"/>
                    </a:lnTo>
                    <a:lnTo>
                      <a:pt x="4844" y="41"/>
                    </a:lnTo>
                    <a:lnTo>
                      <a:pt x="4477" y="0"/>
                    </a:lnTo>
                    <a:close/>
                  </a:path>
                </a:pathLst>
              </a:custGeom>
              <a:solidFill>
                <a:srgbClr val="FFD5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40"/>
              <p:cNvSpPr/>
              <p:nvPr/>
            </p:nvSpPr>
            <p:spPr>
              <a:xfrm>
                <a:off x="2484725" y="3210550"/>
                <a:ext cx="21375" cy="43775"/>
              </a:xfrm>
              <a:custGeom>
                <a:avLst/>
                <a:gdLst/>
                <a:ahLst/>
                <a:cxnLst/>
                <a:rect l="l" t="t" r="r" b="b"/>
                <a:pathLst>
                  <a:path w="855" h="1751" extrusionOk="0">
                    <a:moveTo>
                      <a:pt x="366" y="0"/>
                    </a:moveTo>
                    <a:lnTo>
                      <a:pt x="244" y="41"/>
                    </a:lnTo>
                    <a:lnTo>
                      <a:pt x="204" y="81"/>
                    </a:lnTo>
                    <a:lnTo>
                      <a:pt x="82" y="204"/>
                    </a:lnTo>
                    <a:lnTo>
                      <a:pt x="0" y="326"/>
                    </a:lnTo>
                    <a:lnTo>
                      <a:pt x="0" y="366"/>
                    </a:lnTo>
                    <a:lnTo>
                      <a:pt x="0" y="1628"/>
                    </a:lnTo>
                    <a:lnTo>
                      <a:pt x="0" y="1669"/>
                    </a:lnTo>
                    <a:lnTo>
                      <a:pt x="41" y="1709"/>
                    </a:lnTo>
                    <a:lnTo>
                      <a:pt x="82" y="1750"/>
                    </a:lnTo>
                    <a:lnTo>
                      <a:pt x="122" y="1709"/>
                    </a:lnTo>
                    <a:lnTo>
                      <a:pt x="244" y="1628"/>
                    </a:lnTo>
                    <a:lnTo>
                      <a:pt x="407" y="1547"/>
                    </a:lnTo>
                    <a:lnTo>
                      <a:pt x="611" y="1302"/>
                    </a:lnTo>
                    <a:lnTo>
                      <a:pt x="733" y="1058"/>
                    </a:lnTo>
                    <a:lnTo>
                      <a:pt x="855" y="814"/>
                    </a:lnTo>
                    <a:lnTo>
                      <a:pt x="855" y="529"/>
                    </a:lnTo>
                    <a:lnTo>
                      <a:pt x="855" y="326"/>
                    </a:lnTo>
                    <a:lnTo>
                      <a:pt x="733" y="163"/>
                    </a:lnTo>
                    <a:lnTo>
                      <a:pt x="692" y="81"/>
                    </a:lnTo>
                    <a:lnTo>
                      <a:pt x="611" y="41"/>
                    </a:lnTo>
                    <a:lnTo>
                      <a:pt x="489" y="0"/>
                    </a:lnTo>
                    <a:close/>
                  </a:path>
                </a:pathLst>
              </a:custGeom>
              <a:solidFill>
                <a:srgbClr val="FFD5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40"/>
              <p:cNvSpPr/>
              <p:nvPr/>
            </p:nvSpPr>
            <p:spPr>
              <a:xfrm>
                <a:off x="2291400" y="3210550"/>
                <a:ext cx="21375" cy="43775"/>
              </a:xfrm>
              <a:custGeom>
                <a:avLst/>
                <a:gdLst/>
                <a:ahLst/>
                <a:cxnLst/>
                <a:rect l="l" t="t" r="r" b="b"/>
                <a:pathLst>
                  <a:path w="855" h="1751" extrusionOk="0">
                    <a:moveTo>
                      <a:pt x="367" y="0"/>
                    </a:moveTo>
                    <a:lnTo>
                      <a:pt x="244" y="41"/>
                    </a:lnTo>
                    <a:lnTo>
                      <a:pt x="163" y="81"/>
                    </a:lnTo>
                    <a:lnTo>
                      <a:pt x="122" y="163"/>
                    </a:lnTo>
                    <a:lnTo>
                      <a:pt x="41" y="326"/>
                    </a:lnTo>
                    <a:lnTo>
                      <a:pt x="0" y="529"/>
                    </a:lnTo>
                    <a:lnTo>
                      <a:pt x="41" y="814"/>
                    </a:lnTo>
                    <a:lnTo>
                      <a:pt x="82" y="1058"/>
                    </a:lnTo>
                    <a:lnTo>
                      <a:pt x="244" y="1302"/>
                    </a:lnTo>
                    <a:lnTo>
                      <a:pt x="448" y="1547"/>
                    </a:lnTo>
                    <a:lnTo>
                      <a:pt x="570" y="1628"/>
                    </a:lnTo>
                    <a:lnTo>
                      <a:pt x="733" y="1709"/>
                    </a:lnTo>
                    <a:lnTo>
                      <a:pt x="774" y="1750"/>
                    </a:lnTo>
                    <a:lnTo>
                      <a:pt x="814" y="1709"/>
                    </a:lnTo>
                    <a:lnTo>
                      <a:pt x="855" y="1669"/>
                    </a:lnTo>
                    <a:lnTo>
                      <a:pt x="855" y="1628"/>
                    </a:lnTo>
                    <a:lnTo>
                      <a:pt x="855" y="366"/>
                    </a:lnTo>
                    <a:lnTo>
                      <a:pt x="855" y="326"/>
                    </a:lnTo>
                    <a:lnTo>
                      <a:pt x="814" y="204"/>
                    </a:lnTo>
                    <a:lnTo>
                      <a:pt x="692" y="81"/>
                    </a:lnTo>
                    <a:lnTo>
                      <a:pt x="570" y="41"/>
                    </a:lnTo>
                    <a:lnTo>
                      <a:pt x="489" y="0"/>
                    </a:lnTo>
                    <a:close/>
                  </a:path>
                </a:pathLst>
              </a:custGeom>
              <a:solidFill>
                <a:srgbClr val="FFD5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314;p40"/>
              <p:cNvSpPr/>
              <p:nvPr/>
            </p:nvSpPr>
            <p:spPr>
              <a:xfrm>
                <a:off x="2426725" y="3210550"/>
                <a:ext cx="12225" cy="22400"/>
              </a:xfrm>
              <a:custGeom>
                <a:avLst/>
                <a:gdLst/>
                <a:ahLst/>
                <a:cxnLst/>
                <a:rect l="l" t="t" r="r" b="b"/>
                <a:pathLst>
                  <a:path w="489" h="896" extrusionOk="0">
                    <a:moveTo>
                      <a:pt x="244" y="0"/>
                    </a:moveTo>
                    <a:lnTo>
                      <a:pt x="163" y="41"/>
                    </a:lnTo>
                    <a:lnTo>
                      <a:pt x="82" y="122"/>
                    </a:lnTo>
                    <a:lnTo>
                      <a:pt x="41" y="285"/>
                    </a:lnTo>
                    <a:lnTo>
                      <a:pt x="0" y="448"/>
                    </a:lnTo>
                    <a:lnTo>
                      <a:pt x="41" y="651"/>
                    </a:lnTo>
                    <a:lnTo>
                      <a:pt x="82" y="773"/>
                    </a:lnTo>
                    <a:lnTo>
                      <a:pt x="163" y="855"/>
                    </a:lnTo>
                    <a:lnTo>
                      <a:pt x="244" y="895"/>
                    </a:lnTo>
                    <a:lnTo>
                      <a:pt x="367" y="855"/>
                    </a:lnTo>
                    <a:lnTo>
                      <a:pt x="448" y="773"/>
                    </a:lnTo>
                    <a:lnTo>
                      <a:pt x="489" y="651"/>
                    </a:lnTo>
                    <a:lnTo>
                      <a:pt x="489" y="448"/>
                    </a:lnTo>
                    <a:lnTo>
                      <a:pt x="489" y="285"/>
                    </a:lnTo>
                    <a:lnTo>
                      <a:pt x="448" y="122"/>
                    </a:lnTo>
                    <a:lnTo>
                      <a:pt x="367" y="41"/>
                    </a:lnTo>
                    <a:lnTo>
                      <a:pt x="244" y="0"/>
                    </a:lnTo>
                    <a:close/>
                  </a:path>
                </a:pathLst>
              </a:custGeom>
              <a:solidFill>
                <a:srgbClr val="171719"/>
              </a:solidFill>
              <a:ln w="2025" cap="rnd" cmpd="sng">
                <a:solidFill>
                  <a:srgbClr val="17171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40"/>
              <p:cNvSpPr/>
              <p:nvPr/>
            </p:nvSpPr>
            <p:spPr>
              <a:xfrm>
                <a:off x="2357525" y="3210550"/>
                <a:ext cx="13250" cy="22400"/>
              </a:xfrm>
              <a:custGeom>
                <a:avLst/>
                <a:gdLst/>
                <a:ahLst/>
                <a:cxnLst/>
                <a:rect l="l" t="t" r="r" b="b"/>
                <a:pathLst>
                  <a:path w="530" h="896" extrusionOk="0">
                    <a:moveTo>
                      <a:pt x="286" y="0"/>
                    </a:moveTo>
                    <a:lnTo>
                      <a:pt x="164" y="41"/>
                    </a:lnTo>
                    <a:lnTo>
                      <a:pt x="82" y="122"/>
                    </a:lnTo>
                    <a:lnTo>
                      <a:pt x="41" y="285"/>
                    </a:lnTo>
                    <a:lnTo>
                      <a:pt x="1" y="448"/>
                    </a:lnTo>
                    <a:lnTo>
                      <a:pt x="41" y="651"/>
                    </a:lnTo>
                    <a:lnTo>
                      <a:pt x="82" y="773"/>
                    </a:lnTo>
                    <a:lnTo>
                      <a:pt x="164" y="855"/>
                    </a:lnTo>
                    <a:lnTo>
                      <a:pt x="286" y="895"/>
                    </a:lnTo>
                    <a:lnTo>
                      <a:pt x="367" y="855"/>
                    </a:lnTo>
                    <a:lnTo>
                      <a:pt x="448" y="773"/>
                    </a:lnTo>
                    <a:lnTo>
                      <a:pt x="489" y="651"/>
                    </a:lnTo>
                    <a:lnTo>
                      <a:pt x="530" y="448"/>
                    </a:lnTo>
                    <a:lnTo>
                      <a:pt x="489" y="285"/>
                    </a:lnTo>
                    <a:lnTo>
                      <a:pt x="448" y="122"/>
                    </a:lnTo>
                    <a:lnTo>
                      <a:pt x="367" y="41"/>
                    </a:lnTo>
                    <a:lnTo>
                      <a:pt x="286" y="0"/>
                    </a:lnTo>
                    <a:close/>
                  </a:path>
                </a:pathLst>
              </a:custGeom>
              <a:solidFill>
                <a:srgbClr val="171719"/>
              </a:solidFill>
              <a:ln w="2025" cap="rnd" cmpd="sng">
                <a:solidFill>
                  <a:srgbClr val="17171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40"/>
              <p:cNvSpPr/>
              <p:nvPr/>
            </p:nvSpPr>
            <p:spPr>
              <a:xfrm>
                <a:off x="2382975" y="3213600"/>
                <a:ext cx="32575" cy="50900"/>
              </a:xfrm>
              <a:custGeom>
                <a:avLst/>
                <a:gdLst/>
                <a:ahLst/>
                <a:cxnLst/>
                <a:rect l="l" t="t" r="r" b="b"/>
                <a:pathLst>
                  <a:path w="1303" h="2036" extrusionOk="0">
                    <a:moveTo>
                      <a:pt x="651" y="0"/>
                    </a:moveTo>
                    <a:lnTo>
                      <a:pt x="529" y="41"/>
                    </a:lnTo>
                    <a:lnTo>
                      <a:pt x="489" y="82"/>
                    </a:lnTo>
                    <a:lnTo>
                      <a:pt x="448" y="204"/>
                    </a:lnTo>
                    <a:lnTo>
                      <a:pt x="407" y="326"/>
                    </a:lnTo>
                    <a:lnTo>
                      <a:pt x="366" y="651"/>
                    </a:lnTo>
                    <a:lnTo>
                      <a:pt x="326" y="1018"/>
                    </a:lnTo>
                    <a:lnTo>
                      <a:pt x="326" y="1140"/>
                    </a:lnTo>
                    <a:lnTo>
                      <a:pt x="285" y="1221"/>
                    </a:lnTo>
                    <a:lnTo>
                      <a:pt x="204" y="1384"/>
                    </a:lnTo>
                    <a:lnTo>
                      <a:pt x="41" y="1506"/>
                    </a:lnTo>
                    <a:lnTo>
                      <a:pt x="41" y="1547"/>
                    </a:lnTo>
                    <a:lnTo>
                      <a:pt x="0" y="1628"/>
                    </a:lnTo>
                    <a:lnTo>
                      <a:pt x="0" y="1710"/>
                    </a:lnTo>
                    <a:lnTo>
                      <a:pt x="0" y="1791"/>
                    </a:lnTo>
                    <a:lnTo>
                      <a:pt x="41" y="1832"/>
                    </a:lnTo>
                    <a:lnTo>
                      <a:pt x="82" y="1872"/>
                    </a:lnTo>
                    <a:lnTo>
                      <a:pt x="204" y="1913"/>
                    </a:lnTo>
                    <a:lnTo>
                      <a:pt x="326" y="1872"/>
                    </a:lnTo>
                    <a:lnTo>
                      <a:pt x="366" y="1954"/>
                    </a:lnTo>
                    <a:lnTo>
                      <a:pt x="489" y="1994"/>
                    </a:lnTo>
                    <a:lnTo>
                      <a:pt x="651" y="2035"/>
                    </a:lnTo>
                    <a:lnTo>
                      <a:pt x="773" y="1994"/>
                    </a:lnTo>
                    <a:lnTo>
                      <a:pt x="855" y="1954"/>
                    </a:lnTo>
                    <a:lnTo>
                      <a:pt x="977" y="1872"/>
                    </a:lnTo>
                    <a:lnTo>
                      <a:pt x="1058" y="1913"/>
                    </a:lnTo>
                    <a:lnTo>
                      <a:pt x="1180" y="1872"/>
                    </a:lnTo>
                    <a:lnTo>
                      <a:pt x="1221" y="1832"/>
                    </a:lnTo>
                    <a:lnTo>
                      <a:pt x="1262" y="1791"/>
                    </a:lnTo>
                    <a:lnTo>
                      <a:pt x="1303" y="1710"/>
                    </a:lnTo>
                    <a:lnTo>
                      <a:pt x="1262" y="1628"/>
                    </a:lnTo>
                    <a:lnTo>
                      <a:pt x="1221" y="1547"/>
                    </a:lnTo>
                    <a:lnTo>
                      <a:pt x="1180" y="1506"/>
                    </a:lnTo>
                    <a:lnTo>
                      <a:pt x="1099" y="1384"/>
                    </a:lnTo>
                    <a:lnTo>
                      <a:pt x="977" y="1221"/>
                    </a:lnTo>
                    <a:lnTo>
                      <a:pt x="977" y="1140"/>
                    </a:lnTo>
                    <a:lnTo>
                      <a:pt x="936" y="1018"/>
                    </a:lnTo>
                    <a:lnTo>
                      <a:pt x="896" y="651"/>
                    </a:lnTo>
                    <a:lnTo>
                      <a:pt x="855" y="326"/>
                    </a:lnTo>
                    <a:lnTo>
                      <a:pt x="814" y="204"/>
                    </a:lnTo>
                    <a:lnTo>
                      <a:pt x="773" y="82"/>
                    </a:lnTo>
                    <a:lnTo>
                      <a:pt x="692" y="41"/>
                    </a:lnTo>
                    <a:lnTo>
                      <a:pt x="651" y="0"/>
                    </a:lnTo>
                    <a:close/>
                  </a:path>
                </a:pathLst>
              </a:custGeom>
              <a:solidFill>
                <a:srgbClr val="000000">
                  <a:alpha val="95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317;p40"/>
              <p:cNvSpPr/>
              <p:nvPr/>
            </p:nvSpPr>
            <p:spPr>
              <a:xfrm>
                <a:off x="2371775" y="3274650"/>
                <a:ext cx="53950" cy="27475"/>
              </a:xfrm>
              <a:custGeom>
                <a:avLst/>
                <a:gdLst/>
                <a:ahLst/>
                <a:cxnLst/>
                <a:rect l="l" t="t" r="r" b="b"/>
                <a:pathLst>
                  <a:path w="2158" h="1099" extrusionOk="0">
                    <a:moveTo>
                      <a:pt x="82" y="0"/>
                    </a:moveTo>
                    <a:lnTo>
                      <a:pt x="1" y="41"/>
                    </a:lnTo>
                    <a:lnTo>
                      <a:pt x="1" y="81"/>
                    </a:lnTo>
                    <a:lnTo>
                      <a:pt x="1" y="326"/>
                    </a:lnTo>
                    <a:lnTo>
                      <a:pt x="123" y="488"/>
                    </a:lnTo>
                    <a:lnTo>
                      <a:pt x="204" y="651"/>
                    </a:lnTo>
                    <a:lnTo>
                      <a:pt x="326" y="773"/>
                    </a:lnTo>
                    <a:lnTo>
                      <a:pt x="489" y="936"/>
                    </a:lnTo>
                    <a:lnTo>
                      <a:pt x="652" y="1018"/>
                    </a:lnTo>
                    <a:lnTo>
                      <a:pt x="855" y="1099"/>
                    </a:lnTo>
                    <a:lnTo>
                      <a:pt x="1262" y="1099"/>
                    </a:lnTo>
                    <a:lnTo>
                      <a:pt x="1466" y="1018"/>
                    </a:lnTo>
                    <a:lnTo>
                      <a:pt x="1669" y="936"/>
                    </a:lnTo>
                    <a:lnTo>
                      <a:pt x="1832" y="773"/>
                    </a:lnTo>
                    <a:lnTo>
                      <a:pt x="1954" y="651"/>
                    </a:lnTo>
                    <a:lnTo>
                      <a:pt x="2076" y="488"/>
                    </a:lnTo>
                    <a:lnTo>
                      <a:pt x="2117" y="326"/>
                    </a:lnTo>
                    <a:lnTo>
                      <a:pt x="2158" y="81"/>
                    </a:lnTo>
                    <a:lnTo>
                      <a:pt x="2158" y="41"/>
                    </a:lnTo>
                    <a:lnTo>
                      <a:pt x="2076" y="0"/>
                    </a:lnTo>
                    <a:close/>
                  </a:path>
                </a:pathLst>
              </a:custGeom>
              <a:solidFill>
                <a:srgbClr val="1D1D1B"/>
              </a:solidFill>
              <a:ln w="2025" cap="rnd" cmpd="sng">
                <a:solidFill>
                  <a:srgbClr val="1D1D1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1318;p40"/>
              <p:cNvSpPr/>
              <p:nvPr/>
            </p:nvSpPr>
            <p:spPr>
              <a:xfrm>
                <a:off x="2383975" y="3286850"/>
                <a:ext cx="29550" cy="15275"/>
              </a:xfrm>
              <a:custGeom>
                <a:avLst/>
                <a:gdLst/>
                <a:ahLst/>
                <a:cxnLst/>
                <a:rect l="l" t="t" r="r" b="b"/>
                <a:pathLst>
                  <a:path w="1182" h="611" extrusionOk="0">
                    <a:moveTo>
                      <a:pt x="367" y="0"/>
                    </a:moveTo>
                    <a:lnTo>
                      <a:pt x="204" y="123"/>
                    </a:lnTo>
                    <a:lnTo>
                      <a:pt x="82" y="245"/>
                    </a:lnTo>
                    <a:lnTo>
                      <a:pt x="1" y="448"/>
                    </a:lnTo>
                    <a:lnTo>
                      <a:pt x="123" y="489"/>
                    </a:lnTo>
                    <a:lnTo>
                      <a:pt x="286" y="570"/>
                    </a:lnTo>
                    <a:lnTo>
                      <a:pt x="449" y="611"/>
                    </a:lnTo>
                    <a:lnTo>
                      <a:pt x="774" y="611"/>
                    </a:lnTo>
                    <a:lnTo>
                      <a:pt x="937" y="570"/>
                    </a:lnTo>
                    <a:lnTo>
                      <a:pt x="1059" y="489"/>
                    </a:lnTo>
                    <a:lnTo>
                      <a:pt x="1181" y="448"/>
                    </a:lnTo>
                    <a:lnTo>
                      <a:pt x="1100" y="245"/>
                    </a:lnTo>
                    <a:lnTo>
                      <a:pt x="937" y="123"/>
                    </a:lnTo>
                    <a:lnTo>
                      <a:pt x="774" y="0"/>
                    </a:lnTo>
                    <a:close/>
                  </a:path>
                </a:pathLst>
              </a:custGeom>
              <a:solidFill>
                <a:srgbClr val="F27089"/>
              </a:solidFill>
              <a:ln w="2025" cap="rnd" cmpd="sng">
                <a:solidFill>
                  <a:srgbClr val="F2708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1319;p40"/>
              <p:cNvSpPr/>
              <p:nvPr/>
            </p:nvSpPr>
            <p:spPr>
              <a:xfrm>
                <a:off x="2357525" y="3337725"/>
                <a:ext cx="81425" cy="132300"/>
              </a:xfrm>
              <a:custGeom>
                <a:avLst/>
                <a:gdLst/>
                <a:ahLst/>
                <a:cxnLst/>
                <a:rect l="l" t="t" r="r" b="b"/>
                <a:pathLst>
                  <a:path w="3257" h="5292" extrusionOk="0">
                    <a:moveTo>
                      <a:pt x="286" y="0"/>
                    </a:moveTo>
                    <a:lnTo>
                      <a:pt x="1" y="896"/>
                    </a:lnTo>
                    <a:lnTo>
                      <a:pt x="1547" y="5291"/>
                    </a:lnTo>
                    <a:lnTo>
                      <a:pt x="1669" y="5291"/>
                    </a:lnTo>
                    <a:lnTo>
                      <a:pt x="3257" y="814"/>
                    </a:lnTo>
                    <a:lnTo>
                      <a:pt x="3012" y="0"/>
                    </a:lnTo>
                    <a:lnTo>
                      <a:pt x="1629" y="611"/>
                    </a:lnTo>
                    <a:lnTo>
                      <a:pt x="28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 name="Google Shape;1320;p40"/>
              <p:cNvSpPr/>
              <p:nvPr/>
            </p:nvSpPr>
            <p:spPr>
              <a:xfrm>
                <a:off x="2399250" y="3088450"/>
                <a:ext cx="102800" cy="170950"/>
              </a:xfrm>
              <a:custGeom>
                <a:avLst/>
                <a:gdLst/>
                <a:ahLst/>
                <a:cxnLst/>
                <a:rect l="l" t="t" r="r" b="b"/>
                <a:pathLst>
                  <a:path w="4112" h="6838" extrusionOk="0">
                    <a:moveTo>
                      <a:pt x="1221" y="0"/>
                    </a:moveTo>
                    <a:lnTo>
                      <a:pt x="814" y="41"/>
                    </a:lnTo>
                    <a:lnTo>
                      <a:pt x="489" y="82"/>
                    </a:lnTo>
                    <a:lnTo>
                      <a:pt x="285" y="163"/>
                    </a:lnTo>
                    <a:lnTo>
                      <a:pt x="122" y="244"/>
                    </a:lnTo>
                    <a:lnTo>
                      <a:pt x="0" y="326"/>
                    </a:lnTo>
                    <a:lnTo>
                      <a:pt x="0" y="2198"/>
                    </a:lnTo>
                    <a:lnTo>
                      <a:pt x="326" y="2320"/>
                    </a:lnTo>
                    <a:lnTo>
                      <a:pt x="652" y="2442"/>
                    </a:lnTo>
                    <a:lnTo>
                      <a:pt x="1018" y="2686"/>
                    </a:lnTo>
                    <a:lnTo>
                      <a:pt x="1221" y="2808"/>
                    </a:lnTo>
                    <a:lnTo>
                      <a:pt x="1425" y="3012"/>
                    </a:lnTo>
                    <a:lnTo>
                      <a:pt x="1588" y="3175"/>
                    </a:lnTo>
                    <a:lnTo>
                      <a:pt x="1750" y="3378"/>
                    </a:lnTo>
                    <a:lnTo>
                      <a:pt x="1913" y="3663"/>
                    </a:lnTo>
                    <a:lnTo>
                      <a:pt x="1995" y="3907"/>
                    </a:lnTo>
                    <a:lnTo>
                      <a:pt x="2076" y="4192"/>
                    </a:lnTo>
                    <a:lnTo>
                      <a:pt x="2076" y="4518"/>
                    </a:lnTo>
                    <a:lnTo>
                      <a:pt x="2157" y="4436"/>
                    </a:lnTo>
                    <a:lnTo>
                      <a:pt x="2320" y="4111"/>
                    </a:lnTo>
                    <a:lnTo>
                      <a:pt x="2402" y="3948"/>
                    </a:lnTo>
                    <a:lnTo>
                      <a:pt x="2442" y="3663"/>
                    </a:lnTo>
                    <a:lnTo>
                      <a:pt x="2442" y="3419"/>
                    </a:lnTo>
                    <a:lnTo>
                      <a:pt x="2402" y="3093"/>
                    </a:lnTo>
                    <a:lnTo>
                      <a:pt x="2564" y="3460"/>
                    </a:lnTo>
                    <a:lnTo>
                      <a:pt x="2727" y="3867"/>
                    </a:lnTo>
                    <a:lnTo>
                      <a:pt x="2890" y="4396"/>
                    </a:lnTo>
                    <a:lnTo>
                      <a:pt x="3012" y="4965"/>
                    </a:lnTo>
                    <a:lnTo>
                      <a:pt x="3053" y="5291"/>
                    </a:lnTo>
                    <a:lnTo>
                      <a:pt x="3053" y="5576"/>
                    </a:lnTo>
                    <a:lnTo>
                      <a:pt x="3053" y="5902"/>
                    </a:lnTo>
                    <a:lnTo>
                      <a:pt x="3012" y="6227"/>
                    </a:lnTo>
                    <a:lnTo>
                      <a:pt x="2931" y="6553"/>
                    </a:lnTo>
                    <a:lnTo>
                      <a:pt x="2809" y="6838"/>
                    </a:lnTo>
                    <a:lnTo>
                      <a:pt x="3012" y="6716"/>
                    </a:lnTo>
                    <a:lnTo>
                      <a:pt x="3175" y="6512"/>
                    </a:lnTo>
                    <a:lnTo>
                      <a:pt x="3419" y="6227"/>
                    </a:lnTo>
                    <a:lnTo>
                      <a:pt x="3663" y="5902"/>
                    </a:lnTo>
                    <a:lnTo>
                      <a:pt x="3826" y="5454"/>
                    </a:lnTo>
                    <a:lnTo>
                      <a:pt x="3948" y="5210"/>
                    </a:lnTo>
                    <a:lnTo>
                      <a:pt x="3989" y="4925"/>
                    </a:lnTo>
                    <a:lnTo>
                      <a:pt x="4030" y="4640"/>
                    </a:lnTo>
                    <a:lnTo>
                      <a:pt x="4111" y="4314"/>
                    </a:lnTo>
                    <a:lnTo>
                      <a:pt x="4111" y="3663"/>
                    </a:lnTo>
                    <a:lnTo>
                      <a:pt x="4111" y="3012"/>
                    </a:lnTo>
                    <a:lnTo>
                      <a:pt x="3989" y="2361"/>
                    </a:lnTo>
                    <a:lnTo>
                      <a:pt x="3948" y="2035"/>
                    </a:lnTo>
                    <a:lnTo>
                      <a:pt x="3826" y="1750"/>
                    </a:lnTo>
                    <a:lnTo>
                      <a:pt x="3704" y="1425"/>
                    </a:lnTo>
                    <a:lnTo>
                      <a:pt x="3582" y="1180"/>
                    </a:lnTo>
                    <a:lnTo>
                      <a:pt x="3419" y="977"/>
                    </a:lnTo>
                    <a:lnTo>
                      <a:pt x="3216" y="733"/>
                    </a:lnTo>
                    <a:lnTo>
                      <a:pt x="3012" y="529"/>
                    </a:lnTo>
                    <a:lnTo>
                      <a:pt x="2768" y="366"/>
                    </a:lnTo>
                    <a:lnTo>
                      <a:pt x="2483" y="244"/>
                    </a:lnTo>
                    <a:lnTo>
                      <a:pt x="2198" y="163"/>
                    </a:lnTo>
                    <a:lnTo>
                      <a:pt x="1628" y="41"/>
                    </a:lnTo>
                    <a:lnTo>
                      <a:pt x="1221" y="0"/>
                    </a:lnTo>
                    <a:close/>
                  </a:path>
                </a:pathLst>
              </a:custGeom>
              <a:solidFill>
                <a:srgbClr val="F2A7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1321;p40"/>
              <p:cNvSpPr/>
              <p:nvPr/>
            </p:nvSpPr>
            <p:spPr>
              <a:xfrm>
                <a:off x="2295475" y="3088450"/>
                <a:ext cx="103800" cy="170950"/>
              </a:xfrm>
              <a:custGeom>
                <a:avLst/>
                <a:gdLst/>
                <a:ahLst/>
                <a:cxnLst/>
                <a:rect l="l" t="t" r="r" b="b"/>
                <a:pathLst>
                  <a:path w="4152" h="6838" extrusionOk="0">
                    <a:moveTo>
                      <a:pt x="2890" y="0"/>
                    </a:moveTo>
                    <a:lnTo>
                      <a:pt x="2442" y="41"/>
                    </a:lnTo>
                    <a:lnTo>
                      <a:pt x="1954" y="163"/>
                    </a:lnTo>
                    <a:lnTo>
                      <a:pt x="1628" y="244"/>
                    </a:lnTo>
                    <a:lnTo>
                      <a:pt x="1343" y="366"/>
                    </a:lnTo>
                    <a:lnTo>
                      <a:pt x="1099" y="529"/>
                    </a:lnTo>
                    <a:lnTo>
                      <a:pt x="855" y="733"/>
                    </a:lnTo>
                    <a:lnTo>
                      <a:pt x="692" y="977"/>
                    </a:lnTo>
                    <a:lnTo>
                      <a:pt x="529" y="1180"/>
                    </a:lnTo>
                    <a:lnTo>
                      <a:pt x="366" y="1425"/>
                    </a:lnTo>
                    <a:lnTo>
                      <a:pt x="285" y="1750"/>
                    </a:lnTo>
                    <a:lnTo>
                      <a:pt x="204" y="2035"/>
                    </a:lnTo>
                    <a:lnTo>
                      <a:pt x="122" y="2361"/>
                    </a:lnTo>
                    <a:lnTo>
                      <a:pt x="41" y="3012"/>
                    </a:lnTo>
                    <a:lnTo>
                      <a:pt x="0" y="3663"/>
                    </a:lnTo>
                    <a:lnTo>
                      <a:pt x="41" y="4314"/>
                    </a:lnTo>
                    <a:lnTo>
                      <a:pt x="41" y="4640"/>
                    </a:lnTo>
                    <a:lnTo>
                      <a:pt x="122" y="4925"/>
                    </a:lnTo>
                    <a:lnTo>
                      <a:pt x="204" y="5210"/>
                    </a:lnTo>
                    <a:lnTo>
                      <a:pt x="285" y="5454"/>
                    </a:lnTo>
                    <a:lnTo>
                      <a:pt x="488" y="5902"/>
                    </a:lnTo>
                    <a:lnTo>
                      <a:pt x="692" y="6227"/>
                    </a:lnTo>
                    <a:lnTo>
                      <a:pt x="936" y="6512"/>
                    </a:lnTo>
                    <a:lnTo>
                      <a:pt x="1099" y="6716"/>
                    </a:lnTo>
                    <a:lnTo>
                      <a:pt x="1302" y="6838"/>
                    </a:lnTo>
                    <a:lnTo>
                      <a:pt x="1180" y="6553"/>
                    </a:lnTo>
                    <a:lnTo>
                      <a:pt x="1099" y="6227"/>
                    </a:lnTo>
                    <a:lnTo>
                      <a:pt x="1058" y="5902"/>
                    </a:lnTo>
                    <a:lnTo>
                      <a:pt x="1018" y="5576"/>
                    </a:lnTo>
                    <a:lnTo>
                      <a:pt x="1058" y="5291"/>
                    </a:lnTo>
                    <a:lnTo>
                      <a:pt x="1099" y="4965"/>
                    </a:lnTo>
                    <a:lnTo>
                      <a:pt x="1221" y="4396"/>
                    </a:lnTo>
                    <a:lnTo>
                      <a:pt x="1343" y="3867"/>
                    </a:lnTo>
                    <a:lnTo>
                      <a:pt x="1506" y="3460"/>
                    </a:lnTo>
                    <a:lnTo>
                      <a:pt x="1709" y="3093"/>
                    </a:lnTo>
                    <a:lnTo>
                      <a:pt x="1628" y="3419"/>
                    </a:lnTo>
                    <a:lnTo>
                      <a:pt x="1669" y="3663"/>
                    </a:lnTo>
                    <a:lnTo>
                      <a:pt x="1709" y="3948"/>
                    </a:lnTo>
                    <a:lnTo>
                      <a:pt x="1791" y="4111"/>
                    </a:lnTo>
                    <a:lnTo>
                      <a:pt x="1954" y="4436"/>
                    </a:lnTo>
                    <a:lnTo>
                      <a:pt x="1994" y="4518"/>
                    </a:lnTo>
                    <a:lnTo>
                      <a:pt x="2035" y="4192"/>
                    </a:lnTo>
                    <a:lnTo>
                      <a:pt x="2116" y="3907"/>
                    </a:lnTo>
                    <a:lnTo>
                      <a:pt x="2239" y="3663"/>
                    </a:lnTo>
                    <a:lnTo>
                      <a:pt x="2361" y="3378"/>
                    </a:lnTo>
                    <a:lnTo>
                      <a:pt x="2523" y="3175"/>
                    </a:lnTo>
                    <a:lnTo>
                      <a:pt x="2686" y="3012"/>
                    </a:lnTo>
                    <a:lnTo>
                      <a:pt x="2890" y="2808"/>
                    </a:lnTo>
                    <a:lnTo>
                      <a:pt x="3053" y="2686"/>
                    </a:lnTo>
                    <a:lnTo>
                      <a:pt x="3459" y="2442"/>
                    </a:lnTo>
                    <a:lnTo>
                      <a:pt x="3826" y="2320"/>
                    </a:lnTo>
                    <a:lnTo>
                      <a:pt x="4151" y="2198"/>
                    </a:lnTo>
                    <a:lnTo>
                      <a:pt x="4151" y="326"/>
                    </a:lnTo>
                    <a:lnTo>
                      <a:pt x="4029" y="244"/>
                    </a:lnTo>
                    <a:lnTo>
                      <a:pt x="3826" y="163"/>
                    </a:lnTo>
                    <a:lnTo>
                      <a:pt x="3582" y="82"/>
                    </a:lnTo>
                    <a:lnTo>
                      <a:pt x="3297" y="41"/>
                    </a:lnTo>
                    <a:lnTo>
                      <a:pt x="2890" y="0"/>
                    </a:lnTo>
                    <a:close/>
                  </a:path>
                </a:pathLst>
              </a:custGeom>
              <a:solidFill>
                <a:srgbClr val="F2A7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 name="Google Shape;1322;p40"/>
              <p:cNvSpPr/>
              <p:nvPr/>
            </p:nvSpPr>
            <p:spPr>
              <a:xfrm>
                <a:off x="2399250" y="3332625"/>
                <a:ext cx="33600" cy="56000"/>
              </a:xfrm>
              <a:custGeom>
                <a:avLst/>
                <a:gdLst/>
                <a:ahLst/>
                <a:cxnLst/>
                <a:rect l="l" t="t" r="r" b="b"/>
                <a:pathLst>
                  <a:path w="1344" h="2240" extrusionOk="0">
                    <a:moveTo>
                      <a:pt x="1343" y="1"/>
                    </a:moveTo>
                    <a:lnTo>
                      <a:pt x="0" y="815"/>
                    </a:lnTo>
                    <a:lnTo>
                      <a:pt x="936" y="2239"/>
                    </a:lnTo>
                    <a:lnTo>
                      <a:pt x="1343" y="693"/>
                    </a:lnTo>
                    <a:lnTo>
                      <a:pt x="134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 name="Google Shape;1323;p40"/>
              <p:cNvSpPr/>
              <p:nvPr/>
            </p:nvSpPr>
            <p:spPr>
              <a:xfrm>
                <a:off x="2364650" y="3332625"/>
                <a:ext cx="33600" cy="56000"/>
              </a:xfrm>
              <a:custGeom>
                <a:avLst/>
                <a:gdLst/>
                <a:ahLst/>
                <a:cxnLst/>
                <a:rect l="l" t="t" r="r" b="b"/>
                <a:pathLst>
                  <a:path w="1344" h="2240" extrusionOk="0">
                    <a:moveTo>
                      <a:pt x="1" y="1"/>
                    </a:moveTo>
                    <a:lnTo>
                      <a:pt x="1" y="693"/>
                    </a:lnTo>
                    <a:lnTo>
                      <a:pt x="408" y="2239"/>
                    </a:lnTo>
                    <a:lnTo>
                      <a:pt x="1344" y="815"/>
                    </a:lnTo>
                    <a:lnTo>
                      <a:pt x="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1324;p40"/>
              <p:cNvSpPr/>
              <p:nvPr/>
            </p:nvSpPr>
            <p:spPr>
              <a:xfrm>
                <a:off x="2237475" y="3337725"/>
                <a:ext cx="158750" cy="132300"/>
              </a:xfrm>
              <a:custGeom>
                <a:avLst/>
                <a:gdLst/>
                <a:ahLst/>
                <a:cxnLst/>
                <a:rect l="l" t="t" r="r" b="b"/>
                <a:pathLst>
                  <a:path w="6350" h="5292" extrusionOk="0">
                    <a:moveTo>
                      <a:pt x="5088" y="0"/>
                    </a:moveTo>
                    <a:lnTo>
                      <a:pt x="936" y="1588"/>
                    </a:lnTo>
                    <a:lnTo>
                      <a:pt x="733" y="1628"/>
                    </a:lnTo>
                    <a:lnTo>
                      <a:pt x="570" y="1750"/>
                    </a:lnTo>
                    <a:lnTo>
                      <a:pt x="407" y="1873"/>
                    </a:lnTo>
                    <a:lnTo>
                      <a:pt x="285" y="2035"/>
                    </a:lnTo>
                    <a:lnTo>
                      <a:pt x="163" y="2198"/>
                    </a:lnTo>
                    <a:lnTo>
                      <a:pt x="82" y="2361"/>
                    </a:lnTo>
                    <a:lnTo>
                      <a:pt x="0" y="2524"/>
                    </a:lnTo>
                    <a:lnTo>
                      <a:pt x="0" y="2768"/>
                    </a:lnTo>
                    <a:lnTo>
                      <a:pt x="0" y="5291"/>
                    </a:lnTo>
                    <a:lnTo>
                      <a:pt x="6349" y="5291"/>
                    </a:lnTo>
                    <a:lnTo>
                      <a:pt x="4803" y="896"/>
                    </a:lnTo>
                    <a:lnTo>
                      <a:pt x="508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1325;p40"/>
              <p:cNvSpPr/>
              <p:nvPr/>
            </p:nvSpPr>
            <p:spPr>
              <a:xfrm>
                <a:off x="2399250" y="3337725"/>
                <a:ext cx="160775" cy="132300"/>
              </a:xfrm>
              <a:custGeom>
                <a:avLst/>
                <a:gdLst/>
                <a:ahLst/>
                <a:cxnLst/>
                <a:rect l="l" t="t" r="r" b="b"/>
                <a:pathLst>
                  <a:path w="6431" h="5292" extrusionOk="0">
                    <a:moveTo>
                      <a:pt x="1343" y="0"/>
                    </a:moveTo>
                    <a:lnTo>
                      <a:pt x="1588" y="814"/>
                    </a:lnTo>
                    <a:lnTo>
                      <a:pt x="0" y="5291"/>
                    </a:lnTo>
                    <a:lnTo>
                      <a:pt x="6431" y="5291"/>
                    </a:lnTo>
                    <a:lnTo>
                      <a:pt x="6431" y="2768"/>
                    </a:lnTo>
                    <a:lnTo>
                      <a:pt x="6390" y="2524"/>
                    </a:lnTo>
                    <a:lnTo>
                      <a:pt x="6349" y="2361"/>
                    </a:lnTo>
                    <a:lnTo>
                      <a:pt x="6268" y="2198"/>
                    </a:lnTo>
                    <a:lnTo>
                      <a:pt x="6187" y="2035"/>
                    </a:lnTo>
                    <a:lnTo>
                      <a:pt x="6024" y="1873"/>
                    </a:lnTo>
                    <a:lnTo>
                      <a:pt x="5861" y="1750"/>
                    </a:lnTo>
                    <a:lnTo>
                      <a:pt x="5698" y="1628"/>
                    </a:lnTo>
                    <a:lnTo>
                      <a:pt x="5495" y="1588"/>
                    </a:lnTo>
                    <a:lnTo>
                      <a:pt x="134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 name="Google Shape;1326;p40"/>
              <p:cNvSpPr/>
              <p:nvPr/>
            </p:nvSpPr>
            <p:spPr>
              <a:xfrm>
                <a:off x="2399250" y="3332625"/>
                <a:ext cx="64125" cy="137400"/>
              </a:xfrm>
              <a:custGeom>
                <a:avLst/>
                <a:gdLst/>
                <a:ahLst/>
                <a:cxnLst/>
                <a:rect l="l" t="t" r="r" b="b"/>
                <a:pathLst>
                  <a:path w="2565" h="5496" extrusionOk="0">
                    <a:moveTo>
                      <a:pt x="1343" y="1"/>
                    </a:moveTo>
                    <a:lnTo>
                      <a:pt x="1343" y="693"/>
                    </a:lnTo>
                    <a:lnTo>
                      <a:pt x="0" y="5495"/>
                    </a:lnTo>
                    <a:lnTo>
                      <a:pt x="611" y="5495"/>
                    </a:lnTo>
                    <a:lnTo>
                      <a:pt x="2402" y="2524"/>
                    </a:lnTo>
                    <a:lnTo>
                      <a:pt x="1913" y="1873"/>
                    </a:lnTo>
                    <a:lnTo>
                      <a:pt x="2564" y="1670"/>
                    </a:lnTo>
                    <a:lnTo>
                      <a:pt x="2035" y="856"/>
                    </a:lnTo>
                    <a:lnTo>
                      <a:pt x="1343" y="1"/>
                    </a:lnTo>
                    <a:close/>
                  </a:path>
                </a:pathLst>
              </a:custGeom>
              <a:solidFill>
                <a:srgbClr val="5151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1327;p40"/>
              <p:cNvSpPr/>
              <p:nvPr/>
            </p:nvSpPr>
            <p:spPr>
              <a:xfrm>
                <a:off x="2335150" y="3332625"/>
                <a:ext cx="61075" cy="137400"/>
              </a:xfrm>
              <a:custGeom>
                <a:avLst/>
                <a:gdLst/>
                <a:ahLst/>
                <a:cxnLst/>
                <a:rect l="l" t="t" r="r" b="b"/>
                <a:pathLst>
                  <a:path w="2443" h="5496" extrusionOk="0">
                    <a:moveTo>
                      <a:pt x="1181" y="1"/>
                    </a:moveTo>
                    <a:lnTo>
                      <a:pt x="489" y="856"/>
                    </a:lnTo>
                    <a:lnTo>
                      <a:pt x="0" y="1670"/>
                    </a:lnTo>
                    <a:lnTo>
                      <a:pt x="611" y="1873"/>
                    </a:lnTo>
                    <a:lnTo>
                      <a:pt x="122" y="2524"/>
                    </a:lnTo>
                    <a:lnTo>
                      <a:pt x="1872" y="5495"/>
                    </a:lnTo>
                    <a:lnTo>
                      <a:pt x="2442" y="5495"/>
                    </a:lnTo>
                    <a:lnTo>
                      <a:pt x="1181" y="693"/>
                    </a:lnTo>
                    <a:lnTo>
                      <a:pt x="1181" y="1"/>
                    </a:lnTo>
                    <a:close/>
                  </a:path>
                </a:pathLst>
              </a:custGeom>
              <a:solidFill>
                <a:srgbClr val="5151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1328" name="Google Shape;1328;p40"/>
          <p:cNvPicPr preferRelativeResize="0"/>
          <p:nvPr/>
        </p:nvPicPr>
        <p:blipFill rotWithShape="1">
          <a:blip r:embed="rId3">
            <a:alphaModFix/>
          </a:blip>
          <a:srcRect l="16752" r="16745"/>
          <a:stretch/>
        </p:blipFill>
        <p:spPr>
          <a:xfrm rot="-1432153">
            <a:off x="525701" y="4370095"/>
            <a:ext cx="467811" cy="467811"/>
          </a:xfrm>
          <a:prstGeom prst="ellipse">
            <a:avLst/>
          </a:prstGeom>
          <a:noFill/>
          <a:ln w="28575" cap="flat" cmpd="sng">
            <a:solidFill>
              <a:srgbClr val="FFFFFF"/>
            </a:solidFill>
            <a:prstDash val="solid"/>
            <a:round/>
            <a:headEnd type="none" w="sm" len="sm"/>
            <a:tailEnd type="none" w="sm" len="sm"/>
          </a:ln>
          <a:effectLst>
            <a:outerShdw blurRad="57150" algn="bl" rotWithShape="0">
              <a:schemeClr val="dk1">
                <a:alpha val="25000"/>
              </a:scheme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1485"/>
        <p:cNvGrpSpPr/>
        <p:nvPr/>
      </p:nvGrpSpPr>
      <p:grpSpPr>
        <a:xfrm>
          <a:off x="0" y="0"/>
          <a:ext cx="0" cy="0"/>
          <a:chOff x="0" y="0"/>
          <a:chExt cx="0" cy="0"/>
        </a:xfrm>
      </p:grpSpPr>
      <p:sp>
        <p:nvSpPr>
          <p:cNvPr id="1486" name="Google Shape;1486;p43"/>
          <p:cNvSpPr txBox="1">
            <a:spLocks noGrp="1"/>
          </p:cNvSpPr>
          <p:nvPr>
            <p:ph type="title"/>
          </p:nvPr>
        </p:nvSpPr>
        <p:spPr>
          <a:xfrm>
            <a:off x="1256063" y="1100852"/>
            <a:ext cx="6446400" cy="532151"/>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800" dirty="0" smtClean="0"/>
              <a:t>Personal aspects in general</a:t>
            </a:r>
            <a:endParaRPr sz="2800" dirty="0"/>
          </a:p>
        </p:txBody>
      </p:sp>
      <p:sp>
        <p:nvSpPr>
          <p:cNvPr id="1488" name="Google Shape;1488;p43"/>
          <p:cNvSpPr txBox="1">
            <a:spLocks noGrp="1"/>
          </p:cNvSpPr>
          <p:nvPr>
            <p:ph type="subTitle" idx="1"/>
          </p:nvPr>
        </p:nvSpPr>
        <p:spPr>
          <a:xfrm>
            <a:off x="2032232" y="1771430"/>
            <a:ext cx="4906188" cy="2105359"/>
          </a:xfrm>
          <a:prstGeom prst="rect">
            <a:avLst/>
          </a:prstGeom>
          <a:solidFill>
            <a:schemeClr val="lt1"/>
          </a:solidFill>
        </p:spPr>
        <p:txBody>
          <a:bodyPr spcFirstLastPara="1" wrap="square" lIns="91425" tIns="91425" rIns="91425" bIns="91425" anchor="ctr" anchorCtr="0">
            <a:noAutofit/>
          </a:bodyPr>
          <a:lstStyle/>
          <a:p>
            <a:pPr marL="0" lvl="0" indent="0"/>
            <a:r>
              <a:rPr lang="en-US" dirty="0"/>
              <a:t>Speaking a foreign language allows us to broaden our knowledge and opportunities, access more information, connect with different people and cultures, and adapt to the world around us. It helps us grow personally and professionally, opening doors to new learning and skills.</a:t>
            </a:r>
            <a:endParaRPr dirty="0"/>
          </a:p>
        </p:txBody>
      </p:sp>
      <p:grpSp>
        <p:nvGrpSpPr>
          <p:cNvPr id="1491" name="Google Shape;1491;p43"/>
          <p:cNvGrpSpPr/>
          <p:nvPr/>
        </p:nvGrpSpPr>
        <p:grpSpPr>
          <a:xfrm rot="-482903">
            <a:off x="7040406" y="3380622"/>
            <a:ext cx="1484579" cy="1126603"/>
            <a:chOff x="789350" y="3615675"/>
            <a:chExt cx="452350" cy="343275"/>
          </a:xfrm>
        </p:grpSpPr>
        <p:sp>
          <p:nvSpPr>
            <p:cNvPr id="1492" name="Google Shape;1492;p43"/>
            <p:cNvSpPr/>
            <p:nvPr/>
          </p:nvSpPr>
          <p:spPr>
            <a:xfrm>
              <a:off x="789350" y="3615675"/>
              <a:ext cx="452350" cy="343275"/>
            </a:xfrm>
            <a:custGeom>
              <a:avLst/>
              <a:gdLst/>
              <a:ahLst/>
              <a:cxnLst/>
              <a:rect l="l" t="t" r="r" b="b"/>
              <a:pathLst>
                <a:path w="18094" h="13731" extrusionOk="0">
                  <a:moveTo>
                    <a:pt x="757" y="11520"/>
                  </a:moveTo>
                  <a:lnTo>
                    <a:pt x="757" y="11520"/>
                  </a:lnTo>
                  <a:lnTo>
                    <a:pt x="1106" y="11985"/>
                  </a:lnTo>
                  <a:lnTo>
                    <a:pt x="1513" y="12392"/>
                  </a:lnTo>
                  <a:lnTo>
                    <a:pt x="2037" y="12858"/>
                  </a:lnTo>
                  <a:lnTo>
                    <a:pt x="2618" y="13207"/>
                  </a:lnTo>
                  <a:lnTo>
                    <a:pt x="2618" y="13207"/>
                  </a:lnTo>
                  <a:lnTo>
                    <a:pt x="3084" y="13439"/>
                  </a:lnTo>
                  <a:lnTo>
                    <a:pt x="3491" y="13614"/>
                  </a:lnTo>
                  <a:lnTo>
                    <a:pt x="3898" y="13672"/>
                  </a:lnTo>
                  <a:lnTo>
                    <a:pt x="4306" y="13730"/>
                  </a:lnTo>
                  <a:lnTo>
                    <a:pt x="4713" y="13730"/>
                  </a:lnTo>
                  <a:lnTo>
                    <a:pt x="5062" y="13614"/>
                  </a:lnTo>
                  <a:lnTo>
                    <a:pt x="5353" y="13498"/>
                  </a:lnTo>
                  <a:lnTo>
                    <a:pt x="5644" y="13381"/>
                  </a:lnTo>
                  <a:lnTo>
                    <a:pt x="5934" y="13207"/>
                  </a:lnTo>
                  <a:lnTo>
                    <a:pt x="6167" y="12974"/>
                  </a:lnTo>
                  <a:lnTo>
                    <a:pt x="6400" y="12741"/>
                  </a:lnTo>
                  <a:lnTo>
                    <a:pt x="6574" y="12450"/>
                  </a:lnTo>
                  <a:lnTo>
                    <a:pt x="6865" y="11927"/>
                  </a:lnTo>
                  <a:lnTo>
                    <a:pt x="6982" y="11345"/>
                  </a:lnTo>
                  <a:lnTo>
                    <a:pt x="6982" y="11345"/>
                  </a:lnTo>
                  <a:lnTo>
                    <a:pt x="7098" y="10938"/>
                  </a:lnTo>
                  <a:lnTo>
                    <a:pt x="7272" y="10647"/>
                  </a:lnTo>
                  <a:lnTo>
                    <a:pt x="7563" y="10414"/>
                  </a:lnTo>
                  <a:lnTo>
                    <a:pt x="7854" y="10240"/>
                  </a:lnTo>
                  <a:lnTo>
                    <a:pt x="8087" y="10123"/>
                  </a:lnTo>
                  <a:lnTo>
                    <a:pt x="8320" y="10065"/>
                  </a:lnTo>
                  <a:lnTo>
                    <a:pt x="8552" y="10065"/>
                  </a:lnTo>
                  <a:lnTo>
                    <a:pt x="8552" y="10065"/>
                  </a:lnTo>
                  <a:lnTo>
                    <a:pt x="9076" y="9949"/>
                  </a:lnTo>
                  <a:lnTo>
                    <a:pt x="9483" y="9832"/>
                  </a:lnTo>
                  <a:lnTo>
                    <a:pt x="9832" y="9600"/>
                  </a:lnTo>
                  <a:lnTo>
                    <a:pt x="10065" y="9367"/>
                  </a:lnTo>
                  <a:lnTo>
                    <a:pt x="10298" y="9076"/>
                  </a:lnTo>
                  <a:lnTo>
                    <a:pt x="10414" y="8727"/>
                  </a:lnTo>
                  <a:lnTo>
                    <a:pt x="10530" y="8436"/>
                  </a:lnTo>
                  <a:lnTo>
                    <a:pt x="10588" y="8087"/>
                  </a:lnTo>
                  <a:lnTo>
                    <a:pt x="10588" y="7447"/>
                  </a:lnTo>
                  <a:lnTo>
                    <a:pt x="10530" y="6866"/>
                  </a:lnTo>
                  <a:lnTo>
                    <a:pt x="10414" y="6342"/>
                  </a:lnTo>
                  <a:lnTo>
                    <a:pt x="10414" y="6342"/>
                  </a:lnTo>
                  <a:lnTo>
                    <a:pt x="15417" y="3259"/>
                  </a:lnTo>
                  <a:lnTo>
                    <a:pt x="15417" y="3259"/>
                  </a:lnTo>
                  <a:lnTo>
                    <a:pt x="15650" y="3317"/>
                  </a:lnTo>
                  <a:lnTo>
                    <a:pt x="15824" y="3375"/>
                  </a:lnTo>
                  <a:lnTo>
                    <a:pt x="15824" y="3375"/>
                  </a:lnTo>
                  <a:lnTo>
                    <a:pt x="15824" y="3491"/>
                  </a:lnTo>
                  <a:lnTo>
                    <a:pt x="15882" y="3666"/>
                  </a:lnTo>
                  <a:lnTo>
                    <a:pt x="15882" y="3666"/>
                  </a:lnTo>
                  <a:lnTo>
                    <a:pt x="15999" y="3782"/>
                  </a:lnTo>
                  <a:lnTo>
                    <a:pt x="16115" y="3840"/>
                  </a:lnTo>
                  <a:lnTo>
                    <a:pt x="16232" y="3840"/>
                  </a:lnTo>
                  <a:lnTo>
                    <a:pt x="16348" y="3782"/>
                  </a:lnTo>
                  <a:lnTo>
                    <a:pt x="16348" y="3782"/>
                  </a:lnTo>
                  <a:lnTo>
                    <a:pt x="16464" y="3666"/>
                  </a:lnTo>
                  <a:lnTo>
                    <a:pt x="16522" y="3549"/>
                  </a:lnTo>
                  <a:lnTo>
                    <a:pt x="16522" y="3433"/>
                  </a:lnTo>
                  <a:lnTo>
                    <a:pt x="16522" y="3317"/>
                  </a:lnTo>
                  <a:lnTo>
                    <a:pt x="16522" y="3317"/>
                  </a:lnTo>
                  <a:lnTo>
                    <a:pt x="16406" y="3200"/>
                  </a:lnTo>
                  <a:lnTo>
                    <a:pt x="16464" y="3200"/>
                  </a:lnTo>
                  <a:lnTo>
                    <a:pt x="16639" y="3084"/>
                  </a:lnTo>
                  <a:lnTo>
                    <a:pt x="16639" y="3084"/>
                  </a:lnTo>
                  <a:lnTo>
                    <a:pt x="16639" y="3200"/>
                  </a:lnTo>
                  <a:lnTo>
                    <a:pt x="16639" y="3200"/>
                  </a:lnTo>
                  <a:lnTo>
                    <a:pt x="16755" y="3317"/>
                  </a:lnTo>
                  <a:lnTo>
                    <a:pt x="16871" y="3375"/>
                  </a:lnTo>
                  <a:lnTo>
                    <a:pt x="17046" y="3375"/>
                  </a:lnTo>
                  <a:lnTo>
                    <a:pt x="17162" y="3317"/>
                  </a:lnTo>
                  <a:lnTo>
                    <a:pt x="17162" y="3317"/>
                  </a:lnTo>
                  <a:lnTo>
                    <a:pt x="17279" y="3200"/>
                  </a:lnTo>
                  <a:lnTo>
                    <a:pt x="17337" y="3084"/>
                  </a:lnTo>
                  <a:lnTo>
                    <a:pt x="17337" y="2968"/>
                  </a:lnTo>
                  <a:lnTo>
                    <a:pt x="17279" y="2793"/>
                  </a:lnTo>
                  <a:lnTo>
                    <a:pt x="17279" y="2793"/>
                  </a:lnTo>
                  <a:lnTo>
                    <a:pt x="17221" y="2735"/>
                  </a:lnTo>
                  <a:lnTo>
                    <a:pt x="17395" y="2619"/>
                  </a:lnTo>
                  <a:lnTo>
                    <a:pt x="17395" y="2619"/>
                  </a:lnTo>
                  <a:lnTo>
                    <a:pt x="17395" y="2619"/>
                  </a:lnTo>
                  <a:lnTo>
                    <a:pt x="17453" y="2735"/>
                  </a:lnTo>
                  <a:lnTo>
                    <a:pt x="17453" y="2735"/>
                  </a:lnTo>
                  <a:lnTo>
                    <a:pt x="17570" y="2793"/>
                  </a:lnTo>
                  <a:lnTo>
                    <a:pt x="17686" y="2851"/>
                  </a:lnTo>
                  <a:lnTo>
                    <a:pt x="17802" y="2910"/>
                  </a:lnTo>
                  <a:lnTo>
                    <a:pt x="17919" y="2851"/>
                  </a:lnTo>
                  <a:lnTo>
                    <a:pt x="17919" y="2851"/>
                  </a:lnTo>
                  <a:lnTo>
                    <a:pt x="18035" y="2735"/>
                  </a:lnTo>
                  <a:lnTo>
                    <a:pt x="18093" y="2619"/>
                  </a:lnTo>
                  <a:lnTo>
                    <a:pt x="18093" y="2502"/>
                  </a:lnTo>
                  <a:lnTo>
                    <a:pt x="18093" y="2328"/>
                  </a:lnTo>
                  <a:lnTo>
                    <a:pt x="18093" y="2328"/>
                  </a:lnTo>
                  <a:lnTo>
                    <a:pt x="17977" y="2211"/>
                  </a:lnTo>
                  <a:lnTo>
                    <a:pt x="17802" y="2153"/>
                  </a:lnTo>
                  <a:lnTo>
                    <a:pt x="17802" y="2153"/>
                  </a:lnTo>
                  <a:lnTo>
                    <a:pt x="17919" y="1921"/>
                  </a:lnTo>
                  <a:lnTo>
                    <a:pt x="17919" y="1630"/>
                  </a:lnTo>
                  <a:lnTo>
                    <a:pt x="17919" y="1339"/>
                  </a:lnTo>
                  <a:lnTo>
                    <a:pt x="17802" y="1048"/>
                  </a:lnTo>
                  <a:lnTo>
                    <a:pt x="17802" y="1048"/>
                  </a:lnTo>
                  <a:lnTo>
                    <a:pt x="17570" y="815"/>
                  </a:lnTo>
                  <a:lnTo>
                    <a:pt x="17337" y="641"/>
                  </a:lnTo>
                  <a:lnTo>
                    <a:pt x="17104" y="524"/>
                  </a:lnTo>
                  <a:lnTo>
                    <a:pt x="16813" y="466"/>
                  </a:lnTo>
                  <a:lnTo>
                    <a:pt x="16813" y="466"/>
                  </a:lnTo>
                  <a:lnTo>
                    <a:pt x="16813" y="350"/>
                  </a:lnTo>
                  <a:lnTo>
                    <a:pt x="16755" y="175"/>
                  </a:lnTo>
                  <a:lnTo>
                    <a:pt x="16755" y="175"/>
                  </a:lnTo>
                  <a:lnTo>
                    <a:pt x="16639" y="59"/>
                  </a:lnTo>
                  <a:lnTo>
                    <a:pt x="16522" y="1"/>
                  </a:lnTo>
                  <a:lnTo>
                    <a:pt x="16406" y="1"/>
                  </a:lnTo>
                  <a:lnTo>
                    <a:pt x="16232" y="59"/>
                  </a:lnTo>
                  <a:lnTo>
                    <a:pt x="16232" y="59"/>
                  </a:lnTo>
                  <a:lnTo>
                    <a:pt x="16173" y="175"/>
                  </a:lnTo>
                  <a:lnTo>
                    <a:pt x="16115" y="292"/>
                  </a:lnTo>
                  <a:lnTo>
                    <a:pt x="16115" y="408"/>
                  </a:lnTo>
                  <a:lnTo>
                    <a:pt x="16115" y="583"/>
                  </a:lnTo>
                  <a:lnTo>
                    <a:pt x="16115" y="583"/>
                  </a:lnTo>
                  <a:lnTo>
                    <a:pt x="16232" y="641"/>
                  </a:lnTo>
                  <a:lnTo>
                    <a:pt x="16173" y="641"/>
                  </a:lnTo>
                  <a:lnTo>
                    <a:pt x="15999" y="757"/>
                  </a:lnTo>
                  <a:lnTo>
                    <a:pt x="15999" y="757"/>
                  </a:lnTo>
                  <a:lnTo>
                    <a:pt x="15999" y="641"/>
                  </a:lnTo>
                  <a:lnTo>
                    <a:pt x="15999" y="641"/>
                  </a:lnTo>
                  <a:lnTo>
                    <a:pt x="15882" y="583"/>
                  </a:lnTo>
                  <a:lnTo>
                    <a:pt x="15766" y="524"/>
                  </a:lnTo>
                  <a:lnTo>
                    <a:pt x="15592" y="524"/>
                  </a:lnTo>
                  <a:lnTo>
                    <a:pt x="15475" y="524"/>
                  </a:lnTo>
                  <a:lnTo>
                    <a:pt x="15475" y="524"/>
                  </a:lnTo>
                  <a:lnTo>
                    <a:pt x="15359" y="641"/>
                  </a:lnTo>
                  <a:lnTo>
                    <a:pt x="15301" y="757"/>
                  </a:lnTo>
                  <a:lnTo>
                    <a:pt x="15301" y="932"/>
                  </a:lnTo>
                  <a:lnTo>
                    <a:pt x="15359" y="1048"/>
                  </a:lnTo>
                  <a:lnTo>
                    <a:pt x="15359" y="1048"/>
                  </a:lnTo>
                  <a:lnTo>
                    <a:pt x="15417" y="1106"/>
                  </a:lnTo>
                  <a:lnTo>
                    <a:pt x="15243" y="1222"/>
                  </a:lnTo>
                  <a:lnTo>
                    <a:pt x="15243" y="1222"/>
                  </a:lnTo>
                  <a:lnTo>
                    <a:pt x="15243" y="1222"/>
                  </a:lnTo>
                  <a:lnTo>
                    <a:pt x="15184" y="1164"/>
                  </a:lnTo>
                  <a:lnTo>
                    <a:pt x="15184" y="1164"/>
                  </a:lnTo>
                  <a:lnTo>
                    <a:pt x="15068" y="1048"/>
                  </a:lnTo>
                  <a:lnTo>
                    <a:pt x="14952" y="990"/>
                  </a:lnTo>
                  <a:lnTo>
                    <a:pt x="14835" y="990"/>
                  </a:lnTo>
                  <a:lnTo>
                    <a:pt x="14719" y="1048"/>
                  </a:lnTo>
                  <a:lnTo>
                    <a:pt x="14719" y="1048"/>
                  </a:lnTo>
                  <a:lnTo>
                    <a:pt x="14603" y="1106"/>
                  </a:lnTo>
                  <a:lnTo>
                    <a:pt x="14544" y="1222"/>
                  </a:lnTo>
                  <a:lnTo>
                    <a:pt x="14544" y="1397"/>
                  </a:lnTo>
                  <a:lnTo>
                    <a:pt x="14544" y="1513"/>
                  </a:lnTo>
                  <a:lnTo>
                    <a:pt x="14544" y="1513"/>
                  </a:lnTo>
                  <a:lnTo>
                    <a:pt x="14661" y="1630"/>
                  </a:lnTo>
                  <a:lnTo>
                    <a:pt x="14835" y="1688"/>
                  </a:lnTo>
                  <a:lnTo>
                    <a:pt x="14835" y="1688"/>
                  </a:lnTo>
                  <a:lnTo>
                    <a:pt x="14719" y="1862"/>
                  </a:lnTo>
                  <a:lnTo>
                    <a:pt x="14719" y="2095"/>
                  </a:lnTo>
                  <a:lnTo>
                    <a:pt x="9658" y="5120"/>
                  </a:lnTo>
                  <a:lnTo>
                    <a:pt x="9658" y="5120"/>
                  </a:lnTo>
                  <a:lnTo>
                    <a:pt x="9134" y="4713"/>
                  </a:lnTo>
                  <a:lnTo>
                    <a:pt x="8669" y="4422"/>
                  </a:lnTo>
                  <a:lnTo>
                    <a:pt x="8087" y="4131"/>
                  </a:lnTo>
                  <a:lnTo>
                    <a:pt x="7796" y="4073"/>
                  </a:lnTo>
                  <a:lnTo>
                    <a:pt x="7447" y="4015"/>
                  </a:lnTo>
                  <a:lnTo>
                    <a:pt x="7156" y="4015"/>
                  </a:lnTo>
                  <a:lnTo>
                    <a:pt x="6807" y="4073"/>
                  </a:lnTo>
                  <a:lnTo>
                    <a:pt x="6458" y="4189"/>
                  </a:lnTo>
                  <a:lnTo>
                    <a:pt x="6167" y="4422"/>
                  </a:lnTo>
                  <a:lnTo>
                    <a:pt x="5818" y="4713"/>
                  </a:lnTo>
                  <a:lnTo>
                    <a:pt x="5527" y="5062"/>
                  </a:lnTo>
                  <a:lnTo>
                    <a:pt x="5527" y="5062"/>
                  </a:lnTo>
                  <a:lnTo>
                    <a:pt x="5411" y="5237"/>
                  </a:lnTo>
                  <a:lnTo>
                    <a:pt x="5236" y="5411"/>
                  </a:lnTo>
                  <a:lnTo>
                    <a:pt x="5004" y="5644"/>
                  </a:lnTo>
                  <a:lnTo>
                    <a:pt x="4771" y="5818"/>
                  </a:lnTo>
                  <a:lnTo>
                    <a:pt x="4422" y="5935"/>
                  </a:lnTo>
                  <a:lnTo>
                    <a:pt x="4073" y="5993"/>
                  </a:lnTo>
                  <a:lnTo>
                    <a:pt x="3666" y="5877"/>
                  </a:lnTo>
                  <a:lnTo>
                    <a:pt x="3666" y="5877"/>
                  </a:lnTo>
                  <a:lnTo>
                    <a:pt x="3084" y="5760"/>
                  </a:lnTo>
                  <a:lnTo>
                    <a:pt x="2502" y="5760"/>
                  </a:lnTo>
                  <a:lnTo>
                    <a:pt x="2153" y="5760"/>
                  </a:lnTo>
                  <a:lnTo>
                    <a:pt x="1862" y="5877"/>
                  </a:lnTo>
                  <a:lnTo>
                    <a:pt x="1571" y="5993"/>
                  </a:lnTo>
                  <a:lnTo>
                    <a:pt x="1280" y="6109"/>
                  </a:lnTo>
                  <a:lnTo>
                    <a:pt x="989" y="6342"/>
                  </a:lnTo>
                  <a:lnTo>
                    <a:pt x="757" y="6575"/>
                  </a:lnTo>
                  <a:lnTo>
                    <a:pt x="524" y="6866"/>
                  </a:lnTo>
                  <a:lnTo>
                    <a:pt x="350" y="7156"/>
                  </a:lnTo>
                  <a:lnTo>
                    <a:pt x="175" y="7505"/>
                  </a:lnTo>
                  <a:lnTo>
                    <a:pt x="59" y="7913"/>
                  </a:lnTo>
                  <a:lnTo>
                    <a:pt x="1" y="8378"/>
                  </a:lnTo>
                  <a:lnTo>
                    <a:pt x="1" y="8902"/>
                  </a:lnTo>
                  <a:lnTo>
                    <a:pt x="1" y="8902"/>
                  </a:lnTo>
                  <a:lnTo>
                    <a:pt x="59" y="9658"/>
                  </a:lnTo>
                  <a:lnTo>
                    <a:pt x="233" y="10356"/>
                  </a:lnTo>
                  <a:lnTo>
                    <a:pt x="466" y="10996"/>
                  </a:lnTo>
                  <a:lnTo>
                    <a:pt x="757" y="11520"/>
                  </a:lnTo>
                  <a:lnTo>
                    <a:pt x="757" y="11520"/>
                  </a:lnTo>
                  <a:close/>
                </a:path>
              </a:pathLst>
            </a:custGeom>
            <a:solidFill>
              <a:schemeClr val="accent4"/>
            </a:solidFill>
            <a:ln w="76200" cap="flat" cmpd="sng">
              <a:solidFill>
                <a:schemeClr val="accent4"/>
              </a:solidFill>
              <a:prstDash val="solid"/>
              <a:round/>
              <a:headEnd type="none" w="sm" len="sm"/>
              <a:tailEnd type="none" w="sm" len="sm"/>
            </a:ln>
            <a:effectLst>
              <a:outerShdw blurRad="57150" algn="bl" rotWithShape="0">
                <a:schemeClr val="accent3">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93" name="Google Shape;1493;p43"/>
            <p:cNvGrpSpPr/>
            <p:nvPr/>
          </p:nvGrpSpPr>
          <p:grpSpPr>
            <a:xfrm>
              <a:off x="789350" y="3615675"/>
              <a:ext cx="452350" cy="343275"/>
              <a:chOff x="789350" y="3615675"/>
              <a:chExt cx="452350" cy="343275"/>
            </a:xfrm>
          </p:grpSpPr>
          <p:sp>
            <p:nvSpPr>
              <p:cNvPr id="1494" name="Google Shape;1494;p43"/>
              <p:cNvSpPr/>
              <p:nvPr/>
            </p:nvSpPr>
            <p:spPr>
              <a:xfrm>
                <a:off x="789350" y="3714575"/>
                <a:ext cx="264725" cy="244375"/>
              </a:xfrm>
              <a:custGeom>
                <a:avLst/>
                <a:gdLst/>
                <a:ahLst/>
                <a:cxnLst/>
                <a:rect l="l" t="t" r="r" b="b"/>
                <a:pathLst>
                  <a:path w="10589" h="9775" extrusionOk="0">
                    <a:moveTo>
                      <a:pt x="7214" y="1"/>
                    </a:moveTo>
                    <a:lnTo>
                      <a:pt x="6865" y="59"/>
                    </a:lnTo>
                    <a:lnTo>
                      <a:pt x="6516" y="175"/>
                    </a:lnTo>
                    <a:lnTo>
                      <a:pt x="6167" y="408"/>
                    </a:lnTo>
                    <a:lnTo>
                      <a:pt x="5876" y="699"/>
                    </a:lnTo>
                    <a:lnTo>
                      <a:pt x="5527" y="1106"/>
                    </a:lnTo>
                    <a:lnTo>
                      <a:pt x="5411" y="1281"/>
                    </a:lnTo>
                    <a:lnTo>
                      <a:pt x="5236" y="1455"/>
                    </a:lnTo>
                    <a:lnTo>
                      <a:pt x="5004" y="1630"/>
                    </a:lnTo>
                    <a:lnTo>
                      <a:pt x="4771" y="1804"/>
                    </a:lnTo>
                    <a:lnTo>
                      <a:pt x="4422" y="1979"/>
                    </a:lnTo>
                    <a:lnTo>
                      <a:pt x="4073" y="1979"/>
                    </a:lnTo>
                    <a:lnTo>
                      <a:pt x="3666" y="1921"/>
                    </a:lnTo>
                    <a:lnTo>
                      <a:pt x="3084" y="1804"/>
                    </a:lnTo>
                    <a:lnTo>
                      <a:pt x="2502" y="1746"/>
                    </a:lnTo>
                    <a:lnTo>
                      <a:pt x="2153" y="1804"/>
                    </a:lnTo>
                    <a:lnTo>
                      <a:pt x="1862" y="1862"/>
                    </a:lnTo>
                    <a:lnTo>
                      <a:pt x="1571" y="1979"/>
                    </a:lnTo>
                    <a:lnTo>
                      <a:pt x="1280" y="2153"/>
                    </a:lnTo>
                    <a:lnTo>
                      <a:pt x="989" y="2328"/>
                    </a:lnTo>
                    <a:lnTo>
                      <a:pt x="757" y="2619"/>
                    </a:lnTo>
                    <a:lnTo>
                      <a:pt x="524" y="2851"/>
                    </a:lnTo>
                    <a:lnTo>
                      <a:pt x="350" y="3200"/>
                    </a:lnTo>
                    <a:lnTo>
                      <a:pt x="175" y="3549"/>
                    </a:lnTo>
                    <a:lnTo>
                      <a:pt x="59" y="3957"/>
                    </a:lnTo>
                    <a:lnTo>
                      <a:pt x="1" y="4422"/>
                    </a:lnTo>
                    <a:lnTo>
                      <a:pt x="1" y="4946"/>
                    </a:lnTo>
                    <a:lnTo>
                      <a:pt x="59" y="5702"/>
                    </a:lnTo>
                    <a:lnTo>
                      <a:pt x="233" y="6400"/>
                    </a:lnTo>
                    <a:lnTo>
                      <a:pt x="466" y="6982"/>
                    </a:lnTo>
                    <a:lnTo>
                      <a:pt x="757" y="7505"/>
                    </a:lnTo>
                    <a:lnTo>
                      <a:pt x="1106" y="7971"/>
                    </a:lnTo>
                    <a:lnTo>
                      <a:pt x="1513" y="8436"/>
                    </a:lnTo>
                    <a:lnTo>
                      <a:pt x="2037" y="8843"/>
                    </a:lnTo>
                    <a:lnTo>
                      <a:pt x="2618" y="9251"/>
                    </a:lnTo>
                    <a:lnTo>
                      <a:pt x="3084" y="9483"/>
                    </a:lnTo>
                    <a:lnTo>
                      <a:pt x="3491" y="9600"/>
                    </a:lnTo>
                    <a:lnTo>
                      <a:pt x="3898" y="9716"/>
                    </a:lnTo>
                    <a:lnTo>
                      <a:pt x="4306" y="9774"/>
                    </a:lnTo>
                    <a:lnTo>
                      <a:pt x="4713" y="9716"/>
                    </a:lnTo>
                    <a:lnTo>
                      <a:pt x="5062" y="9658"/>
                    </a:lnTo>
                    <a:lnTo>
                      <a:pt x="5353" y="9542"/>
                    </a:lnTo>
                    <a:lnTo>
                      <a:pt x="5644" y="9367"/>
                    </a:lnTo>
                    <a:lnTo>
                      <a:pt x="5934" y="9193"/>
                    </a:lnTo>
                    <a:lnTo>
                      <a:pt x="6167" y="9018"/>
                    </a:lnTo>
                    <a:lnTo>
                      <a:pt x="6400" y="8727"/>
                    </a:lnTo>
                    <a:lnTo>
                      <a:pt x="6574" y="8494"/>
                    </a:lnTo>
                    <a:lnTo>
                      <a:pt x="6865" y="7913"/>
                    </a:lnTo>
                    <a:lnTo>
                      <a:pt x="6982" y="7331"/>
                    </a:lnTo>
                    <a:lnTo>
                      <a:pt x="7098" y="6982"/>
                    </a:lnTo>
                    <a:lnTo>
                      <a:pt x="7272" y="6691"/>
                    </a:lnTo>
                    <a:lnTo>
                      <a:pt x="7563" y="6458"/>
                    </a:lnTo>
                    <a:lnTo>
                      <a:pt x="7854" y="6284"/>
                    </a:lnTo>
                    <a:lnTo>
                      <a:pt x="8087" y="6167"/>
                    </a:lnTo>
                    <a:lnTo>
                      <a:pt x="8320" y="6109"/>
                    </a:lnTo>
                    <a:lnTo>
                      <a:pt x="8552" y="6051"/>
                    </a:lnTo>
                    <a:lnTo>
                      <a:pt x="9076" y="5993"/>
                    </a:lnTo>
                    <a:lnTo>
                      <a:pt x="9483" y="5818"/>
                    </a:lnTo>
                    <a:lnTo>
                      <a:pt x="9832" y="5644"/>
                    </a:lnTo>
                    <a:lnTo>
                      <a:pt x="10065" y="5353"/>
                    </a:lnTo>
                    <a:lnTo>
                      <a:pt x="10298" y="5120"/>
                    </a:lnTo>
                    <a:lnTo>
                      <a:pt x="10414" y="4771"/>
                    </a:lnTo>
                    <a:lnTo>
                      <a:pt x="10530" y="4480"/>
                    </a:lnTo>
                    <a:lnTo>
                      <a:pt x="10588" y="4131"/>
                    </a:lnTo>
                    <a:lnTo>
                      <a:pt x="10588" y="3491"/>
                    </a:lnTo>
                    <a:lnTo>
                      <a:pt x="10530" y="2910"/>
                    </a:lnTo>
                    <a:lnTo>
                      <a:pt x="10414" y="2386"/>
                    </a:lnTo>
                    <a:lnTo>
                      <a:pt x="9658" y="1164"/>
                    </a:lnTo>
                    <a:lnTo>
                      <a:pt x="9250" y="815"/>
                    </a:lnTo>
                    <a:lnTo>
                      <a:pt x="8785" y="524"/>
                    </a:lnTo>
                    <a:lnTo>
                      <a:pt x="8203" y="233"/>
                    </a:lnTo>
                    <a:lnTo>
                      <a:pt x="7912" y="117"/>
                    </a:lnTo>
                    <a:lnTo>
                      <a:pt x="7563" y="59"/>
                    </a:lnTo>
                    <a:lnTo>
                      <a:pt x="721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1495;p43"/>
              <p:cNvSpPr/>
              <p:nvPr/>
            </p:nvSpPr>
            <p:spPr>
              <a:xfrm>
                <a:off x="808250" y="3759675"/>
                <a:ext cx="245825" cy="199275"/>
              </a:xfrm>
              <a:custGeom>
                <a:avLst/>
                <a:gdLst/>
                <a:ahLst/>
                <a:cxnLst/>
                <a:rect l="l" t="t" r="r" b="b"/>
                <a:pathLst>
                  <a:path w="9833" h="7971" extrusionOk="0">
                    <a:moveTo>
                      <a:pt x="9309" y="0"/>
                    </a:moveTo>
                    <a:lnTo>
                      <a:pt x="1" y="5701"/>
                    </a:lnTo>
                    <a:lnTo>
                      <a:pt x="350" y="6167"/>
                    </a:lnTo>
                    <a:lnTo>
                      <a:pt x="757" y="6632"/>
                    </a:lnTo>
                    <a:lnTo>
                      <a:pt x="1281" y="7039"/>
                    </a:lnTo>
                    <a:lnTo>
                      <a:pt x="1862" y="7447"/>
                    </a:lnTo>
                    <a:lnTo>
                      <a:pt x="2328" y="7679"/>
                    </a:lnTo>
                    <a:lnTo>
                      <a:pt x="2735" y="7796"/>
                    </a:lnTo>
                    <a:lnTo>
                      <a:pt x="3142" y="7912"/>
                    </a:lnTo>
                    <a:lnTo>
                      <a:pt x="3550" y="7970"/>
                    </a:lnTo>
                    <a:lnTo>
                      <a:pt x="3957" y="7912"/>
                    </a:lnTo>
                    <a:lnTo>
                      <a:pt x="4306" y="7854"/>
                    </a:lnTo>
                    <a:lnTo>
                      <a:pt x="4597" y="7738"/>
                    </a:lnTo>
                    <a:lnTo>
                      <a:pt x="4888" y="7563"/>
                    </a:lnTo>
                    <a:lnTo>
                      <a:pt x="5178" y="7389"/>
                    </a:lnTo>
                    <a:lnTo>
                      <a:pt x="5411" y="7214"/>
                    </a:lnTo>
                    <a:lnTo>
                      <a:pt x="5644" y="6923"/>
                    </a:lnTo>
                    <a:lnTo>
                      <a:pt x="5818" y="6690"/>
                    </a:lnTo>
                    <a:lnTo>
                      <a:pt x="6109" y="6109"/>
                    </a:lnTo>
                    <a:lnTo>
                      <a:pt x="6226" y="5527"/>
                    </a:lnTo>
                    <a:lnTo>
                      <a:pt x="6342" y="5178"/>
                    </a:lnTo>
                    <a:lnTo>
                      <a:pt x="6516" y="4887"/>
                    </a:lnTo>
                    <a:lnTo>
                      <a:pt x="6807" y="4654"/>
                    </a:lnTo>
                    <a:lnTo>
                      <a:pt x="7098" y="4480"/>
                    </a:lnTo>
                    <a:lnTo>
                      <a:pt x="7331" y="4363"/>
                    </a:lnTo>
                    <a:lnTo>
                      <a:pt x="7564" y="4305"/>
                    </a:lnTo>
                    <a:lnTo>
                      <a:pt x="7796" y="4247"/>
                    </a:lnTo>
                    <a:lnTo>
                      <a:pt x="8320" y="4189"/>
                    </a:lnTo>
                    <a:lnTo>
                      <a:pt x="8727" y="4014"/>
                    </a:lnTo>
                    <a:lnTo>
                      <a:pt x="9076" y="3840"/>
                    </a:lnTo>
                    <a:lnTo>
                      <a:pt x="9309" y="3549"/>
                    </a:lnTo>
                    <a:lnTo>
                      <a:pt x="9542" y="3316"/>
                    </a:lnTo>
                    <a:lnTo>
                      <a:pt x="9658" y="2967"/>
                    </a:lnTo>
                    <a:lnTo>
                      <a:pt x="9774" y="2676"/>
                    </a:lnTo>
                    <a:lnTo>
                      <a:pt x="9832" y="2327"/>
                    </a:lnTo>
                    <a:lnTo>
                      <a:pt x="9832" y="1687"/>
                    </a:lnTo>
                    <a:lnTo>
                      <a:pt x="9774" y="1106"/>
                    </a:lnTo>
                    <a:lnTo>
                      <a:pt x="9658" y="582"/>
                    </a:lnTo>
                    <a:lnTo>
                      <a:pt x="930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6" name="Google Shape;1496;p43"/>
              <p:cNvSpPr/>
              <p:nvPr/>
            </p:nvSpPr>
            <p:spPr>
              <a:xfrm>
                <a:off x="808250" y="3759675"/>
                <a:ext cx="245825" cy="199275"/>
              </a:xfrm>
              <a:custGeom>
                <a:avLst/>
                <a:gdLst/>
                <a:ahLst/>
                <a:cxnLst/>
                <a:rect l="l" t="t" r="r" b="b"/>
                <a:pathLst>
                  <a:path w="9833" h="7971" fill="none" extrusionOk="0">
                    <a:moveTo>
                      <a:pt x="9309" y="0"/>
                    </a:moveTo>
                    <a:lnTo>
                      <a:pt x="9658" y="582"/>
                    </a:lnTo>
                    <a:lnTo>
                      <a:pt x="9658" y="582"/>
                    </a:lnTo>
                    <a:lnTo>
                      <a:pt x="9774" y="1106"/>
                    </a:lnTo>
                    <a:lnTo>
                      <a:pt x="9832" y="1687"/>
                    </a:lnTo>
                    <a:lnTo>
                      <a:pt x="9832" y="2327"/>
                    </a:lnTo>
                    <a:lnTo>
                      <a:pt x="9774" y="2676"/>
                    </a:lnTo>
                    <a:lnTo>
                      <a:pt x="9658" y="2967"/>
                    </a:lnTo>
                    <a:lnTo>
                      <a:pt x="9542" y="3316"/>
                    </a:lnTo>
                    <a:lnTo>
                      <a:pt x="9309" y="3549"/>
                    </a:lnTo>
                    <a:lnTo>
                      <a:pt x="9076" y="3840"/>
                    </a:lnTo>
                    <a:lnTo>
                      <a:pt x="8727" y="4014"/>
                    </a:lnTo>
                    <a:lnTo>
                      <a:pt x="8320" y="4189"/>
                    </a:lnTo>
                    <a:lnTo>
                      <a:pt x="7796" y="4247"/>
                    </a:lnTo>
                    <a:lnTo>
                      <a:pt x="7796" y="4247"/>
                    </a:lnTo>
                    <a:lnTo>
                      <a:pt x="7564" y="4305"/>
                    </a:lnTo>
                    <a:lnTo>
                      <a:pt x="7331" y="4363"/>
                    </a:lnTo>
                    <a:lnTo>
                      <a:pt x="7098" y="4480"/>
                    </a:lnTo>
                    <a:lnTo>
                      <a:pt x="6807" y="4654"/>
                    </a:lnTo>
                    <a:lnTo>
                      <a:pt x="6516" y="4887"/>
                    </a:lnTo>
                    <a:lnTo>
                      <a:pt x="6342" y="5178"/>
                    </a:lnTo>
                    <a:lnTo>
                      <a:pt x="6226" y="5527"/>
                    </a:lnTo>
                    <a:lnTo>
                      <a:pt x="6226" y="5527"/>
                    </a:lnTo>
                    <a:lnTo>
                      <a:pt x="6109" y="6109"/>
                    </a:lnTo>
                    <a:lnTo>
                      <a:pt x="5818" y="6690"/>
                    </a:lnTo>
                    <a:lnTo>
                      <a:pt x="5644" y="6923"/>
                    </a:lnTo>
                    <a:lnTo>
                      <a:pt x="5411" y="7214"/>
                    </a:lnTo>
                    <a:lnTo>
                      <a:pt x="5178" y="7389"/>
                    </a:lnTo>
                    <a:lnTo>
                      <a:pt x="4888" y="7563"/>
                    </a:lnTo>
                    <a:lnTo>
                      <a:pt x="4597" y="7738"/>
                    </a:lnTo>
                    <a:lnTo>
                      <a:pt x="4306" y="7854"/>
                    </a:lnTo>
                    <a:lnTo>
                      <a:pt x="3957" y="7912"/>
                    </a:lnTo>
                    <a:lnTo>
                      <a:pt x="3550" y="7970"/>
                    </a:lnTo>
                    <a:lnTo>
                      <a:pt x="3142" y="7912"/>
                    </a:lnTo>
                    <a:lnTo>
                      <a:pt x="2735" y="7796"/>
                    </a:lnTo>
                    <a:lnTo>
                      <a:pt x="2328" y="7679"/>
                    </a:lnTo>
                    <a:lnTo>
                      <a:pt x="1862" y="7447"/>
                    </a:lnTo>
                    <a:lnTo>
                      <a:pt x="1862" y="7447"/>
                    </a:lnTo>
                    <a:lnTo>
                      <a:pt x="1281" y="7039"/>
                    </a:lnTo>
                    <a:lnTo>
                      <a:pt x="757" y="6632"/>
                    </a:lnTo>
                    <a:lnTo>
                      <a:pt x="350" y="6167"/>
                    </a:lnTo>
                    <a:lnTo>
                      <a:pt x="1" y="5701"/>
                    </a:lnTo>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7" name="Google Shape;1497;p43"/>
              <p:cNvSpPr/>
              <p:nvPr/>
            </p:nvSpPr>
            <p:spPr>
              <a:xfrm>
                <a:off x="918800" y="3766950"/>
                <a:ext cx="81450" cy="81450"/>
              </a:xfrm>
              <a:custGeom>
                <a:avLst/>
                <a:gdLst/>
                <a:ahLst/>
                <a:cxnLst/>
                <a:rect l="l" t="t" r="r" b="b"/>
                <a:pathLst>
                  <a:path w="3258" h="3258" extrusionOk="0">
                    <a:moveTo>
                      <a:pt x="1396" y="0"/>
                    </a:moveTo>
                    <a:lnTo>
                      <a:pt x="1105" y="58"/>
                    </a:lnTo>
                    <a:lnTo>
                      <a:pt x="815" y="233"/>
                    </a:lnTo>
                    <a:lnTo>
                      <a:pt x="524" y="407"/>
                    </a:lnTo>
                    <a:lnTo>
                      <a:pt x="349" y="640"/>
                    </a:lnTo>
                    <a:lnTo>
                      <a:pt x="175" y="931"/>
                    </a:lnTo>
                    <a:lnTo>
                      <a:pt x="58" y="1222"/>
                    </a:lnTo>
                    <a:lnTo>
                      <a:pt x="0" y="1513"/>
                    </a:lnTo>
                    <a:lnTo>
                      <a:pt x="58" y="1862"/>
                    </a:lnTo>
                    <a:lnTo>
                      <a:pt x="116" y="2153"/>
                    </a:lnTo>
                    <a:lnTo>
                      <a:pt x="233" y="2443"/>
                    </a:lnTo>
                    <a:lnTo>
                      <a:pt x="466" y="2734"/>
                    </a:lnTo>
                    <a:lnTo>
                      <a:pt x="698" y="2909"/>
                    </a:lnTo>
                    <a:lnTo>
                      <a:pt x="989" y="3083"/>
                    </a:lnTo>
                    <a:lnTo>
                      <a:pt x="1280" y="3200"/>
                    </a:lnTo>
                    <a:lnTo>
                      <a:pt x="1571" y="3258"/>
                    </a:lnTo>
                    <a:lnTo>
                      <a:pt x="1862" y="3200"/>
                    </a:lnTo>
                    <a:lnTo>
                      <a:pt x="2211" y="3142"/>
                    </a:lnTo>
                    <a:lnTo>
                      <a:pt x="2502" y="3025"/>
                    </a:lnTo>
                    <a:lnTo>
                      <a:pt x="2734" y="2793"/>
                    </a:lnTo>
                    <a:lnTo>
                      <a:pt x="2967" y="2560"/>
                    </a:lnTo>
                    <a:lnTo>
                      <a:pt x="3142" y="2269"/>
                    </a:lnTo>
                    <a:lnTo>
                      <a:pt x="3200" y="1978"/>
                    </a:lnTo>
                    <a:lnTo>
                      <a:pt x="3258" y="1687"/>
                    </a:lnTo>
                    <a:lnTo>
                      <a:pt x="3258" y="1396"/>
                    </a:lnTo>
                    <a:lnTo>
                      <a:pt x="3200" y="1047"/>
                    </a:lnTo>
                    <a:lnTo>
                      <a:pt x="3025" y="756"/>
                    </a:lnTo>
                    <a:lnTo>
                      <a:pt x="2851" y="524"/>
                    </a:lnTo>
                    <a:lnTo>
                      <a:pt x="2618" y="291"/>
                    </a:lnTo>
                    <a:lnTo>
                      <a:pt x="2327" y="116"/>
                    </a:lnTo>
                    <a:lnTo>
                      <a:pt x="2036" y="58"/>
                    </a:lnTo>
                    <a:lnTo>
                      <a:pt x="174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8" name="Google Shape;1498;p43"/>
              <p:cNvSpPr/>
              <p:nvPr/>
            </p:nvSpPr>
            <p:spPr>
              <a:xfrm>
                <a:off x="837350" y="3828025"/>
                <a:ext cx="53825" cy="75650"/>
              </a:xfrm>
              <a:custGeom>
                <a:avLst/>
                <a:gdLst/>
                <a:ahLst/>
                <a:cxnLst/>
                <a:rect l="l" t="t" r="r" b="b"/>
                <a:pathLst>
                  <a:path w="2153" h="3026" extrusionOk="0">
                    <a:moveTo>
                      <a:pt x="466" y="0"/>
                    </a:moveTo>
                    <a:lnTo>
                      <a:pt x="0" y="233"/>
                    </a:lnTo>
                    <a:lnTo>
                      <a:pt x="1687" y="3026"/>
                    </a:lnTo>
                    <a:lnTo>
                      <a:pt x="2153" y="2735"/>
                    </a:lnTo>
                    <a:lnTo>
                      <a:pt x="46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9" name="Google Shape;1499;p43"/>
              <p:cNvSpPr/>
              <p:nvPr/>
            </p:nvSpPr>
            <p:spPr>
              <a:xfrm>
                <a:off x="972600" y="3662225"/>
                <a:ext cx="209450" cy="146925"/>
              </a:xfrm>
              <a:custGeom>
                <a:avLst/>
                <a:gdLst/>
                <a:ahLst/>
                <a:cxnLst/>
                <a:rect l="l" t="t" r="r" b="b"/>
                <a:pathLst>
                  <a:path w="8378" h="5877" extrusionOk="0">
                    <a:moveTo>
                      <a:pt x="7680" y="0"/>
                    </a:moveTo>
                    <a:lnTo>
                      <a:pt x="1" y="4654"/>
                    </a:lnTo>
                    <a:lnTo>
                      <a:pt x="757" y="5876"/>
                    </a:lnTo>
                    <a:lnTo>
                      <a:pt x="8378" y="1222"/>
                    </a:lnTo>
                    <a:lnTo>
                      <a:pt x="768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0" name="Google Shape;1500;p43"/>
              <p:cNvSpPr/>
              <p:nvPr/>
            </p:nvSpPr>
            <p:spPr>
              <a:xfrm>
                <a:off x="1157300" y="3627325"/>
                <a:ext cx="80025" cy="72725"/>
              </a:xfrm>
              <a:custGeom>
                <a:avLst/>
                <a:gdLst/>
                <a:ahLst/>
                <a:cxnLst/>
                <a:rect l="l" t="t" r="r" b="b"/>
                <a:pathLst>
                  <a:path w="3201" h="2909" extrusionOk="0">
                    <a:moveTo>
                      <a:pt x="1921" y="0"/>
                    </a:moveTo>
                    <a:lnTo>
                      <a:pt x="1688" y="58"/>
                    </a:lnTo>
                    <a:lnTo>
                      <a:pt x="1455" y="175"/>
                    </a:lnTo>
                    <a:lnTo>
                      <a:pt x="525" y="756"/>
                    </a:lnTo>
                    <a:lnTo>
                      <a:pt x="350" y="873"/>
                    </a:lnTo>
                    <a:lnTo>
                      <a:pt x="176" y="1047"/>
                    </a:lnTo>
                    <a:lnTo>
                      <a:pt x="59" y="1222"/>
                    </a:lnTo>
                    <a:lnTo>
                      <a:pt x="1" y="1455"/>
                    </a:lnTo>
                    <a:lnTo>
                      <a:pt x="1" y="1687"/>
                    </a:lnTo>
                    <a:lnTo>
                      <a:pt x="1" y="1920"/>
                    </a:lnTo>
                    <a:lnTo>
                      <a:pt x="59" y="2094"/>
                    </a:lnTo>
                    <a:lnTo>
                      <a:pt x="117" y="2327"/>
                    </a:lnTo>
                    <a:lnTo>
                      <a:pt x="292" y="2502"/>
                    </a:lnTo>
                    <a:lnTo>
                      <a:pt x="466" y="2676"/>
                    </a:lnTo>
                    <a:lnTo>
                      <a:pt x="641" y="2793"/>
                    </a:lnTo>
                    <a:lnTo>
                      <a:pt x="874" y="2851"/>
                    </a:lnTo>
                    <a:lnTo>
                      <a:pt x="1048" y="2909"/>
                    </a:lnTo>
                    <a:lnTo>
                      <a:pt x="1281" y="2851"/>
                    </a:lnTo>
                    <a:lnTo>
                      <a:pt x="1514" y="2793"/>
                    </a:lnTo>
                    <a:lnTo>
                      <a:pt x="1746" y="2734"/>
                    </a:lnTo>
                    <a:lnTo>
                      <a:pt x="2677" y="2153"/>
                    </a:lnTo>
                    <a:lnTo>
                      <a:pt x="2852" y="1978"/>
                    </a:lnTo>
                    <a:lnTo>
                      <a:pt x="3026" y="1804"/>
                    </a:lnTo>
                    <a:lnTo>
                      <a:pt x="3142" y="1629"/>
                    </a:lnTo>
                    <a:lnTo>
                      <a:pt x="3201" y="1455"/>
                    </a:lnTo>
                    <a:lnTo>
                      <a:pt x="3201" y="1222"/>
                    </a:lnTo>
                    <a:lnTo>
                      <a:pt x="3201" y="989"/>
                    </a:lnTo>
                    <a:lnTo>
                      <a:pt x="3142" y="756"/>
                    </a:lnTo>
                    <a:lnTo>
                      <a:pt x="3084" y="582"/>
                    </a:lnTo>
                    <a:lnTo>
                      <a:pt x="2910" y="349"/>
                    </a:lnTo>
                    <a:lnTo>
                      <a:pt x="2735" y="233"/>
                    </a:lnTo>
                    <a:lnTo>
                      <a:pt x="2561" y="117"/>
                    </a:lnTo>
                    <a:lnTo>
                      <a:pt x="2328" y="58"/>
                    </a:lnTo>
                    <a:lnTo>
                      <a:pt x="215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1" name="Google Shape;1501;p43"/>
              <p:cNvSpPr/>
              <p:nvPr/>
            </p:nvSpPr>
            <p:spPr>
              <a:xfrm>
                <a:off x="1192225" y="3615675"/>
                <a:ext cx="17475" cy="17475"/>
              </a:xfrm>
              <a:custGeom>
                <a:avLst/>
                <a:gdLst/>
                <a:ahLst/>
                <a:cxnLst/>
                <a:rect l="l" t="t" r="r" b="b"/>
                <a:pathLst>
                  <a:path w="699" h="699" extrusionOk="0">
                    <a:moveTo>
                      <a:pt x="291" y="1"/>
                    </a:moveTo>
                    <a:lnTo>
                      <a:pt x="117" y="59"/>
                    </a:lnTo>
                    <a:lnTo>
                      <a:pt x="58" y="175"/>
                    </a:lnTo>
                    <a:lnTo>
                      <a:pt x="0" y="292"/>
                    </a:lnTo>
                    <a:lnTo>
                      <a:pt x="0" y="408"/>
                    </a:lnTo>
                    <a:lnTo>
                      <a:pt x="0" y="524"/>
                    </a:lnTo>
                    <a:lnTo>
                      <a:pt x="117" y="641"/>
                    </a:lnTo>
                    <a:lnTo>
                      <a:pt x="233" y="699"/>
                    </a:lnTo>
                    <a:lnTo>
                      <a:pt x="407" y="699"/>
                    </a:lnTo>
                    <a:lnTo>
                      <a:pt x="524" y="641"/>
                    </a:lnTo>
                    <a:lnTo>
                      <a:pt x="640" y="583"/>
                    </a:lnTo>
                    <a:lnTo>
                      <a:pt x="698" y="466"/>
                    </a:lnTo>
                    <a:lnTo>
                      <a:pt x="698" y="292"/>
                    </a:lnTo>
                    <a:lnTo>
                      <a:pt x="640" y="175"/>
                    </a:lnTo>
                    <a:lnTo>
                      <a:pt x="524" y="59"/>
                    </a:lnTo>
                    <a:lnTo>
                      <a:pt x="4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2" name="Google Shape;1502;p43"/>
              <p:cNvSpPr/>
              <p:nvPr/>
            </p:nvSpPr>
            <p:spPr>
              <a:xfrm>
                <a:off x="1171850" y="3627325"/>
                <a:ext cx="17475" cy="18925"/>
              </a:xfrm>
              <a:custGeom>
                <a:avLst/>
                <a:gdLst/>
                <a:ahLst/>
                <a:cxnLst/>
                <a:rect l="l" t="t" r="r" b="b"/>
                <a:pathLst>
                  <a:path w="699" h="757" extrusionOk="0">
                    <a:moveTo>
                      <a:pt x="292" y="0"/>
                    </a:moveTo>
                    <a:lnTo>
                      <a:pt x="175" y="58"/>
                    </a:lnTo>
                    <a:lnTo>
                      <a:pt x="59" y="175"/>
                    </a:lnTo>
                    <a:lnTo>
                      <a:pt x="1" y="291"/>
                    </a:lnTo>
                    <a:lnTo>
                      <a:pt x="1" y="407"/>
                    </a:lnTo>
                    <a:lnTo>
                      <a:pt x="59" y="582"/>
                    </a:lnTo>
                    <a:lnTo>
                      <a:pt x="175" y="640"/>
                    </a:lnTo>
                    <a:lnTo>
                      <a:pt x="292" y="698"/>
                    </a:lnTo>
                    <a:lnTo>
                      <a:pt x="408" y="756"/>
                    </a:lnTo>
                    <a:lnTo>
                      <a:pt x="524" y="698"/>
                    </a:lnTo>
                    <a:lnTo>
                      <a:pt x="641" y="582"/>
                    </a:lnTo>
                    <a:lnTo>
                      <a:pt x="699" y="466"/>
                    </a:lnTo>
                    <a:lnTo>
                      <a:pt x="699" y="291"/>
                    </a:lnTo>
                    <a:lnTo>
                      <a:pt x="699" y="175"/>
                    </a:lnTo>
                    <a:lnTo>
                      <a:pt x="582" y="58"/>
                    </a:lnTo>
                    <a:lnTo>
                      <a:pt x="46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3" name="Google Shape;1503;p43"/>
              <p:cNvSpPr/>
              <p:nvPr/>
            </p:nvSpPr>
            <p:spPr>
              <a:xfrm>
                <a:off x="1152950" y="3638950"/>
                <a:ext cx="17475" cy="18925"/>
              </a:xfrm>
              <a:custGeom>
                <a:avLst/>
                <a:gdLst/>
                <a:ahLst/>
                <a:cxnLst/>
                <a:rect l="l" t="t" r="r" b="b"/>
                <a:pathLst>
                  <a:path w="699" h="757" extrusionOk="0">
                    <a:moveTo>
                      <a:pt x="291" y="1"/>
                    </a:moveTo>
                    <a:lnTo>
                      <a:pt x="175" y="59"/>
                    </a:lnTo>
                    <a:lnTo>
                      <a:pt x="59" y="175"/>
                    </a:lnTo>
                    <a:lnTo>
                      <a:pt x="0" y="291"/>
                    </a:lnTo>
                    <a:lnTo>
                      <a:pt x="0" y="408"/>
                    </a:lnTo>
                    <a:lnTo>
                      <a:pt x="0" y="582"/>
                    </a:lnTo>
                    <a:lnTo>
                      <a:pt x="117" y="699"/>
                    </a:lnTo>
                    <a:lnTo>
                      <a:pt x="233" y="757"/>
                    </a:lnTo>
                    <a:lnTo>
                      <a:pt x="408" y="757"/>
                    </a:lnTo>
                    <a:lnTo>
                      <a:pt x="524" y="699"/>
                    </a:lnTo>
                    <a:lnTo>
                      <a:pt x="640" y="582"/>
                    </a:lnTo>
                    <a:lnTo>
                      <a:pt x="699" y="466"/>
                    </a:lnTo>
                    <a:lnTo>
                      <a:pt x="699" y="350"/>
                    </a:lnTo>
                    <a:lnTo>
                      <a:pt x="640" y="175"/>
                    </a:lnTo>
                    <a:lnTo>
                      <a:pt x="524" y="117"/>
                    </a:lnTo>
                    <a:lnTo>
                      <a:pt x="408" y="59"/>
                    </a:lnTo>
                    <a:lnTo>
                      <a:pt x="2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4" name="Google Shape;1504;p43"/>
              <p:cNvSpPr/>
              <p:nvPr/>
            </p:nvSpPr>
            <p:spPr>
              <a:xfrm>
                <a:off x="1224225" y="3669500"/>
                <a:ext cx="17475" cy="17475"/>
              </a:xfrm>
              <a:custGeom>
                <a:avLst/>
                <a:gdLst/>
                <a:ahLst/>
                <a:cxnLst/>
                <a:rect l="l" t="t" r="r" b="b"/>
                <a:pathLst>
                  <a:path w="699" h="699" extrusionOk="0">
                    <a:moveTo>
                      <a:pt x="291" y="0"/>
                    </a:moveTo>
                    <a:lnTo>
                      <a:pt x="175" y="58"/>
                    </a:lnTo>
                    <a:lnTo>
                      <a:pt x="58" y="117"/>
                    </a:lnTo>
                    <a:lnTo>
                      <a:pt x="0" y="291"/>
                    </a:lnTo>
                    <a:lnTo>
                      <a:pt x="0" y="407"/>
                    </a:lnTo>
                    <a:lnTo>
                      <a:pt x="58" y="524"/>
                    </a:lnTo>
                    <a:lnTo>
                      <a:pt x="175" y="640"/>
                    </a:lnTo>
                    <a:lnTo>
                      <a:pt x="291" y="698"/>
                    </a:lnTo>
                    <a:lnTo>
                      <a:pt x="407" y="698"/>
                    </a:lnTo>
                    <a:lnTo>
                      <a:pt x="524" y="640"/>
                    </a:lnTo>
                    <a:lnTo>
                      <a:pt x="640" y="582"/>
                    </a:lnTo>
                    <a:lnTo>
                      <a:pt x="698" y="466"/>
                    </a:lnTo>
                    <a:lnTo>
                      <a:pt x="698" y="291"/>
                    </a:lnTo>
                    <a:lnTo>
                      <a:pt x="698" y="175"/>
                    </a:lnTo>
                    <a:lnTo>
                      <a:pt x="582" y="58"/>
                    </a:lnTo>
                    <a:lnTo>
                      <a:pt x="46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5" name="Google Shape;1505;p43"/>
              <p:cNvSpPr/>
              <p:nvPr/>
            </p:nvSpPr>
            <p:spPr>
              <a:xfrm>
                <a:off x="1205300" y="3681125"/>
                <a:ext cx="17475" cy="17475"/>
              </a:xfrm>
              <a:custGeom>
                <a:avLst/>
                <a:gdLst/>
                <a:ahLst/>
                <a:cxnLst/>
                <a:rect l="l" t="t" r="r" b="b"/>
                <a:pathLst>
                  <a:path w="699" h="699" extrusionOk="0">
                    <a:moveTo>
                      <a:pt x="292" y="1"/>
                    </a:moveTo>
                    <a:lnTo>
                      <a:pt x="117" y="59"/>
                    </a:lnTo>
                    <a:lnTo>
                      <a:pt x="59" y="175"/>
                    </a:lnTo>
                    <a:lnTo>
                      <a:pt x="1" y="292"/>
                    </a:lnTo>
                    <a:lnTo>
                      <a:pt x="1" y="408"/>
                    </a:lnTo>
                    <a:lnTo>
                      <a:pt x="1" y="582"/>
                    </a:lnTo>
                    <a:lnTo>
                      <a:pt x="117" y="641"/>
                    </a:lnTo>
                    <a:lnTo>
                      <a:pt x="233" y="699"/>
                    </a:lnTo>
                    <a:lnTo>
                      <a:pt x="524" y="699"/>
                    </a:lnTo>
                    <a:lnTo>
                      <a:pt x="641" y="582"/>
                    </a:lnTo>
                    <a:lnTo>
                      <a:pt x="699" y="466"/>
                    </a:lnTo>
                    <a:lnTo>
                      <a:pt x="699" y="292"/>
                    </a:lnTo>
                    <a:lnTo>
                      <a:pt x="641" y="175"/>
                    </a:lnTo>
                    <a:lnTo>
                      <a:pt x="524" y="59"/>
                    </a:lnTo>
                    <a:lnTo>
                      <a:pt x="40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6" name="Google Shape;1506;p43"/>
              <p:cNvSpPr/>
              <p:nvPr/>
            </p:nvSpPr>
            <p:spPr>
              <a:xfrm>
                <a:off x="1184950" y="3692775"/>
                <a:ext cx="17475" cy="18925"/>
              </a:xfrm>
              <a:custGeom>
                <a:avLst/>
                <a:gdLst/>
                <a:ahLst/>
                <a:cxnLst/>
                <a:rect l="l" t="t" r="r" b="b"/>
                <a:pathLst>
                  <a:path w="699" h="757" extrusionOk="0">
                    <a:moveTo>
                      <a:pt x="291" y="0"/>
                    </a:moveTo>
                    <a:lnTo>
                      <a:pt x="175" y="58"/>
                    </a:lnTo>
                    <a:lnTo>
                      <a:pt x="58" y="175"/>
                    </a:lnTo>
                    <a:lnTo>
                      <a:pt x="0" y="291"/>
                    </a:lnTo>
                    <a:lnTo>
                      <a:pt x="0" y="407"/>
                    </a:lnTo>
                    <a:lnTo>
                      <a:pt x="58" y="582"/>
                    </a:lnTo>
                    <a:lnTo>
                      <a:pt x="175" y="698"/>
                    </a:lnTo>
                    <a:lnTo>
                      <a:pt x="291" y="756"/>
                    </a:lnTo>
                    <a:lnTo>
                      <a:pt x="408" y="756"/>
                    </a:lnTo>
                    <a:lnTo>
                      <a:pt x="524" y="698"/>
                    </a:lnTo>
                    <a:lnTo>
                      <a:pt x="640" y="582"/>
                    </a:lnTo>
                    <a:lnTo>
                      <a:pt x="698" y="465"/>
                    </a:lnTo>
                    <a:lnTo>
                      <a:pt x="698" y="349"/>
                    </a:lnTo>
                    <a:lnTo>
                      <a:pt x="698" y="175"/>
                    </a:lnTo>
                    <a:lnTo>
                      <a:pt x="582" y="58"/>
                    </a:lnTo>
                    <a:lnTo>
                      <a:pt x="46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7" name="Google Shape;1507;p43"/>
              <p:cNvSpPr/>
              <p:nvPr/>
            </p:nvSpPr>
            <p:spPr>
              <a:xfrm>
                <a:off x="927525" y="3775675"/>
                <a:ext cx="64000" cy="64000"/>
              </a:xfrm>
              <a:custGeom>
                <a:avLst/>
                <a:gdLst/>
                <a:ahLst/>
                <a:cxnLst/>
                <a:rect l="l" t="t" r="r" b="b"/>
                <a:pathLst>
                  <a:path w="2560" h="2560" extrusionOk="0">
                    <a:moveTo>
                      <a:pt x="1106" y="0"/>
                    </a:moveTo>
                    <a:lnTo>
                      <a:pt x="873" y="58"/>
                    </a:lnTo>
                    <a:lnTo>
                      <a:pt x="640" y="175"/>
                    </a:lnTo>
                    <a:lnTo>
                      <a:pt x="407" y="349"/>
                    </a:lnTo>
                    <a:lnTo>
                      <a:pt x="233" y="524"/>
                    </a:lnTo>
                    <a:lnTo>
                      <a:pt x="117" y="698"/>
                    </a:lnTo>
                    <a:lnTo>
                      <a:pt x="58" y="989"/>
                    </a:lnTo>
                    <a:lnTo>
                      <a:pt x="0" y="1222"/>
                    </a:lnTo>
                    <a:lnTo>
                      <a:pt x="0" y="1455"/>
                    </a:lnTo>
                    <a:lnTo>
                      <a:pt x="58" y="1687"/>
                    </a:lnTo>
                    <a:lnTo>
                      <a:pt x="175" y="1920"/>
                    </a:lnTo>
                    <a:lnTo>
                      <a:pt x="349" y="2153"/>
                    </a:lnTo>
                    <a:lnTo>
                      <a:pt x="524" y="2327"/>
                    </a:lnTo>
                    <a:lnTo>
                      <a:pt x="756" y="2444"/>
                    </a:lnTo>
                    <a:lnTo>
                      <a:pt x="989" y="2502"/>
                    </a:lnTo>
                    <a:lnTo>
                      <a:pt x="1222" y="2560"/>
                    </a:lnTo>
                    <a:lnTo>
                      <a:pt x="1455" y="2560"/>
                    </a:lnTo>
                    <a:lnTo>
                      <a:pt x="1745" y="2502"/>
                    </a:lnTo>
                    <a:lnTo>
                      <a:pt x="1978" y="2385"/>
                    </a:lnTo>
                    <a:lnTo>
                      <a:pt x="2153" y="2211"/>
                    </a:lnTo>
                    <a:lnTo>
                      <a:pt x="2327" y="2036"/>
                    </a:lnTo>
                    <a:lnTo>
                      <a:pt x="2444" y="1804"/>
                    </a:lnTo>
                    <a:lnTo>
                      <a:pt x="2560" y="1571"/>
                    </a:lnTo>
                    <a:lnTo>
                      <a:pt x="2560" y="1338"/>
                    </a:lnTo>
                    <a:lnTo>
                      <a:pt x="2560" y="1105"/>
                    </a:lnTo>
                    <a:lnTo>
                      <a:pt x="2502" y="815"/>
                    </a:lnTo>
                    <a:lnTo>
                      <a:pt x="2385" y="582"/>
                    </a:lnTo>
                    <a:lnTo>
                      <a:pt x="2211" y="407"/>
                    </a:lnTo>
                    <a:lnTo>
                      <a:pt x="2036" y="233"/>
                    </a:lnTo>
                    <a:lnTo>
                      <a:pt x="1804" y="116"/>
                    </a:lnTo>
                    <a:lnTo>
                      <a:pt x="157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508" name="Google Shape;1508;p43"/>
          <p:cNvGrpSpPr/>
          <p:nvPr/>
        </p:nvGrpSpPr>
        <p:grpSpPr>
          <a:xfrm>
            <a:off x="1007272" y="412933"/>
            <a:ext cx="967250" cy="630841"/>
            <a:chOff x="1385650" y="3259350"/>
            <a:chExt cx="267625" cy="174550"/>
          </a:xfrm>
        </p:grpSpPr>
        <p:sp>
          <p:nvSpPr>
            <p:cNvPr id="1509" name="Google Shape;1509;p43"/>
            <p:cNvSpPr/>
            <p:nvPr/>
          </p:nvSpPr>
          <p:spPr>
            <a:xfrm>
              <a:off x="1385650" y="3259350"/>
              <a:ext cx="267625" cy="174550"/>
            </a:xfrm>
            <a:custGeom>
              <a:avLst/>
              <a:gdLst/>
              <a:ahLst/>
              <a:cxnLst/>
              <a:rect l="l" t="t" r="r" b="b"/>
              <a:pathLst>
                <a:path w="10705" h="6982" extrusionOk="0">
                  <a:moveTo>
                    <a:pt x="4713" y="5993"/>
                  </a:moveTo>
                  <a:lnTo>
                    <a:pt x="7854" y="6516"/>
                  </a:lnTo>
                  <a:lnTo>
                    <a:pt x="10647" y="6982"/>
                  </a:lnTo>
                  <a:lnTo>
                    <a:pt x="10647" y="6982"/>
                  </a:lnTo>
                  <a:lnTo>
                    <a:pt x="10705" y="6633"/>
                  </a:lnTo>
                  <a:lnTo>
                    <a:pt x="10705" y="6633"/>
                  </a:lnTo>
                  <a:lnTo>
                    <a:pt x="10705" y="6633"/>
                  </a:lnTo>
                  <a:lnTo>
                    <a:pt x="10705" y="6051"/>
                  </a:lnTo>
                  <a:lnTo>
                    <a:pt x="10705" y="6051"/>
                  </a:lnTo>
                  <a:lnTo>
                    <a:pt x="10647" y="5236"/>
                  </a:lnTo>
                  <a:lnTo>
                    <a:pt x="10647" y="5236"/>
                  </a:lnTo>
                  <a:lnTo>
                    <a:pt x="10530" y="4480"/>
                  </a:lnTo>
                  <a:lnTo>
                    <a:pt x="10530" y="4480"/>
                  </a:lnTo>
                  <a:lnTo>
                    <a:pt x="10298" y="3782"/>
                  </a:lnTo>
                  <a:lnTo>
                    <a:pt x="10298" y="3782"/>
                  </a:lnTo>
                  <a:lnTo>
                    <a:pt x="9949" y="3084"/>
                  </a:lnTo>
                  <a:lnTo>
                    <a:pt x="9949" y="3084"/>
                  </a:lnTo>
                  <a:lnTo>
                    <a:pt x="9483" y="2386"/>
                  </a:lnTo>
                  <a:lnTo>
                    <a:pt x="9483" y="2386"/>
                  </a:lnTo>
                  <a:lnTo>
                    <a:pt x="9018" y="1804"/>
                  </a:lnTo>
                  <a:lnTo>
                    <a:pt x="9018" y="1804"/>
                  </a:lnTo>
                  <a:lnTo>
                    <a:pt x="8436" y="1280"/>
                  </a:lnTo>
                  <a:lnTo>
                    <a:pt x="8436" y="1280"/>
                  </a:lnTo>
                  <a:lnTo>
                    <a:pt x="7738" y="815"/>
                  </a:lnTo>
                  <a:lnTo>
                    <a:pt x="7738" y="815"/>
                  </a:lnTo>
                  <a:lnTo>
                    <a:pt x="7098" y="466"/>
                  </a:lnTo>
                  <a:lnTo>
                    <a:pt x="7098" y="466"/>
                  </a:lnTo>
                  <a:lnTo>
                    <a:pt x="6342" y="233"/>
                  </a:lnTo>
                  <a:lnTo>
                    <a:pt x="6342" y="233"/>
                  </a:lnTo>
                  <a:lnTo>
                    <a:pt x="5585" y="59"/>
                  </a:lnTo>
                  <a:lnTo>
                    <a:pt x="5585" y="59"/>
                  </a:lnTo>
                  <a:lnTo>
                    <a:pt x="4771" y="1"/>
                  </a:lnTo>
                  <a:lnTo>
                    <a:pt x="4771" y="1"/>
                  </a:lnTo>
                  <a:lnTo>
                    <a:pt x="4015" y="59"/>
                  </a:lnTo>
                  <a:lnTo>
                    <a:pt x="4015" y="59"/>
                  </a:lnTo>
                  <a:lnTo>
                    <a:pt x="3258" y="175"/>
                  </a:lnTo>
                  <a:lnTo>
                    <a:pt x="3258" y="175"/>
                  </a:lnTo>
                  <a:lnTo>
                    <a:pt x="2502" y="408"/>
                  </a:lnTo>
                  <a:lnTo>
                    <a:pt x="2502" y="408"/>
                  </a:lnTo>
                  <a:lnTo>
                    <a:pt x="1804" y="757"/>
                  </a:lnTo>
                  <a:lnTo>
                    <a:pt x="1804" y="757"/>
                  </a:lnTo>
                  <a:lnTo>
                    <a:pt x="1106" y="1164"/>
                  </a:lnTo>
                  <a:lnTo>
                    <a:pt x="1106" y="1164"/>
                  </a:lnTo>
                  <a:lnTo>
                    <a:pt x="524" y="1688"/>
                  </a:lnTo>
                  <a:lnTo>
                    <a:pt x="524" y="1688"/>
                  </a:lnTo>
                  <a:lnTo>
                    <a:pt x="1" y="2269"/>
                  </a:lnTo>
                  <a:lnTo>
                    <a:pt x="2211" y="4015"/>
                  </a:lnTo>
                  <a:lnTo>
                    <a:pt x="4713" y="5993"/>
                  </a:lnTo>
                  <a:close/>
                </a:path>
              </a:pathLst>
            </a:custGeom>
            <a:solidFill>
              <a:schemeClr val="accent4"/>
            </a:solidFill>
            <a:ln w="76200" cap="flat" cmpd="sng">
              <a:solidFill>
                <a:schemeClr val="accent4"/>
              </a:solidFill>
              <a:prstDash val="solid"/>
              <a:round/>
              <a:headEnd type="none" w="sm" len="sm"/>
              <a:tailEnd type="none" w="sm" len="sm"/>
            </a:ln>
            <a:effectLst>
              <a:outerShdw blurRad="57150" algn="bl" rotWithShape="0">
                <a:schemeClr val="accent3">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10" name="Google Shape;1510;p43"/>
            <p:cNvGrpSpPr/>
            <p:nvPr/>
          </p:nvGrpSpPr>
          <p:grpSpPr>
            <a:xfrm>
              <a:off x="1385650" y="3259350"/>
              <a:ext cx="267625" cy="174550"/>
              <a:chOff x="1385650" y="3259350"/>
              <a:chExt cx="267625" cy="174550"/>
            </a:xfrm>
          </p:grpSpPr>
          <p:sp>
            <p:nvSpPr>
              <p:cNvPr id="1511" name="Google Shape;1511;p43"/>
              <p:cNvSpPr/>
              <p:nvPr/>
            </p:nvSpPr>
            <p:spPr>
              <a:xfrm>
                <a:off x="1504900" y="3397525"/>
                <a:ext cx="78575" cy="10200"/>
              </a:xfrm>
              <a:custGeom>
                <a:avLst/>
                <a:gdLst/>
                <a:ahLst/>
                <a:cxnLst/>
                <a:rect l="l" t="t" r="r" b="b"/>
                <a:pathLst>
                  <a:path w="3143" h="408" extrusionOk="0">
                    <a:moveTo>
                      <a:pt x="3084" y="0"/>
                    </a:moveTo>
                    <a:lnTo>
                      <a:pt x="1" y="349"/>
                    </a:lnTo>
                    <a:lnTo>
                      <a:pt x="3142" y="408"/>
                    </a:lnTo>
                    <a:lnTo>
                      <a:pt x="308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2" name="Google Shape;1512;p43"/>
              <p:cNvSpPr/>
              <p:nvPr/>
            </p:nvSpPr>
            <p:spPr>
              <a:xfrm>
                <a:off x="1580550" y="3371350"/>
                <a:ext cx="71275" cy="26200"/>
              </a:xfrm>
              <a:custGeom>
                <a:avLst/>
                <a:gdLst/>
                <a:ahLst/>
                <a:cxnLst/>
                <a:rect l="l" t="t" r="r" b="b"/>
                <a:pathLst>
                  <a:path w="2851" h="1048" extrusionOk="0">
                    <a:moveTo>
                      <a:pt x="2734" y="0"/>
                    </a:moveTo>
                    <a:lnTo>
                      <a:pt x="0" y="698"/>
                    </a:lnTo>
                    <a:lnTo>
                      <a:pt x="58" y="1047"/>
                    </a:lnTo>
                    <a:lnTo>
                      <a:pt x="2851" y="756"/>
                    </a:lnTo>
                    <a:lnTo>
                      <a:pt x="273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3" name="Google Shape;1513;p43"/>
              <p:cNvSpPr/>
              <p:nvPr/>
            </p:nvSpPr>
            <p:spPr>
              <a:xfrm>
                <a:off x="1577625" y="3352425"/>
                <a:ext cx="71300" cy="36400"/>
              </a:xfrm>
              <a:custGeom>
                <a:avLst/>
                <a:gdLst/>
                <a:ahLst/>
                <a:cxnLst/>
                <a:rect l="l" t="t" r="r" b="b"/>
                <a:pathLst>
                  <a:path w="2852" h="1456" extrusionOk="0">
                    <a:moveTo>
                      <a:pt x="2619" y="1"/>
                    </a:moveTo>
                    <a:lnTo>
                      <a:pt x="1" y="1048"/>
                    </a:lnTo>
                    <a:lnTo>
                      <a:pt x="117" y="1455"/>
                    </a:lnTo>
                    <a:lnTo>
                      <a:pt x="2851" y="757"/>
                    </a:lnTo>
                    <a:lnTo>
                      <a:pt x="261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4" name="Google Shape;1514;p43"/>
              <p:cNvSpPr/>
              <p:nvPr/>
            </p:nvSpPr>
            <p:spPr>
              <a:xfrm>
                <a:off x="1582000" y="3390250"/>
                <a:ext cx="71275" cy="18925"/>
              </a:xfrm>
              <a:custGeom>
                <a:avLst/>
                <a:gdLst/>
                <a:ahLst/>
                <a:cxnLst/>
                <a:rect l="l" t="t" r="r" b="b"/>
                <a:pathLst>
                  <a:path w="2851" h="757" extrusionOk="0">
                    <a:moveTo>
                      <a:pt x="2793" y="0"/>
                    </a:moveTo>
                    <a:lnTo>
                      <a:pt x="0" y="291"/>
                    </a:lnTo>
                    <a:lnTo>
                      <a:pt x="58" y="699"/>
                    </a:lnTo>
                    <a:lnTo>
                      <a:pt x="2851" y="757"/>
                    </a:lnTo>
                    <a:lnTo>
                      <a:pt x="279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5" name="Google Shape;1515;p43"/>
              <p:cNvSpPr/>
              <p:nvPr/>
            </p:nvSpPr>
            <p:spPr>
              <a:xfrm>
                <a:off x="1571825" y="3334975"/>
                <a:ext cx="71275" cy="43675"/>
              </a:xfrm>
              <a:custGeom>
                <a:avLst/>
                <a:gdLst/>
                <a:ahLst/>
                <a:cxnLst/>
                <a:rect l="l" t="t" r="r" b="b"/>
                <a:pathLst>
                  <a:path w="2851" h="1747" extrusionOk="0">
                    <a:moveTo>
                      <a:pt x="2502" y="1"/>
                    </a:moveTo>
                    <a:lnTo>
                      <a:pt x="0" y="1397"/>
                    </a:lnTo>
                    <a:lnTo>
                      <a:pt x="233" y="1746"/>
                    </a:lnTo>
                    <a:lnTo>
                      <a:pt x="2851" y="699"/>
                    </a:lnTo>
                    <a:lnTo>
                      <a:pt x="250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6" name="Google Shape;1516;p43"/>
              <p:cNvSpPr/>
              <p:nvPr/>
            </p:nvSpPr>
            <p:spPr>
              <a:xfrm>
                <a:off x="1582000" y="3407700"/>
                <a:ext cx="71275" cy="16025"/>
              </a:xfrm>
              <a:custGeom>
                <a:avLst/>
                <a:gdLst/>
                <a:ahLst/>
                <a:cxnLst/>
                <a:rect l="l" t="t" r="r" b="b"/>
                <a:pathLst>
                  <a:path w="2851" h="641" extrusionOk="0">
                    <a:moveTo>
                      <a:pt x="58" y="1"/>
                    </a:moveTo>
                    <a:lnTo>
                      <a:pt x="0" y="350"/>
                    </a:lnTo>
                    <a:lnTo>
                      <a:pt x="2851" y="641"/>
                    </a:lnTo>
                    <a:lnTo>
                      <a:pt x="2851" y="59"/>
                    </a:lnTo>
                    <a:lnTo>
                      <a:pt x="5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7" name="Google Shape;1517;p43"/>
              <p:cNvSpPr/>
              <p:nvPr/>
            </p:nvSpPr>
            <p:spPr>
              <a:xfrm>
                <a:off x="1566000" y="3318975"/>
                <a:ext cx="68375" cy="50950"/>
              </a:xfrm>
              <a:custGeom>
                <a:avLst/>
                <a:gdLst/>
                <a:ahLst/>
                <a:cxnLst/>
                <a:rect l="l" t="t" r="r" b="b"/>
                <a:pathLst>
                  <a:path w="2735" h="2038" extrusionOk="0">
                    <a:moveTo>
                      <a:pt x="2269" y="1"/>
                    </a:moveTo>
                    <a:lnTo>
                      <a:pt x="0" y="1630"/>
                    </a:lnTo>
                    <a:lnTo>
                      <a:pt x="233" y="2037"/>
                    </a:lnTo>
                    <a:lnTo>
                      <a:pt x="2735" y="641"/>
                    </a:lnTo>
                    <a:lnTo>
                      <a:pt x="226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8" name="Google Shape;1518;p43"/>
              <p:cNvSpPr/>
              <p:nvPr/>
            </p:nvSpPr>
            <p:spPr>
              <a:xfrm>
                <a:off x="1582000" y="3416425"/>
                <a:ext cx="71275" cy="17475"/>
              </a:xfrm>
              <a:custGeom>
                <a:avLst/>
                <a:gdLst/>
                <a:ahLst/>
                <a:cxnLst/>
                <a:rect l="l" t="t" r="r" b="b"/>
                <a:pathLst>
                  <a:path w="2851" h="699" extrusionOk="0">
                    <a:moveTo>
                      <a:pt x="0" y="1"/>
                    </a:moveTo>
                    <a:lnTo>
                      <a:pt x="0" y="233"/>
                    </a:lnTo>
                    <a:lnTo>
                      <a:pt x="2793" y="699"/>
                    </a:lnTo>
                    <a:lnTo>
                      <a:pt x="2851" y="292"/>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9" name="Google Shape;1519;p43"/>
              <p:cNvSpPr/>
              <p:nvPr/>
            </p:nvSpPr>
            <p:spPr>
              <a:xfrm>
                <a:off x="1560175" y="3304450"/>
                <a:ext cx="62575" cy="55275"/>
              </a:xfrm>
              <a:custGeom>
                <a:avLst/>
                <a:gdLst/>
                <a:ahLst/>
                <a:cxnLst/>
                <a:rect l="l" t="t" r="r" b="b"/>
                <a:pathLst>
                  <a:path w="2503" h="2211" extrusionOk="0">
                    <a:moveTo>
                      <a:pt x="2037" y="0"/>
                    </a:moveTo>
                    <a:lnTo>
                      <a:pt x="1" y="1920"/>
                    </a:lnTo>
                    <a:lnTo>
                      <a:pt x="233" y="2211"/>
                    </a:lnTo>
                    <a:lnTo>
                      <a:pt x="2502" y="582"/>
                    </a:lnTo>
                    <a:lnTo>
                      <a:pt x="203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0" name="Google Shape;1520;p43"/>
              <p:cNvSpPr/>
              <p:nvPr/>
            </p:nvSpPr>
            <p:spPr>
              <a:xfrm>
                <a:off x="1552900" y="3291350"/>
                <a:ext cx="58200" cy="61100"/>
              </a:xfrm>
              <a:custGeom>
                <a:avLst/>
                <a:gdLst/>
                <a:ahLst/>
                <a:cxnLst/>
                <a:rect l="l" t="t" r="r" b="b"/>
                <a:pathLst>
                  <a:path w="2328" h="2444" extrusionOk="0">
                    <a:moveTo>
                      <a:pt x="1746" y="0"/>
                    </a:moveTo>
                    <a:lnTo>
                      <a:pt x="1" y="2211"/>
                    </a:lnTo>
                    <a:lnTo>
                      <a:pt x="292" y="2444"/>
                    </a:lnTo>
                    <a:lnTo>
                      <a:pt x="2328" y="524"/>
                    </a:lnTo>
                    <a:lnTo>
                      <a:pt x="174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1" name="Google Shape;1521;p43"/>
              <p:cNvSpPr/>
              <p:nvPr/>
            </p:nvSpPr>
            <p:spPr>
              <a:xfrm>
                <a:off x="1542725" y="3279725"/>
                <a:ext cx="53850" cy="66925"/>
              </a:xfrm>
              <a:custGeom>
                <a:avLst/>
                <a:gdLst/>
                <a:ahLst/>
                <a:cxnLst/>
                <a:rect l="l" t="t" r="r" b="b"/>
                <a:pathLst>
                  <a:path w="2154" h="2677" extrusionOk="0">
                    <a:moveTo>
                      <a:pt x="1455" y="0"/>
                    </a:moveTo>
                    <a:lnTo>
                      <a:pt x="1" y="2385"/>
                    </a:lnTo>
                    <a:lnTo>
                      <a:pt x="408" y="2676"/>
                    </a:lnTo>
                    <a:lnTo>
                      <a:pt x="2153" y="465"/>
                    </a:lnTo>
                    <a:lnTo>
                      <a:pt x="145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2" name="Google Shape;1522;p43"/>
              <p:cNvSpPr/>
              <p:nvPr/>
            </p:nvSpPr>
            <p:spPr>
              <a:xfrm>
                <a:off x="1535450" y="3271000"/>
                <a:ext cx="43650" cy="68375"/>
              </a:xfrm>
              <a:custGeom>
                <a:avLst/>
                <a:gdLst/>
                <a:ahLst/>
                <a:cxnLst/>
                <a:rect l="l" t="t" r="r" b="b"/>
                <a:pathLst>
                  <a:path w="1746" h="2735" extrusionOk="0">
                    <a:moveTo>
                      <a:pt x="1106" y="0"/>
                    </a:moveTo>
                    <a:lnTo>
                      <a:pt x="1" y="2618"/>
                    </a:lnTo>
                    <a:lnTo>
                      <a:pt x="292" y="2734"/>
                    </a:lnTo>
                    <a:lnTo>
                      <a:pt x="1746" y="349"/>
                    </a:lnTo>
                    <a:lnTo>
                      <a:pt x="11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3" name="Google Shape;1523;p43"/>
              <p:cNvSpPr/>
              <p:nvPr/>
            </p:nvSpPr>
            <p:spPr>
              <a:xfrm>
                <a:off x="1525275" y="3263725"/>
                <a:ext cx="37850" cy="72725"/>
              </a:xfrm>
              <a:custGeom>
                <a:avLst/>
                <a:gdLst/>
                <a:ahLst/>
                <a:cxnLst/>
                <a:rect l="l" t="t" r="r" b="b"/>
                <a:pathLst>
                  <a:path w="1514" h="2909" extrusionOk="0">
                    <a:moveTo>
                      <a:pt x="757" y="0"/>
                    </a:moveTo>
                    <a:lnTo>
                      <a:pt x="0" y="2734"/>
                    </a:lnTo>
                    <a:lnTo>
                      <a:pt x="408" y="2909"/>
                    </a:lnTo>
                    <a:lnTo>
                      <a:pt x="1513" y="291"/>
                    </a:lnTo>
                    <a:lnTo>
                      <a:pt x="75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4" name="Google Shape;1524;p43"/>
              <p:cNvSpPr/>
              <p:nvPr/>
            </p:nvSpPr>
            <p:spPr>
              <a:xfrm>
                <a:off x="1504900" y="3388800"/>
                <a:ext cx="77125" cy="17475"/>
              </a:xfrm>
              <a:custGeom>
                <a:avLst/>
                <a:gdLst/>
                <a:ahLst/>
                <a:cxnLst/>
                <a:rect l="l" t="t" r="r" b="b"/>
                <a:pathLst>
                  <a:path w="3085" h="699" extrusionOk="0">
                    <a:moveTo>
                      <a:pt x="3026" y="0"/>
                    </a:moveTo>
                    <a:lnTo>
                      <a:pt x="1" y="698"/>
                    </a:lnTo>
                    <a:lnTo>
                      <a:pt x="1" y="698"/>
                    </a:lnTo>
                    <a:lnTo>
                      <a:pt x="3084" y="349"/>
                    </a:lnTo>
                    <a:lnTo>
                      <a:pt x="302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5" name="Google Shape;1525;p43"/>
              <p:cNvSpPr/>
              <p:nvPr/>
            </p:nvSpPr>
            <p:spPr>
              <a:xfrm>
                <a:off x="1504900" y="3378625"/>
                <a:ext cx="75675" cy="27650"/>
              </a:xfrm>
              <a:custGeom>
                <a:avLst/>
                <a:gdLst/>
                <a:ahLst/>
                <a:cxnLst/>
                <a:rect l="l" t="t" r="r" b="b"/>
                <a:pathLst>
                  <a:path w="3027" h="1106" extrusionOk="0">
                    <a:moveTo>
                      <a:pt x="2910" y="0"/>
                    </a:moveTo>
                    <a:lnTo>
                      <a:pt x="1" y="1105"/>
                    </a:lnTo>
                    <a:lnTo>
                      <a:pt x="3026" y="407"/>
                    </a:lnTo>
                    <a:lnTo>
                      <a:pt x="291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6" name="Google Shape;1526;p43"/>
              <p:cNvSpPr/>
              <p:nvPr/>
            </p:nvSpPr>
            <p:spPr>
              <a:xfrm>
                <a:off x="1504900" y="3369900"/>
                <a:ext cx="72750" cy="36375"/>
              </a:xfrm>
              <a:custGeom>
                <a:avLst/>
                <a:gdLst/>
                <a:ahLst/>
                <a:cxnLst/>
                <a:rect l="l" t="t" r="r" b="b"/>
                <a:pathLst>
                  <a:path w="2910" h="1455" extrusionOk="0">
                    <a:moveTo>
                      <a:pt x="2677" y="0"/>
                    </a:moveTo>
                    <a:lnTo>
                      <a:pt x="1" y="1454"/>
                    </a:lnTo>
                    <a:lnTo>
                      <a:pt x="2910" y="349"/>
                    </a:lnTo>
                    <a:lnTo>
                      <a:pt x="267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7" name="Google Shape;1527;p43"/>
              <p:cNvSpPr/>
              <p:nvPr/>
            </p:nvSpPr>
            <p:spPr>
              <a:xfrm>
                <a:off x="1504900" y="3406250"/>
                <a:ext cx="78575" cy="10200"/>
              </a:xfrm>
              <a:custGeom>
                <a:avLst/>
                <a:gdLst/>
                <a:ahLst/>
                <a:cxnLst/>
                <a:rect l="l" t="t" r="r" b="b"/>
                <a:pathLst>
                  <a:path w="3143" h="408" extrusionOk="0">
                    <a:moveTo>
                      <a:pt x="1" y="0"/>
                    </a:moveTo>
                    <a:lnTo>
                      <a:pt x="3084" y="408"/>
                    </a:lnTo>
                    <a:lnTo>
                      <a:pt x="3142" y="59"/>
                    </a:ln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8" name="Google Shape;1528;p43"/>
              <p:cNvSpPr/>
              <p:nvPr/>
            </p:nvSpPr>
            <p:spPr>
              <a:xfrm>
                <a:off x="1504900" y="3359700"/>
                <a:ext cx="66950" cy="46575"/>
              </a:xfrm>
              <a:custGeom>
                <a:avLst/>
                <a:gdLst/>
                <a:ahLst/>
                <a:cxnLst/>
                <a:rect l="l" t="t" r="r" b="b"/>
                <a:pathLst>
                  <a:path w="2678" h="1863" extrusionOk="0">
                    <a:moveTo>
                      <a:pt x="2444" y="1"/>
                    </a:moveTo>
                    <a:lnTo>
                      <a:pt x="1" y="1862"/>
                    </a:lnTo>
                    <a:lnTo>
                      <a:pt x="2677" y="408"/>
                    </a:lnTo>
                    <a:lnTo>
                      <a:pt x="244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9" name="Google Shape;1529;p43"/>
              <p:cNvSpPr/>
              <p:nvPr/>
            </p:nvSpPr>
            <p:spPr>
              <a:xfrm>
                <a:off x="1503450" y="3406250"/>
                <a:ext cx="78575" cy="16025"/>
              </a:xfrm>
              <a:custGeom>
                <a:avLst/>
                <a:gdLst/>
                <a:ahLst/>
                <a:cxnLst/>
                <a:rect l="l" t="t" r="r" b="b"/>
                <a:pathLst>
                  <a:path w="3143" h="641" extrusionOk="0">
                    <a:moveTo>
                      <a:pt x="59" y="0"/>
                    </a:moveTo>
                    <a:lnTo>
                      <a:pt x="1" y="117"/>
                    </a:lnTo>
                    <a:lnTo>
                      <a:pt x="3142" y="640"/>
                    </a:lnTo>
                    <a:lnTo>
                      <a:pt x="3142" y="408"/>
                    </a:lnTo>
                    <a:lnTo>
                      <a:pt x="5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1530;p43"/>
              <p:cNvSpPr/>
              <p:nvPr/>
            </p:nvSpPr>
            <p:spPr>
              <a:xfrm>
                <a:off x="1504900" y="3352425"/>
                <a:ext cx="61125" cy="53850"/>
              </a:xfrm>
              <a:custGeom>
                <a:avLst/>
                <a:gdLst/>
                <a:ahLst/>
                <a:cxnLst/>
                <a:rect l="l" t="t" r="r" b="b"/>
                <a:pathLst>
                  <a:path w="2445" h="2154" extrusionOk="0">
                    <a:moveTo>
                      <a:pt x="2212" y="1"/>
                    </a:moveTo>
                    <a:lnTo>
                      <a:pt x="1" y="2153"/>
                    </a:lnTo>
                    <a:lnTo>
                      <a:pt x="2444" y="292"/>
                    </a:lnTo>
                    <a:lnTo>
                      <a:pt x="221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1" name="Google Shape;1531;p43"/>
              <p:cNvSpPr/>
              <p:nvPr/>
            </p:nvSpPr>
            <p:spPr>
              <a:xfrm>
                <a:off x="1515100" y="3260800"/>
                <a:ext cx="29100" cy="71300"/>
              </a:xfrm>
              <a:custGeom>
                <a:avLst/>
                <a:gdLst/>
                <a:ahLst/>
                <a:cxnLst/>
                <a:rect l="l" t="t" r="r" b="b"/>
                <a:pathLst>
                  <a:path w="1164" h="2852" extrusionOk="0">
                    <a:moveTo>
                      <a:pt x="407" y="1"/>
                    </a:moveTo>
                    <a:lnTo>
                      <a:pt x="0" y="2793"/>
                    </a:lnTo>
                    <a:lnTo>
                      <a:pt x="407" y="2851"/>
                    </a:lnTo>
                    <a:lnTo>
                      <a:pt x="1164" y="117"/>
                    </a:lnTo>
                    <a:lnTo>
                      <a:pt x="40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2" name="Google Shape;1532;p43"/>
              <p:cNvSpPr/>
              <p:nvPr/>
            </p:nvSpPr>
            <p:spPr>
              <a:xfrm>
                <a:off x="1504900" y="3346625"/>
                <a:ext cx="55300" cy="59650"/>
              </a:xfrm>
              <a:custGeom>
                <a:avLst/>
                <a:gdLst/>
                <a:ahLst/>
                <a:cxnLst/>
                <a:rect l="l" t="t" r="r" b="b"/>
                <a:pathLst>
                  <a:path w="2212" h="2386" extrusionOk="0">
                    <a:moveTo>
                      <a:pt x="1921" y="0"/>
                    </a:moveTo>
                    <a:lnTo>
                      <a:pt x="1" y="2385"/>
                    </a:lnTo>
                    <a:lnTo>
                      <a:pt x="2212" y="233"/>
                    </a:lnTo>
                    <a:lnTo>
                      <a:pt x="192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3" name="Google Shape;1533;p43"/>
              <p:cNvSpPr/>
              <p:nvPr/>
            </p:nvSpPr>
            <p:spPr>
              <a:xfrm>
                <a:off x="1504900" y="3339350"/>
                <a:ext cx="48025" cy="66925"/>
              </a:xfrm>
              <a:custGeom>
                <a:avLst/>
                <a:gdLst/>
                <a:ahLst/>
                <a:cxnLst/>
                <a:rect l="l" t="t" r="r" b="b"/>
                <a:pathLst>
                  <a:path w="1921" h="2677" extrusionOk="0">
                    <a:moveTo>
                      <a:pt x="1514" y="0"/>
                    </a:moveTo>
                    <a:lnTo>
                      <a:pt x="1" y="2676"/>
                    </a:lnTo>
                    <a:lnTo>
                      <a:pt x="1921" y="291"/>
                    </a:lnTo>
                    <a:lnTo>
                      <a:pt x="151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4" name="Google Shape;1534;p43"/>
              <p:cNvSpPr/>
              <p:nvPr/>
            </p:nvSpPr>
            <p:spPr>
              <a:xfrm>
                <a:off x="1504900" y="3259350"/>
                <a:ext cx="20400" cy="71300"/>
              </a:xfrm>
              <a:custGeom>
                <a:avLst/>
                <a:gdLst/>
                <a:ahLst/>
                <a:cxnLst/>
                <a:rect l="l" t="t" r="r" b="b"/>
                <a:pathLst>
                  <a:path w="816" h="2852" extrusionOk="0">
                    <a:moveTo>
                      <a:pt x="1" y="1"/>
                    </a:moveTo>
                    <a:lnTo>
                      <a:pt x="1" y="2793"/>
                    </a:lnTo>
                    <a:lnTo>
                      <a:pt x="408" y="2851"/>
                    </a:lnTo>
                    <a:lnTo>
                      <a:pt x="815" y="59"/>
                    </a:lnTo>
                    <a:lnTo>
                      <a:pt x="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5" name="Google Shape;1535;p43"/>
              <p:cNvSpPr/>
              <p:nvPr/>
            </p:nvSpPr>
            <p:spPr>
              <a:xfrm>
                <a:off x="1504900" y="3336425"/>
                <a:ext cx="37850" cy="69850"/>
              </a:xfrm>
              <a:custGeom>
                <a:avLst/>
                <a:gdLst/>
                <a:ahLst/>
                <a:cxnLst/>
                <a:rect l="l" t="t" r="r" b="b"/>
                <a:pathLst>
                  <a:path w="1514" h="2794" extrusionOk="0">
                    <a:moveTo>
                      <a:pt x="1223" y="1"/>
                    </a:moveTo>
                    <a:lnTo>
                      <a:pt x="1" y="2793"/>
                    </a:lnTo>
                    <a:lnTo>
                      <a:pt x="1514" y="117"/>
                    </a:lnTo>
                    <a:lnTo>
                      <a:pt x="122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43"/>
              <p:cNvSpPr/>
              <p:nvPr/>
            </p:nvSpPr>
            <p:spPr>
              <a:xfrm>
                <a:off x="1504900" y="3332075"/>
                <a:ext cx="30575" cy="74200"/>
              </a:xfrm>
              <a:custGeom>
                <a:avLst/>
                <a:gdLst/>
                <a:ahLst/>
                <a:cxnLst/>
                <a:rect l="l" t="t" r="r" b="b"/>
                <a:pathLst>
                  <a:path w="1223" h="2968" extrusionOk="0">
                    <a:moveTo>
                      <a:pt x="815" y="0"/>
                    </a:moveTo>
                    <a:lnTo>
                      <a:pt x="1" y="2967"/>
                    </a:lnTo>
                    <a:lnTo>
                      <a:pt x="1223" y="175"/>
                    </a:lnTo>
                    <a:lnTo>
                      <a:pt x="81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 name="Google Shape;1537;p43"/>
              <p:cNvSpPr/>
              <p:nvPr/>
            </p:nvSpPr>
            <p:spPr>
              <a:xfrm>
                <a:off x="1504900" y="3330625"/>
                <a:ext cx="20400" cy="75650"/>
              </a:xfrm>
              <a:custGeom>
                <a:avLst/>
                <a:gdLst/>
                <a:ahLst/>
                <a:cxnLst/>
                <a:rect l="l" t="t" r="r" b="b"/>
                <a:pathLst>
                  <a:path w="816" h="3026" extrusionOk="0">
                    <a:moveTo>
                      <a:pt x="408" y="0"/>
                    </a:moveTo>
                    <a:lnTo>
                      <a:pt x="1" y="3025"/>
                    </a:lnTo>
                    <a:lnTo>
                      <a:pt x="815" y="58"/>
                    </a:lnTo>
                    <a:lnTo>
                      <a:pt x="40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8" name="Google Shape;1538;p43"/>
              <p:cNvSpPr/>
              <p:nvPr/>
            </p:nvSpPr>
            <p:spPr>
              <a:xfrm>
                <a:off x="1486000" y="3259350"/>
                <a:ext cx="18925" cy="69850"/>
              </a:xfrm>
              <a:custGeom>
                <a:avLst/>
                <a:gdLst/>
                <a:ahLst/>
                <a:cxnLst/>
                <a:rect l="l" t="t" r="r" b="b"/>
                <a:pathLst>
                  <a:path w="757" h="2794" extrusionOk="0">
                    <a:moveTo>
                      <a:pt x="1" y="1"/>
                    </a:moveTo>
                    <a:lnTo>
                      <a:pt x="350" y="2793"/>
                    </a:lnTo>
                    <a:lnTo>
                      <a:pt x="757" y="2793"/>
                    </a:lnTo>
                    <a:lnTo>
                      <a:pt x="7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9" name="Google Shape;1539;p43"/>
              <p:cNvSpPr/>
              <p:nvPr/>
            </p:nvSpPr>
            <p:spPr>
              <a:xfrm>
                <a:off x="1504900" y="3329175"/>
                <a:ext cx="10225" cy="77100"/>
              </a:xfrm>
              <a:custGeom>
                <a:avLst/>
                <a:gdLst/>
                <a:ahLst/>
                <a:cxnLst/>
                <a:rect l="l" t="t" r="r" b="b"/>
                <a:pathLst>
                  <a:path w="409" h="3084" extrusionOk="0">
                    <a:moveTo>
                      <a:pt x="1" y="0"/>
                    </a:moveTo>
                    <a:lnTo>
                      <a:pt x="1" y="3083"/>
                    </a:lnTo>
                    <a:lnTo>
                      <a:pt x="408" y="58"/>
                    </a:ln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540;p43"/>
              <p:cNvSpPr/>
              <p:nvPr/>
            </p:nvSpPr>
            <p:spPr>
              <a:xfrm>
                <a:off x="1494725" y="3329175"/>
                <a:ext cx="10200" cy="77100"/>
              </a:xfrm>
              <a:custGeom>
                <a:avLst/>
                <a:gdLst/>
                <a:ahLst/>
                <a:cxnLst/>
                <a:rect l="l" t="t" r="r" b="b"/>
                <a:pathLst>
                  <a:path w="408" h="3084" extrusionOk="0">
                    <a:moveTo>
                      <a:pt x="1" y="0"/>
                    </a:moveTo>
                    <a:lnTo>
                      <a:pt x="408" y="3083"/>
                    </a:lnTo>
                    <a:lnTo>
                      <a:pt x="40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1" name="Google Shape;1541;p43"/>
              <p:cNvSpPr/>
              <p:nvPr/>
            </p:nvSpPr>
            <p:spPr>
              <a:xfrm>
                <a:off x="1467100" y="3259350"/>
                <a:ext cx="27650" cy="72750"/>
              </a:xfrm>
              <a:custGeom>
                <a:avLst/>
                <a:gdLst/>
                <a:ahLst/>
                <a:cxnLst/>
                <a:rect l="l" t="t" r="r" b="b"/>
                <a:pathLst>
                  <a:path w="1106" h="2910" extrusionOk="0">
                    <a:moveTo>
                      <a:pt x="757" y="1"/>
                    </a:moveTo>
                    <a:lnTo>
                      <a:pt x="0" y="175"/>
                    </a:lnTo>
                    <a:lnTo>
                      <a:pt x="699" y="2909"/>
                    </a:lnTo>
                    <a:lnTo>
                      <a:pt x="1106" y="2793"/>
                    </a:lnTo>
                    <a:lnTo>
                      <a:pt x="75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2" name="Google Shape;1542;p43"/>
              <p:cNvSpPr/>
              <p:nvPr/>
            </p:nvSpPr>
            <p:spPr>
              <a:xfrm>
                <a:off x="1484550" y="3329175"/>
                <a:ext cx="20375" cy="77100"/>
              </a:xfrm>
              <a:custGeom>
                <a:avLst/>
                <a:gdLst/>
                <a:ahLst/>
                <a:cxnLst/>
                <a:rect l="l" t="t" r="r" b="b"/>
                <a:pathLst>
                  <a:path w="815" h="3084" extrusionOk="0">
                    <a:moveTo>
                      <a:pt x="408" y="0"/>
                    </a:moveTo>
                    <a:lnTo>
                      <a:pt x="1" y="116"/>
                    </a:lnTo>
                    <a:lnTo>
                      <a:pt x="815" y="3083"/>
                    </a:lnTo>
                    <a:lnTo>
                      <a:pt x="40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3" name="Google Shape;1543;p43"/>
              <p:cNvSpPr/>
              <p:nvPr/>
            </p:nvSpPr>
            <p:spPr>
              <a:xfrm>
                <a:off x="1474375" y="3332075"/>
                <a:ext cx="30550" cy="74200"/>
              </a:xfrm>
              <a:custGeom>
                <a:avLst/>
                <a:gdLst/>
                <a:ahLst/>
                <a:cxnLst/>
                <a:rect l="l" t="t" r="r" b="b"/>
                <a:pathLst>
                  <a:path w="1222" h="2968" extrusionOk="0">
                    <a:moveTo>
                      <a:pt x="408" y="0"/>
                    </a:moveTo>
                    <a:lnTo>
                      <a:pt x="0" y="117"/>
                    </a:lnTo>
                    <a:lnTo>
                      <a:pt x="1222" y="2967"/>
                    </a:lnTo>
                    <a:lnTo>
                      <a:pt x="408" y="0"/>
                    </a:lnTo>
                    <a:close/>
                    <a:moveTo>
                      <a:pt x="1222" y="2967"/>
                    </a:moveTo>
                    <a:lnTo>
                      <a:pt x="1222" y="2967"/>
                    </a:lnTo>
                    <a:lnTo>
                      <a:pt x="1222" y="2967"/>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4" name="Google Shape;1544;p43"/>
              <p:cNvSpPr/>
              <p:nvPr/>
            </p:nvSpPr>
            <p:spPr>
              <a:xfrm>
                <a:off x="1465650" y="3334975"/>
                <a:ext cx="39275" cy="71300"/>
              </a:xfrm>
              <a:custGeom>
                <a:avLst/>
                <a:gdLst/>
                <a:ahLst/>
                <a:cxnLst/>
                <a:rect l="l" t="t" r="r" b="b"/>
                <a:pathLst>
                  <a:path w="1571" h="2852" extrusionOk="0">
                    <a:moveTo>
                      <a:pt x="349" y="1"/>
                    </a:moveTo>
                    <a:lnTo>
                      <a:pt x="0" y="175"/>
                    </a:lnTo>
                    <a:lnTo>
                      <a:pt x="1571" y="2851"/>
                    </a:lnTo>
                    <a:lnTo>
                      <a:pt x="34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5" name="Google Shape;1545;p43"/>
              <p:cNvSpPr/>
              <p:nvPr/>
            </p:nvSpPr>
            <p:spPr>
              <a:xfrm>
                <a:off x="1456925" y="3339350"/>
                <a:ext cx="48000" cy="66925"/>
              </a:xfrm>
              <a:custGeom>
                <a:avLst/>
                <a:gdLst/>
                <a:ahLst/>
                <a:cxnLst/>
                <a:rect l="l" t="t" r="r" b="b"/>
                <a:pathLst>
                  <a:path w="1920" h="2677" extrusionOk="0">
                    <a:moveTo>
                      <a:pt x="349" y="0"/>
                    </a:moveTo>
                    <a:lnTo>
                      <a:pt x="0" y="175"/>
                    </a:lnTo>
                    <a:lnTo>
                      <a:pt x="1920" y="2676"/>
                    </a:lnTo>
                    <a:lnTo>
                      <a:pt x="34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6" name="Google Shape;1546;p43"/>
              <p:cNvSpPr/>
              <p:nvPr/>
            </p:nvSpPr>
            <p:spPr>
              <a:xfrm>
                <a:off x="1448200" y="3343700"/>
                <a:ext cx="56725" cy="62575"/>
              </a:xfrm>
              <a:custGeom>
                <a:avLst/>
                <a:gdLst/>
                <a:ahLst/>
                <a:cxnLst/>
                <a:rect l="l" t="t" r="r" b="b"/>
                <a:pathLst>
                  <a:path w="2269" h="2503" extrusionOk="0">
                    <a:moveTo>
                      <a:pt x="349" y="1"/>
                    </a:moveTo>
                    <a:lnTo>
                      <a:pt x="0" y="292"/>
                    </a:lnTo>
                    <a:lnTo>
                      <a:pt x="2269" y="2502"/>
                    </a:lnTo>
                    <a:lnTo>
                      <a:pt x="34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7" name="Google Shape;1547;p43"/>
              <p:cNvSpPr/>
              <p:nvPr/>
            </p:nvSpPr>
            <p:spPr>
              <a:xfrm>
                <a:off x="1440925" y="3350975"/>
                <a:ext cx="64000" cy="58200"/>
              </a:xfrm>
              <a:custGeom>
                <a:avLst/>
                <a:gdLst/>
                <a:ahLst/>
                <a:cxnLst/>
                <a:rect l="l" t="t" r="r" b="b"/>
                <a:pathLst>
                  <a:path w="2560" h="2328" extrusionOk="0">
                    <a:moveTo>
                      <a:pt x="291" y="1"/>
                    </a:moveTo>
                    <a:lnTo>
                      <a:pt x="0" y="350"/>
                    </a:lnTo>
                    <a:lnTo>
                      <a:pt x="2502" y="2328"/>
                    </a:lnTo>
                    <a:lnTo>
                      <a:pt x="2560" y="2211"/>
                    </a:lnTo>
                    <a:lnTo>
                      <a:pt x="2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8" name="Google Shape;1548;p43"/>
              <p:cNvSpPr/>
              <p:nvPr/>
            </p:nvSpPr>
            <p:spPr>
              <a:xfrm>
                <a:off x="1448200" y="3263725"/>
                <a:ext cx="36375" cy="71275"/>
              </a:xfrm>
              <a:custGeom>
                <a:avLst/>
                <a:gdLst/>
                <a:ahLst/>
                <a:cxnLst/>
                <a:rect l="l" t="t" r="r" b="b"/>
                <a:pathLst>
                  <a:path w="1455" h="2851" extrusionOk="0">
                    <a:moveTo>
                      <a:pt x="756" y="0"/>
                    </a:moveTo>
                    <a:lnTo>
                      <a:pt x="0" y="233"/>
                    </a:lnTo>
                    <a:lnTo>
                      <a:pt x="1047" y="2851"/>
                    </a:lnTo>
                    <a:lnTo>
                      <a:pt x="1455" y="2734"/>
                    </a:lnTo>
                    <a:lnTo>
                      <a:pt x="7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9" name="Google Shape;1549;p43"/>
              <p:cNvSpPr/>
              <p:nvPr/>
            </p:nvSpPr>
            <p:spPr>
              <a:xfrm>
                <a:off x="1430750" y="3269525"/>
                <a:ext cx="43650" cy="69850"/>
              </a:xfrm>
              <a:custGeom>
                <a:avLst/>
                <a:gdLst/>
                <a:ahLst/>
                <a:cxnLst/>
                <a:rect l="l" t="t" r="r" b="b"/>
                <a:pathLst>
                  <a:path w="1746" h="2794" extrusionOk="0">
                    <a:moveTo>
                      <a:pt x="698" y="1"/>
                    </a:moveTo>
                    <a:lnTo>
                      <a:pt x="0" y="350"/>
                    </a:lnTo>
                    <a:lnTo>
                      <a:pt x="1396" y="2793"/>
                    </a:lnTo>
                    <a:lnTo>
                      <a:pt x="1745" y="2619"/>
                    </a:lnTo>
                    <a:lnTo>
                      <a:pt x="69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0" name="Google Shape;1550;p43"/>
              <p:cNvSpPr/>
              <p:nvPr/>
            </p:nvSpPr>
            <p:spPr>
              <a:xfrm>
                <a:off x="1413275" y="3278250"/>
                <a:ext cx="52400" cy="65475"/>
              </a:xfrm>
              <a:custGeom>
                <a:avLst/>
                <a:gdLst/>
                <a:ahLst/>
                <a:cxnLst/>
                <a:rect l="l" t="t" r="r" b="b"/>
                <a:pathLst>
                  <a:path w="2096" h="2619" extrusionOk="0">
                    <a:moveTo>
                      <a:pt x="699" y="1"/>
                    </a:moveTo>
                    <a:lnTo>
                      <a:pt x="1" y="408"/>
                    </a:lnTo>
                    <a:lnTo>
                      <a:pt x="1746" y="2619"/>
                    </a:lnTo>
                    <a:lnTo>
                      <a:pt x="2095" y="2444"/>
                    </a:lnTo>
                    <a:lnTo>
                      <a:pt x="69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1" name="Google Shape;1551;p43"/>
              <p:cNvSpPr/>
              <p:nvPr/>
            </p:nvSpPr>
            <p:spPr>
              <a:xfrm>
                <a:off x="1398750" y="3288450"/>
                <a:ext cx="58200" cy="62550"/>
              </a:xfrm>
              <a:custGeom>
                <a:avLst/>
                <a:gdLst/>
                <a:ahLst/>
                <a:cxnLst/>
                <a:rect l="l" t="t" r="r" b="b"/>
                <a:pathLst>
                  <a:path w="2328" h="2502" extrusionOk="0">
                    <a:moveTo>
                      <a:pt x="582" y="0"/>
                    </a:moveTo>
                    <a:lnTo>
                      <a:pt x="0" y="524"/>
                    </a:lnTo>
                    <a:lnTo>
                      <a:pt x="1978" y="2502"/>
                    </a:lnTo>
                    <a:lnTo>
                      <a:pt x="2327" y="2211"/>
                    </a:lnTo>
                    <a:lnTo>
                      <a:pt x="58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2" name="Google Shape;1552;p43"/>
              <p:cNvSpPr/>
              <p:nvPr/>
            </p:nvSpPr>
            <p:spPr>
              <a:xfrm>
                <a:off x="1385650" y="3301525"/>
                <a:ext cx="62575" cy="58200"/>
              </a:xfrm>
              <a:custGeom>
                <a:avLst/>
                <a:gdLst/>
                <a:ahLst/>
                <a:cxnLst/>
                <a:rect l="l" t="t" r="r" b="b"/>
                <a:pathLst>
                  <a:path w="2503" h="2328" extrusionOk="0">
                    <a:moveTo>
                      <a:pt x="524" y="1"/>
                    </a:moveTo>
                    <a:lnTo>
                      <a:pt x="1" y="524"/>
                    </a:lnTo>
                    <a:lnTo>
                      <a:pt x="2211" y="2328"/>
                    </a:lnTo>
                    <a:lnTo>
                      <a:pt x="2502" y="1979"/>
                    </a:lnTo>
                    <a:lnTo>
                      <a:pt x="52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553" name="Google Shape;1553;p43"/>
          <p:cNvGrpSpPr/>
          <p:nvPr/>
        </p:nvGrpSpPr>
        <p:grpSpPr>
          <a:xfrm rot="-2341540">
            <a:off x="907526" y="3889321"/>
            <a:ext cx="827905" cy="514679"/>
            <a:chOff x="414125" y="3225900"/>
            <a:chExt cx="269075" cy="167275"/>
          </a:xfrm>
        </p:grpSpPr>
        <p:sp>
          <p:nvSpPr>
            <p:cNvPr id="1554" name="Google Shape;1554;p43"/>
            <p:cNvSpPr/>
            <p:nvPr/>
          </p:nvSpPr>
          <p:spPr>
            <a:xfrm>
              <a:off x="414125" y="3226625"/>
              <a:ext cx="269075" cy="165825"/>
            </a:xfrm>
            <a:custGeom>
              <a:avLst/>
              <a:gdLst/>
              <a:ahLst/>
              <a:cxnLst/>
              <a:rect l="l" t="t" r="r" b="b"/>
              <a:pathLst>
                <a:path w="10763" h="6633" extrusionOk="0">
                  <a:moveTo>
                    <a:pt x="4247" y="6516"/>
                  </a:moveTo>
                  <a:lnTo>
                    <a:pt x="4247" y="6516"/>
                  </a:lnTo>
                  <a:lnTo>
                    <a:pt x="4771" y="6575"/>
                  </a:lnTo>
                  <a:lnTo>
                    <a:pt x="5352" y="6633"/>
                  </a:lnTo>
                  <a:lnTo>
                    <a:pt x="5876" y="6633"/>
                  </a:lnTo>
                  <a:lnTo>
                    <a:pt x="6399" y="6575"/>
                  </a:lnTo>
                  <a:lnTo>
                    <a:pt x="6923" y="6458"/>
                  </a:lnTo>
                  <a:lnTo>
                    <a:pt x="7388" y="6284"/>
                  </a:lnTo>
                  <a:lnTo>
                    <a:pt x="7912" y="6051"/>
                  </a:lnTo>
                  <a:lnTo>
                    <a:pt x="8319" y="5818"/>
                  </a:lnTo>
                  <a:lnTo>
                    <a:pt x="8785" y="5527"/>
                  </a:lnTo>
                  <a:lnTo>
                    <a:pt x="9192" y="5178"/>
                  </a:lnTo>
                  <a:lnTo>
                    <a:pt x="9541" y="4771"/>
                  </a:lnTo>
                  <a:lnTo>
                    <a:pt x="9832" y="4364"/>
                  </a:lnTo>
                  <a:lnTo>
                    <a:pt x="10123" y="3957"/>
                  </a:lnTo>
                  <a:lnTo>
                    <a:pt x="10414" y="3433"/>
                  </a:lnTo>
                  <a:lnTo>
                    <a:pt x="10588" y="2968"/>
                  </a:lnTo>
                  <a:lnTo>
                    <a:pt x="10763" y="2444"/>
                  </a:lnTo>
                  <a:lnTo>
                    <a:pt x="4538" y="990"/>
                  </a:lnTo>
                  <a:lnTo>
                    <a:pt x="4538" y="990"/>
                  </a:lnTo>
                  <a:lnTo>
                    <a:pt x="4538" y="1164"/>
                  </a:lnTo>
                  <a:lnTo>
                    <a:pt x="4538" y="1339"/>
                  </a:lnTo>
                  <a:lnTo>
                    <a:pt x="4422" y="1455"/>
                  </a:lnTo>
                  <a:lnTo>
                    <a:pt x="4363" y="1630"/>
                  </a:lnTo>
                  <a:lnTo>
                    <a:pt x="4247" y="1746"/>
                  </a:lnTo>
                  <a:lnTo>
                    <a:pt x="4072" y="1804"/>
                  </a:lnTo>
                  <a:lnTo>
                    <a:pt x="3898" y="1862"/>
                  </a:lnTo>
                  <a:lnTo>
                    <a:pt x="3665" y="1804"/>
                  </a:lnTo>
                  <a:lnTo>
                    <a:pt x="3665" y="1804"/>
                  </a:lnTo>
                  <a:lnTo>
                    <a:pt x="3491" y="1746"/>
                  </a:lnTo>
                  <a:lnTo>
                    <a:pt x="3491" y="1746"/>
                  </a:lnTo>
                  <a:lnTo>
                    <a:pt x="3374" y="1979"/>
                  </a:lnTo>
                  <a:lnTo>
                    <a:pt x="3200" y="2153"/>
                  </a:lnTo>
                  <a:lnTo>
                    <a:pt x="2967" y="2270"/>
                  </a:lnTo>
                  <a:lnTo>
                    <a:pt x="2676" y="2270"/>
                  </a:lnTo>
                  <a:lnTo>
                    <a:pt x="2676" y="2270"/>
                  </a:lnTo>
                  <a:lnTo>
                    <a:pt x="2502" y="2211"/>
                  </a:lnTo>
                  <a:lnTo>
                    <a:pt x="2385" y="2095"/>
                  </a:lnTo>
                  <a:lnTo>
                    <a:pt x="2327" y="1979"/>
                  </a:lnTo>
                  <a:lnTo>
                    <a:pt x="2269" y="1862"/>
                  </a:lnTo>
                  <a:lnTo>
                    <a:pt x="2211" y="1571"/>
                  </a:lnTo>
                  <a:lnTo>
                    <a:pt x="2327" y="1339"/>
                  </a:lnTo>
                  <a:lnTo>
                    <a:pt x="2327" y="1339"/>
                  </a:lnTo>
                  <a:lnTo>
                    <a:pt x="2327" y="1339"/>
                  </a:lnTo>
                  <a:lnTo>
                    <a:pt x="2036" y="1281"/>
                  </a:lnTo>
                  <a:lnTo>
                    <a:pt x="2036" y="1281"/>
                  </a:lnTo>
                  <a:lnTo>
                    <a:pt x="2036" y="1281"/>
                  </a:lnTo>
                  <a:lnTo>
                    <a:pt x="1804" y="1164"/>
                  </a:lnTo>
                  <a:lnTo>
                    <a:pt x="1629" y="990"/>
                  </a:lnTo>
                  <a:lnTo>
                    <a:pt x="1629" y="990"/>
                  </a:lnTo>
                  <a:lnTo>
                    <a:pt x="1571" y="699"/>
                  </a:lnTo>
                  <a:lnTo>
                    <a:pt x="1629" y="466"/>
                  </a:lnTo>
                  <a:lnTo>
                    <a:pt x="1629" y="466"/>
                  </a:lnTo>
                  <a:lnTo>
                    <a:pt x="1687" y="350"/>
                  </a:lnTo>
                  <a:lnTo>
                    <a:pt x="175" y="1"/>
                  </a:lnTo>
                  <a:lnTo>
                    <a:pt x="175" y="1"/>
                  </a:lnTo>
                  <a:lnTo>
                    <a:pt x="58" y="524"/>
                  </a:lnTo>
                  <a:lnTo>
                    <a:pt x="0" y="1106"/>
                  </a:lnTo>
                  <a:lnTo>
                    <a:pt x="58" y="1630"/>
                  </a:lnTo>
                  <a:lnTo>
                    <a:pt x="117" y="2153"/>
                  </a:lnTo>
                  <a:lnTo>
                    <a:pt x="233" y="2677"/>
                  </a:lnTo>
                  <a:lnTo>
                    <a:pt x="407" y="3142"/>
                  </a:lnTo>
                  <a:lnTo>
                    <a:pt x="582" y="3608"/>
                  </a:lnTo>
                  <a:lnTo>
                    <a:pt x="873" y="4073"/>
                  </a:lnTo>
                  <a:lnTo>
                    <a:pt x="1164" y="4538"/>
                  </a:lnTo>
                  <a:lnTo>
                    <a:pt x="1513" y="4888"/>
                  </a:lnTo>
                  <a:lnTo>
                    <a:pt x="1862" y="5295"/>
                  </a:lnTo>
                  <a:lnTo>
                    <a:pt x="2269" y="5586"/>
                  </a:lnTo>
                  <a:lnTo>
                    <a:pt x="2734" y="5877"/>
                  </a:lnTo>
                  <a:lnTo>
                    <a:pt x="3200" y="6167"/>
                  </a:lnTo>
                  <a:lnTo>
                    <a:pt x="3723" y="6342"/>
                  </a:lnTo>
                  <a:lnTo>
                    <a:pt x="4247" y="6516"/>
                  </a:lnTo>
                  <a:lnTo>
                    <a:pt x="4247" y="6516"/>
                  </a:lnTo>
                  <a:close/>
                </a:path>
              </a:pathLst>
            </a:custGeom>
            <a:solidFill>
              <a:schemeClr val="accent4"/>
            </a:solidFill>
            <a:ln w="76200" cap="flat" cmpd="sng">
              <a:solidFill>
                <a:schemeClr val="accent4"/>
              </a:solidFill>
              <a:prstDash val="solid"/>
              <a:round/>
              <a:headEnd type="none" w="sm" len="sm"/>
              <a:tailEnd type="none" w="sm" len="sm"/>
            </a:ln>
            <a:effectLst>
              <a:outerShdw blurRad="57150" algn="bl" rotWithShape="0">
                <a:schemeClr val="accent3">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55" name="Google Shape;1555;p43"/>
            <p:cNvGrpSpPr/>
            <p:nvPr/>
          </p:nvGrpSpPr>
          <p:grpSpPr>
            <a:xfrm>
              <a:off x="414125" y="3225900"/>
              <a:ext cx="269075" cy="167275"/>
              <a:chOff x="1717850" y="275925"/>
              <a:chExt cx="269075" cy="167275"/>
            </a:xfrm>
          </p:grpSpPr>
          <p:sp>
            <p:nvSpPr>
              <p:cNvPr id="1556" name="Google Shape;1556;p43"/>
              <p:cNvSpPr/>
              <p:nvPr/>
            </p:nvSpPr>
            <p:spPr>
              <a:xfrm>
                <a:off x="1717850" y="275925"/>
                <a:ext cx="269075" cy="167275"/>
              </a:xfrm>
              <a:custGeom>
                <a:avLst/>
                <a:gdLst/>
                <a:ahLst/>
                <a:cxnLst/>
                <a:rect l="l" t="t" r="r" b="b"/>
                <a:pathLst>
                  <a:path w="10763" h="6691" extrusionOk="0">
                    <a:moveTo>
                      <a:pt x="175" y="1"/>
                    </a:moveTo>
                    <a:lnTo>
                      <a:pt x="58" y="582"/>
                    </a:lnTo>
                    <a:lnTo>
                      <a:pt x="0" y="1106"/>
                    </a:lnTo>
                    <a:lnTo>
                      <a:pt x="58" y="1630"/>
                    </a:lnTo>
                    <a:lnTo>
                      <a:pt x="117" y="2211"/>
                    </a:lnTo>
                    <a:lnTo>
                      <a:pt x="233" y="2677"/>
                    </a:lnTo>
                    <a:lnTo>
                      <a:pt x="407" y="3200"/>
                    </a:lnTo>
                    <a:lnTo>
                      <a:pt x="582" y="3666"/>
                    </a:lnTo>
                    <a:lnTo>
                      <a:pt x="873" y="4131"/>
                    </a:lnTo>
                    <a:lnTo>
                      <a:pt x="1164" y="4538"/>
                    </a:lnTo>
                    <a:lnTo>
                      <a:pt x="1513" y="4946"/>
                    </a:lnTo>
                    <a:lnTo>
                      <a:pt x="1862" y="5295"/>
                    </a:lnTo>
                    <a:lnTo>
                      <a:pt x="2269" y="5644"/>
                    </a:lnTo>
                    <a:lnTo>
                      <a:pt x="2734" y="5935"/>
                    </a:lnTo>
                    <a:lnTo>
                      <a:pt x="3200" y="6167"/>
                    </a:lnTo>
                    <a:lnTo>
                      <a:pt x="3723" y="6400"/>
                    </a:lnTo>
                    <a:lnTo>
                      <a:pt x="4247" y="6516"/>
                    </a:lnTo>
                    <a:lnTo>
                      <a:pt x="4771" y="6633"/>
                    </a:lnTo>
                    <a:lnTo>
                      <a:pt x="5352" y="6691"/>
                    </a:lnTo>
                    <a:lnTo>
                      <a:pt x="5876" y="6633"/>
                    </a:lnTo>
                    <a:lnTo>
                      <a:pt x="6399" y="6574"/>
                    </a:lnTo>
                    <a:lnTo>
                      <a:pt x="6923" y="6458"/>
                    </a:lnTo>
                    <a:lnTo>
                      <a:pt x="7388" y="6284"/>
                    </a:lnTo>
                    <a:lnTo>
                      <a:pt x="7912" y="6109"/>
                    </a:lnTo>
                    <a:lnTo>
                      <a:pt x="8319" y="5818"/>
                    </a:lnTo>
                    <a:lnTo>
                      <a:pt x="8785" y="5527"/>
                    </a:lnTo>
                    <a:lnTo>
                      <a:pt x="9192" y="5236"/>
                    </a:lnTo>
                    <a:lnTo>
                      <a:pt x="9541" y="4829"/>
                    </a:lnTo>
                    <a:lnTo>
                      <a:pt x="9832" y="4422"/>
                    </a:lnTo>
                    <a:lnTo>
                      <a:pt x="10123" y="3957"/>
                    </a:lnTo>
                    <a:lnTo>
                      <a:pt x="10414" y="3491"/>
                    </a:lnTo>
                    <a:lnTo>
                      <a:pt x="10588" y="2968"/>
                    </a:lnTo>
                    <a:lnTo>
                      <a:pt x="10763" y="2444"/>
                    </a:lnTo>
                    <a:lnTo>
                      <a:pt x="4538" y="1048"/>
                    </a:lnTo>
                    <a:lnTo>
                      <a:pt x="4538" y="1222"/>
                    </a:lnTo>
                    <a:lnTo>
                      <a:pt x="4538" y="1339"/>
                    </a:lnTo>
                    <a:lnTo>
                      <a:pt x="4422" y="1513"/>
                    </a:lnTo>
                    <a:lnTo>
                      <a:pt x="4363" y="1630"/>
                    </a:lnTo>
                    <a:lnTo>
                      <a:pt x="4247" y="1746"/>
                    </a:lnTo>
                    <a:lnTo>
                      <a:pt x="4072" y="1862"/>
                    </a:lnTo>
                    <a:lnTo>
                      <a:pt x="3665" y="1862"/>
                    </a:lnTo>
                    <a:lnTo>
                      <a:pt x="3491" y="1804"/>
                    </a:lnTo>
                    <a:lnTo>
                      <a:pt x="3374" y="2037"/>
                    </a:lnTo>
                    <a:lnTo>
                      <a:pt x="3200" y="2211"/>
                    </a:lnTo>
                    <a:lnTo>
                      <a:pt x="2967" y="2328"/>
                    </a:lnTo>
                    <a:lnTo>
                      <a:pt x="2676" y="2269"/>
                    </a:lnTo>
                    <a:lnTo>
                      <a:pt x="2502" y="2211"/>
                    </a:lnTo>
                    <a:lnTo>
                      <a:pt x="2385" y="2153"/>
                    </a:lnTo>
                    <a:lnTo>
                      <a:pt x="2327" y="2037"/>
                    </a:lnTo>
                    <a:lnTo>
                      <a:pt x="2269" y="1920"/>
                    </a:lnTo>
                    <a:lnTo>
                      <a:pt x="2211" y="1630"/>
                    </a:lnTo>
                    <a:lnTo>
                      <a:pt x="2327" y="1339"/>
                    </a:lnTo>
                    <a:lnTo>
                      <a:pt x="2036" y="1339"/>
                    </a:lnTo>
                    <a:lnTo>
                      <a:pt x="1804" y="1222"/>
                    </a:lnTo>
                    <a:lnTo>
                      <a:pt x="1629" y="990"/>
                    </a:lnTo>
                    <a:lnTo>
                      <a:pt x="1571" y="757"/>
                    </a:lnTo>
                    <a:lnTo>
                      <a:pt x="1629" y="524"/>
                    </a:lnTo>
                    <a:lnTo>
                      <a:pt x="1687" y="350"/>
                    </a:lnTo>
                    <a:lnTo>
                      <a:pt x="17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7" name="Google Shape;1557;p43"/>
              <p:cNvSpPr/>
              <p:nvPr/>
            </p:nvSpPr>
            <p:spPr>
              <a:xfrm>
                <a:off x="1742575" y="281750"/>
                <a:ext cx="221075" cy="135275"/>
              </a:xfrm>
              <a:custGeom>
                <a:avLst/>
                <a:gdLst/>
                <a:ahLst/>
                <a:cxnLst/>
                <a:rect l="l" t="t" r="r" b="b"/>
                <a:pathLst>
                  <a:path w="8843" h="5411" extrusionOk="0">
                    <a:moveTo>
                      <a:pt x="116" y="0"/>
                    </a:moveTo>
                    <a:lnTo>
                      <a:pt x="58" y="466"/>
                    </a:lnTo>
                    <a:lnTo>
                      <a:pt x="0" y="931"/>
                    </a:lnTo>
                    <a:lnTo>
                      <a:pt x="0" y="1338"/>
                    </a:lnTo>
                    <a:lnTo>
                      <a:pt x="58" y="1746"/>
                    </a:lnTo>
                    <a:lnTo>
                      <a:pt x="175" y="2211"/>
                    </a:lnTo>
                    <a:lnTo>
                      <a:pt x="291" y="2618"/>
                    </a:lnTo>
                    <a:lnTo>
                      <a:pt x="466" y="2967"/>
                    </a:lnTo>
                    <a:lnTo>
                      <a:pt x="698" y="3374"/>
                    </a:lnTo>
                    <a:lnTo>
                      <a:pt x="931" y="3724"/>
                    </a:lnTo>
                    <a:lnTo>
                      <a:pt x="1222" y="4014"/>
                    </a:lnTo>
                    <a:lnTo>
                      <a:pt x="1513" y="4305"/>
                    </a:lnTo>
                    <a:lnTo>
                      <a:pt x="1862" y="4596"/>
                    </a:lnTo>
                    <a:lnTo>
                      <a:pt x="2211" y="4829"/>
                    </a:lnTo>
                    <a:lnTo>
                      <a:pt x="2618" y="5062"/>
                    </a:lnTo>
                    <a:lnTo>
                      <a:pt x="3025" y="5178"/>
                    </a:lnTo>
                    <a:lnTo>
                      <a:pt x="3491" y="5294"/>
                    </a:lnTo>
                    <a:lnTo>
                      <a:pt x="3898" y="5411"/>
                    </a:lnTo>
                    <a:lnTo>
                      <a:pt x="4829" y="5411"/>
                    </a:lnTo>
                    <a:lnTo>
                      <a:pt x="5236" y="5352"/>
                    </a:lnTo>
                    <a:lnTo>
                      <a:pt x="5643" y="5294"/>
                    </a:lnTo>
                    <a:lnTo>
                      <a:pt x="6050" y="5120"/>
                    </a:lnTo>
                    <a:lnTo>
                      <a:pt x="6458" y="4945"/>
                    </a:lnTo>
                    <a:lnTo>
                      <a:pt x="6865" y="4771"/>
                    </a:lnTo>
                    <a:lnTo>
                      <a:pt x="7214" y="4538"/>
                    </a:lnTo>
                    <a:lnTo>
                      <a:pt x="7505" y="4247"/>
                    </a:lnTo>
                    <a:lnTo>
                      <a:pt x="7796" y="3956"/>
                    </a:lnTo>
                    <a:lnTo>
                      <a:pt x="8087" y="3607"/>
                    </a:lnTo>
                    <a:lnTo>
                      <a:pt x="8319" y="3258"/>
                    </a:lnTo>
                    <a:lnTo>
                      <a:pt x="8552" y="2851"/>
                    </a:lnTo>
                    <a:lnTo>
                      <a:pt x="8668" y="2444"/>
                    </a:lnTo>
                    <a:lnTo>
                      <a:pt x="8843" y="2036"/>
                    </a:lnTo>
                    <a:lnTo>
                      <a:pt x="3549" y="815"/>
                    </a:lnTo>
                    <a:lnTo>
                      <a:pt x="3549" y="989"/>
                    </a:lnTo>
                    <a:lnTo>
                      <a:pt x="3549" y="1106"/>
                    </a:lnTo>
                    <a:lnTo>
                      <a:pt x="3433" y="1280"/>
                    </a:lnTo>
                    <a:lnTo>
                      <a:pt x="3374" y="1397"/>
                    </a:lnTo>
                    <a:lnTo>
                      <a:pt x="3258" y="1513"/>
                    </a:lnTo>
                    <a:lnTo>
                      <a:pt x="3083" y="1629"/>
                    </a:lnTo>
                    <a:lnTo>
                      <a:pt x="2676" y="1629"/>
                    </a:lnTo>
                    <a:lnTo>
                      <a:pt x="2502" y="1571"/>
                    </a:lnTo>
                    <a:lnTo>
                      <a:pt x="2385" y="1804"/>
                    </a:lnTo>
                    <a:lnTo>
                      <a:pt x="2211" y="1978"/>
                    </a:lnTo>
                    <a:lnTo>
                      <a:pt x="1978" y="2095"/>
                    </a:lnTo>
                    <a:lnTo>
                      <a:pt x="1687" y="2036"/>
                    </a:lnTo>
                    <a:lnTo>
                      <a:pt x="1513" y="1978"/>
                    </a:lnTo>
                    <a:lnTo>
                      <a:pt x="1396" y="1920"/>
                    </a:lnTo>
                    <a:lnTo>
                      <a:pt x="1338" y="1804"/>
                    </a:lnTo>
                    <a:lnTo>
                      <a:pt x="1280" y="1687"/>
                    </a:lnTo>
                    <a:lnTo>
                      <a:pt x="1222" y="1397"/>
                    </a:lnTo>
                    <a:lnTo>
                      <a:pt x="1338" y="1106"/>
                    </a:lnTo>
                    <a:lnTo>
                      <a:pt x="1047" y="1106"/>
                    </a:lnTo>
                    <a:lnTo>
                      <a:pt x="815" y="989"/>
                    </a:lnTo>
                    <a:lnTo>
                      <a:pt x="640" y="757"/>
                    </a:lnTo>
                    <a:lnTo>
                      <a:pt x="582" y="524"/>
                    </a:lnTo>
                    <a:lnTo>
                      <a:pt x="640" y="291"/>
                    </a:lnTo>
                    <a:lnTo>
                      <a:pt x="698" y="117"/>
                    </a:lnTo>
                    <a:lnTo>
                      <a:pt x="11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8" name="Google Shape;1558;p43"/>
              <p:cNvSpPr/>
              <p:nvPr/>
            </p:nvSpPr>
            <p:spPr>
              <a:xfrm>
                <a:off x="1856000" y="358825"/>
                <a:ext cx="5850" cy="8750"/>
              </a:xfrm>
              <a:custGeom>
                <a:avLst/>
                <a:gdLst/>
                <a:ahLst/>
                <a:cxnLst/>
                <a:rect l="l" t="t" r="r" b="b"/>
                <a:pathLst>
                  <a:path w="234" h="350" extrusionOk="0">
                    <a:moveTo>
                      <a:pt x="175" y="1"/>
                    </a:moveTo>
                    <a:lnTo>
                      <a:pt x="1" y="233"/>
                    </a:lnTo>
                    <a:lnTo>
                      <a:pt x="59" y="350"/>
                    </a:lnTo>
                    <a:lnTo>
                      <a:pt x="175" y="350"/>
                    </a:lnTo>
                    <a:lnTo>
                      <a:pt x="234" y="291"/>
                    </a:lnTo>
                    <a:lnTo>
                      <a:pt x="17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9" name="Google Shape;1559;p43"/>
              <p:cNvSpPr/>
              <p:nvPr/>
            </p:nvSpPr>
            <p:spPr>
              <a:xfrm>
                <a:off x="1813825" y="373375"/>
                <a:ext cx="5850" cy="8750"/>
              </a:xfrm>
              <a:custGeom>
                <a:avLst/>
                <a:gdLst/>
                <a:ahLst/>
                <a:cxnLst/>
                <a:rect l="l" t="t" r="r" b="b"/>
                <a:pathLst>
                  <a:path w="234" h="350" extrusionOk="0">
                    <a:moveTo>
                      <a:pt x="175" y="0"/>
                    </a:moveTo>
                    <a:lnTo>
                      <a:pt x="1" y="233"/>
                    </a:lnTo>
                    <a:lnTo>
                      <a:pt x="1" y="291"/>
                    </a:lnTo>
                    <a:lnTo>
                      <a:pt x="117" y="349"/>
                    </a:lnTo>
                    <a:lnTo>
                      <a:pt x="175" y="349"/>
                    </a:lnTo>
                    <a:lnTo>
                      <a:pt x="233" y="291"/>
                    </a:lnTo>
                    <a:lnTo>
                      <a:pt x="17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0" name="Google Shape;1560;p43"/>
              <p:cNvSpPr/>
              <p:nvPr/>
            </p:nvSpPr>
            <p:spPr>
              <a:xfrm>
                <a:off x="1886550" y="331200"/>
                <a:ext cx="5850" cy="8750"/>
              </a:xfrm>
              <a:custGeom>
                <a:avLst/>
                <a:gdLst/>
                <a:ahLst/>
                <a:cxnLst/>
                <a:rect l="l" t="t" r="r" b="b"/>
                <a:pathLst>
                  <a:path w="234" h="350" extrusionOk="0">
                    <a:moveTo>
                      <a:pt x="175" y="0"/>
                    </a:moveTo>
                    <a:lnTo>
                      <a:pt x="1" y="233"/>
                    </a:lnTo>
                    <a:lnTo>
                      <a:pt x="1" y="291"/>
                    </a:lnTo>
                    <a:lnTo>
                      <a:pt x="117" y="349"/>
                    </a:lnTo>
                    <a:lnTo>
                      <a:pt x="175" y="349"/>
                    </a:lnTo>
                    <a:lnTo>
                      <a:pt x="233" y="291"/>
                    </a:lnTo>
                    <a:lnTo>
                      <a:pt x="17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1" name="Google Shape;1561;p43"/>
              <p:cNvSpPr/>
              <p:nvPr/>
            </p:nvSpPr>
            <p:spPr>
              <a:xfrm>
                <a:off x="1872000" y="386450"/>
                <a:ext cx="4400" cy="8775"/>
              </a:xfrm>
              <a:custGeom>
                <a:avLst/>
                <a:gdLst/>
                <a:ahLst/>
                <a:cxnLst/>
                <a:rect l="l" t="t" r="r" b="b"/>
                <a:pathLst>
                  <a:path w="176" h="351" extrusionOk="0">
                    <a:moveTo>
                      <a:pt x="117" y="1"/>
                    </a:moveTo>
                    <a:lnTo>
                      <a:pt x="1" y="234"/>
                    </a:lnTo>
                    <a:lnTo>
                      <a:pt x="1" y="292"/>
                    </a:lnTo>
                    <a:lnTo>
                      <a:pt x="59" y="350"/>
                    </a:lnTo>
                    <a:lnTo>
                      <a:pt x="117" y="350"/>
                    </a:lnTo>
                    <a:lnTo>
                      <a:pt x="175" y="292"/>
                    </a:lnTo>
                    <a:lnTo>
                      <a:pt x="11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1562;p43"/>
              <p:cNvSpPr/>
              <p:nvPr/>
            </p:nvSpPr>
            <p:spPr>
              <a:xfrm>
                <a:off x="1841475" y="355925"/>
                <a:ext cx="5825" cy="8750"/>
              </a:xfrm>
              <a:custGeom>
                <a:avLst/>
                <a:gdLst/>
                <a:ahLst/>
                <a:cxnLst/>
                <a:rect l="l" t="t" r="r" b="b"/>
                <a:pathLst>
                  <a:path w="233" h="350" extrusionOk="0">
                    <a:moveTo>
                      <a:pt x="175" y="0"/>
                    </a:moveTo>
                    <a:lnTo>
                      <a:pt x="0" y="233"/>
                    </a:lnTo>
                    <a:lnTo>
                      <a:pt x="0" y="291"/>
                    </a:lnTo>
                    <a:lnTo>
                      <a:pt x="116" y="349"/>
                    </a:lnTo>
                    <a:lnTo>
                      <a:pt x="175" y="349"/>
                    </a:lnTo>
                    <a:lnTo>
                      <a:pt x="233" y="291"/>
                    </a:lnTo>
                    <a:lnTo>
                      <a:pt x="17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3" name="Google Shape;1563;p43"/>
              <p:cNvSpPr/>
              <p:nvPr/>
            </p:nvSpPr>
            <p:spPr>
              <a:xfrm>
                <a:off x="1896725" y="369000"/>
                <a:ext cx="4400" cy="8750"/>
              </a:xfrm>
              <a:custGeom>
                <a:avLst/>
                <a:gdLst/>
                <a:ahLst/>
                <a:cxnLst/>
                <a:rect l="l" t="t" r="r" b="b"/>
                <a:pathLst>
                  <a:path w="176" h="350" extrusionOk="0">
                    <a:moveTo>
                      <a:pt x="117" y="1"/>
                    </a:moveTo>
                    <a:lnTo>
                      <a:pt x="1" y="234"/>
                    </a:lnTo>
                    <a:lnTo>
                      <a:pt x="1" y="292"/>
                    </a:lnTo>
                    <a:lnTo>
                      <a:pt x="59" y="350"/>
                    </a:lnTo>
                    <a:lnTo>
                      <a:pt x="117" y="292"/>
                    </a:lnTo>
                    <a:lnTo>
                      <a:pt x="175" y="234"/>
                    </a:lnTo>
                    <a:lnTo>
                      <a:pt x="11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4" name="Google Shape;1564;p43"/>
              <p:cNvSpPr/>
              <p:nvPr/>
            </p:nvSpPr>
            <p:spPr>
              <a:xfrm>
                <a:off x="1800750" y="347200"/>
                <a:ext cx="5825" cy="8750"/>
              </a:xfrm>
              <a:custGeom>
                <a:avLst/>
                <a:gdLst/>
                <a:ahLst/>
                <a:cxnLst/>
                <a:rect l="l" t="t" r="r" b="b"/>
                <a:pathLst>
                  <a:path w="233" h="350" extrusionOk="0">
                    <a:moveTo>
                      <a:pt x="175" y="0"/>
                    </a:moveTo>
                    <a:lnTo>
                      <a:pt x="0" y="233"/>
                    </a:lnTo>
                    <a:lnTo>
                      <a:pt x="58" y="291"/>
                    </a:lnTo>
                    <a:lnTo>
                      <a:pt x="117" y="349"/>
                    </a:lnTo>
                    <a:lnTo>
                      <a:pt x="175" y="349"/>
                    </a:lnTo>
                    <a:lnTo>
                      <a:pt x="233" y="233"/>
                    </a:lnTo>
                    <a:lnTo>
                      <a:pt x="17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565" name="Google Shape;1565;p43"/>
          <p:cNvGrpSpPr/>
          <p:nvPr/>
        </p:nvGrpSpPr>
        <p:grpSpPr>
          <a:xfrm rot="-540875">
            <a:off x="7021337" y="485172"/>
            <a:ext cx="994743" cy="921129"/>
            <a:chOff x="379200" y="3583675"/>
            <a:chExt cx="314175" cy="290925"/>
          </a:xfrm>
        </p:grpSpPr>
        <p:sp>
          <p:nvSpPr>
            <p:cNvPr id="1566" name="Google Shape;1566;p43"/>
            <p:cNvSpPr/>
            <p:nvPr/>
          </p:nvSpPr>
          <p:spPr>
            <a:xfrm>
              <a:off x="379200" y="3583675"/>
              <a:ext cx="280725" cy="290925"/>
            </a:xfrm>
            <a:custGeom>
              <a:avLst/>
              <a:gdLst/>
              <a:ahLst/>
              <a:cxnLst/>
              <a:rect l="l" t="t" r="r" b="b"/>
              <a:pathLst>
                <a:path w="11229" h="11637" extrusionOk="0">
                  <a:moveTo>
                    <a:pt x="3317" y="4597"/>
                  </a:moveTo>
                  <a:lnTo>
                    <a:pt x="3317" y="4597"/>
                  </a:lnTo>
                  <a:lnTo>
                    <a:pt x="3608" y="4888"/>
                  </a:lnTo>
                  <a:lnTo>
                    <a:pt x="3841" y="5120"/>
                  </a:lnTo>
                  <a:lnTo>
                    <a:pt x="4073" y="5237"/>
                  </a:lnTo>
                  <a:lnTo>
                    <a:pt x="4306" y="5353"/>
                  </a:lnTo>
                  <a:lnTo>
                    <a:pt x="4480" y="5353"/>
                  </a:lnTo>
                  <a:lnTo>
                    <a:pt x="4655" y="5353"/>
                  </a:lnTo>
                  <a:lnTo>
                    <a:pt x="4830" y="5295"/>
                  </a:lnTo>
                  <a:lnTo>
                    <a:pt x="5004" y="5179"/>
                  </a:lnTo>
                  <a:lnTo>
                    <a:pt x="5295" y="4946"/>
                  </a:lnTo>
                  <a:lnTo>
                    <a:pt x="5469" y="4655"/>
                  </a:lnTo>
                  <a:lnTo>
                    <a:pt x="5644" y="4364"/>
                  </a:lnTo>
                  <a:lnTo>
                    <a:pt x="5644" y="4364"/>
                  </a:lnTo>
                  <a:lnTo>
                    <a:pt x="5644" y="4364"/>
                  </a:lnTo>
                  <a:lnTo>
                    <a:pt x="5644" y="4364"/>
                  </a:lnTo>
                  <a:lnTo>
                    <a:pt x="5819" y="4539"/>
                  </a:lnTo>
                  <a:lnTo>
                    <a:pt x="7273" y="11636"/>
                  </a:lnTo>
                  <a:lnTo>
                    <a:pt x="7506" y="11578"/>
                  </a:lnTo>
                  <a:lnTo>
                    <a:pt x="6109" y="4713"/>
                  </a:lnTo>
                  <a:lnTo>
                    <a:pt x="6109" y="4713"/>
                  </a:lnTo>
                  <a:lnTo>
                    <a:pt x="6342" y="4829"/>
                  </a:lnTo>
                  <a:lnTo>
                    <a:pt x="6517" y="4888"/>
                  </a:lnTo>
                  <a:lnTo>
                    <a:pt x="6749" y="4946"/>
                  </a:lnTo>
                  <a:lnTo>
                    <a:pt x="6924" y="4888"/>
                  </a:lnTo>
                  <a:lnTo>
                    <a:pt x="7273" y="4771"/>
                  </a:lnTo>
                  <a:lnTo>
                    <a:pt x="7506" y="4539"/>
                  </a:lnTo>
                  <a:lnTo>
                    <a:pt x="7680" y="4248"/>
                  </a:lnTo>
                  <a:lnTo>
                    <a:pt x="7855" y="4015"/>
                  </a:lnTo>
                  <a:lnTo>
                    <a:pt x="7913" y="3724"/>
                  </a:lnTo>
                  <a:lnTo>
                    <a:pt x="7913" y="3724"/>
                  </a:lnTo>
                  <a:lnTo>
                    <a:pt x="7913" y="3724"/>
                  </a:lnTo>
                  <a:lnTo>
                    <a:pt x="7913" y="3724"/>
                  </a:lnTo>
                  <a:lnTo>
                    <a:pt x="7913" y="3724"/>
                  </a:lnTo>
                  <a:lnTo>
                    <a:pt x="8204" y="3957"/>
                  </a:lnTo>
                  <a:lnTo>
                    <a:pt x="8436" y="4131"/>
                  </a:lnTo>
                  <a:lnTo>
                    <a:pt x="8669" y="4190"/>
                  </a:lnTo>
                  <a:lnTo>
                    <a:pt x="8844" y="4190"/>
                  </a:lnTo>
                  <a:lnTo>
                    <a:pt x="9018" y="4131"/>
                  </a:lnTo>
                  <a:lnTo>
                    <a:pt x="9193" y="4073"/>
                  </a:lnTo>
                  <a:lnTo>
                    <a:pt x="9484" y="3782"/>
                  </a:lnTo>
                  <a:lnTo>
                    <a:pt x="9716" y="3433"/>
                  </a:lnTo>
                  <a:lnTo>
                    <a:pt x="9891" y="3084"/>
                  </a:lnTo>
                  <a:lnTo>
                    <a:pt x="10007" y="2677"/>
                  </a:lnTo>
                  <a:lnTo>
                    <a:pt x="10007" y="2677"/>
                  </a:lnTo>
                  <a:lnTo>
                    <a:pt x="10531" y="2968"/>
                  </a:lnTo>
                  <a:lnTo>
                    <a:pt x="10705" y="2968"/>
                  </a:lnTo>
                  <a:lnTo>
                    <a:pt x="10880" y="2968"/>
                  </a:lnTo>
                  <a:lnTo>
                    <a:pt x="10996" y="2968"/>
                  </a:lnTo>
                  <a:lnTo>
                    <a:pt x="11054" y="2851"/>
                  </a:lnTo>
                  <a:lnTo>
                    <a:pt x="11171" y="2677"/>
                  </a:lnTo>
                  <a:lnTo>
                    <a:pt x="11229" y="2444"/>
                  </a:lnTo>
                  <a:lnTo>
                    <a:pt x="11171" y="2212"/>
                  </a:lnTo>
                  <a:lnTo>
                    <a:pt x="11113" y="1921"/>
                  </a:lnTo>
                  <a:lnTo>
                    <a:pt x="11113" y="1921"/>
                  </a:lnTo>
                  <a:lnTo>
                    <a:pt x="10356" y="1397"/>
                  </a:lnTo>
                  <a:lnTo>
                    <a:pt x="9542" y="932"/>
                  </a:lnTo>
                  <a:lnTo>
                    <a:pt x="8785" y="524"/>
                  </a:lnTo>
                  <a:lnTo>
                    <a:pt x="8029" y="292"/>
                  </a:lnTo>
                  <a:lnTo>
                    <a:pt x="7273" y="117"/>
                  </a:lnTo>
                  <a:lnTo>
                    <a:pt x="6517" y="1"/>
                  </a:lnTo>
                  <a:lnTo>
                    <a:pt x="5819" y="1"/>
                  </a:lnTo>
                  <a:lnTo>
                    <a:pt x="5062" y="117"/>
                  </a:lnTo>
                  <a:lnTo>
                    <a:pt x="5062" y="117"/>
                  </a:lnTo>
                  <a:lnTo>
                    <a:pt x="5062" y="117"/>
                  </a:lnTo>
                  <a:lnTo>
                    <a:pt x="5062" y="117"/>
                  </a:lnTo>
                  <a:lnTo>
                    <a:pt x="5062" y="117"/>
                  </a:lnTo>
                  <a:lnTo>
                    <a:pt x="5062" y="117"/>
                  </a:lnTo>
                  <a:lnTo>
                    <a:pt x="5062" y="117"/>
                  </a:lnTo>
                  <a:lnTo>
                    <a:pt x="5062" y="117"/>
                  </a:lnTo>
                  <a:lnTo>
                    <a:pt x="5062" y="117"/>
                  </a:lnTo>
                  <a:lnTo>
                    <a:pt x="4539" y="234"/>
                  </a:lnTo>
                  <a:lnTo>
                    <a:pt x="4073" y="466"/>
                  </a:lnTo>
                  <a:lnTo>
                    <a:pt x="3608" y="699"/>
                  </a:lnTo>
                  <a:lnTo>
                    <a:pt x="3142" y="990"/>
                  </a:lnTo>
                  <a:lnTo>
                    <a:pt x="2677" y="1281"/>
                  </a:lnTo>
                  <a:lnTo>
                    <a:pt x="2270" y="1630"/>
                  </a:lnTo>
                  <a:lnTo>
                    <a:pt x="1514" y="2386"/>
                  </a:lnTo>
                  <a:lnTo>
                    <a:pt x="874" y="3084"/>
                  </a:lnTo>
                  <a:lnTo>
                    <a:pt x="408" y="3666"/>
                  </a:lnTo>
                  <a:lnTo>
                    <a:pt x="1" y="4248"/>
                  </a:lnTo>
                  <a:lnTo>
                    <a:pt x="1" y="4248"/>
                  </a:lnTo>
                  <a:lnTo>
                    <a:pt x="408" y="4829"/>
                  </a:lnTo>
                  <a:lnTo>
                    <a:pt x="583" y="5004"/>
                  </a:lnTo>
                  <a:lnTo>
                    <a:pt x="757" y="5120"/>
                  </a:lnTo>
                  <a:lnTo>
                    <a:pt x="874" y="5179"/>
                  </a:lnTo>
                  <a:lnTo>
                    <a:pt x="990" y="5179"/>
                  </a:lnTo>
                  <a:lnTo>
                    <a:pt x="1106" y="5179"/>
                  </a:lnTo>
                  <a:lnTo>
                    <a:pt x="1164" y="5120"/>
                  </a:lnTo>
                  <a:lnTo>
                    <a:pt x="1281" y="4888"/>
                  </a:lnTo>
                  <a:lnTo>
                    <a:pt x="1339" y="4655"/>
                  </a:lnTo>
                  <a:lnTo>
                    <a:pt x="1397" y="4422"/>
                  </a:lnTo>
                  <a:lnTo>
                    <a:pt x="1397" y="4422"/>
                  </a:lnTo>
                  <a:lnTo>
                    <a:pt x="1630" y="4829"/>
                  </a:lnTo>
                  <a:lnTo>
                    <a:pt x="1863" y="5062"/>
                  </a:lnTo>
                  <a:lnTo>
                    <a:pt x="2037" y="5295"/>
                  </a:lnTo>
                  <a:lnTo>
                    <a:pt x="2270" y="5411"/>
                  </a:lnTo>
                  <a:lnTo>
                    <a:pt x="2444" y="5469"/>
                  </a:lnTo>
                  <a:lnTo>
                    <a:pt x="2561" y="5469"/>
                  </a:lnTo>
                  <a:lnTo>
                    <a:pt x="2735" y="5411"/>
                  </a:lnTo>
                  <a:lnTo>
                    <a:pt x="2852" y="5353"/>
                  </a:lnTo>
                  <a:lnTo>
                    <a:pt x="3084" y="5120"/>
                  </a:lnTo>
                  <a:lnTo>
                    <a:pt x="3201" y="4888"/>
                  </a:lnTo>
                  <a:lnTo>
                    <a:pt x="3317" y="4597"/>
                  </a:lnTo>
                  <a:lnTo>
                    <a:pt x="3317" y="4597"/>
                  </a:lnTo>
                  <a:close/>
                </a:path>
              </a:pathLst>
            </a:custGeom>
            <a:solidFill>
              <a:schemeClr val="accent4"/>
            </a:solidFill>
            <a:ln w="76200" cap="flat" cmpd="sng">
              <a:solidFill>
                <a:schemeClr val="accent4"/>
              </a:solidFill>
              <a:prstDash val="solid"/>
              <a:round/>
              <a:headEnd type="none" w="sm" len="sm"/>
              <a:tailEnd type="none" w="sm" len="sm"/>
            </a:ln>
            <a:effectLst>
              <a:outerShdw blurRad="57150" algn="bl" rotWithShape="0">
                <a:schemeClr val="accent3">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67" name="Google Shape;1567;p43"/>
            <p:cNvGrpSpPr/>
            <p:nvPr/>
          </p:nvGrpSpPr>
          <p:grpSpPr>
            <a:xfrm>
              <a:off x="379200" y="3583675"/>
              <a:ext cx="314175" cy="290925"/>
              <a:chOff x="379200" y="3583675"/>
              <a:chExt cx="314175" cy="290925"/>
            </a:xfrm>
          </p:grpSpPr>
          <p:sp>
            <p:nvSpPr>
              <p:cNvPr id="1568" name="Google Shape;1568;p43"/>
              <p:cNvSpPr/>
              <p:nvPr/>
            </p:nvSpPr>
            <p:spPr>
              <a:xfrm>
                <a:off x="524650" y="3695675"/>
                <a:ext cx="42200" cy="178925"/>
              </a:xfrm>
              <a:custGeom>
                <a:avLst/>
                <a:gdLst/>
                <a:ahLst/>
                <a:cxnLst/>
                <a:rect l="l" t="t" r="r" b="b"/>
                <a:pathLst>
                  <a:path w="1688" h="7157" extrusionOk="0">
                    <a:moveTo>
                      <a:pt x="1" y="0"/>
                    </a:moveTo>
                    <a:lnTo>
                      <a:pt x="1455" y="7156"/>
                    </a:lnTo>
                    <a:lnTo>
                      <a:pt x="1688" y="7098"/>
                    </a:lnTo>
                    <a:lnTo>
                      <a:pt x="291" y="233"/>
                    </a:lnTo>
                    <a:lnTo>
                      <a:pt x="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9" name="Google Shape;1569;p43"/>
              <p:cNvSpPr/>
              <p:nvPr/>
            </p:nvSpPr>
            <p:spPr>
              <a:xfrm>
                <a:off x="505750" y="3586600"/>
                <a:ext cx="71275" cy="106200"/>
              </a:xfrm>
              <a:custGeom>
                <a:avLst/>
                <a:gdLst/>
                <a:ahLst/>
                <a:cxnLst/>
                <a:rect l="l" t="t" r="r" b="b"/>
                <a:pathLst>
                  <a:path w="2851" h="4248" extrusionOk="0">
                    <a:moveTo>
                      <a:pt x="0" y="0"/>
                    </a:moveTo>
                    <a:lnTo>
                      <a:pt x="291" y="2153"/>
                    </a:lnTo>
                    <a:lnTo>
                      <a:pt x="582" y="4247"/>
                    </a:lnTo>
                    <a:lnTo>
                      <a:pt x="2851" y="3607"/>
                    </a:lnTo>
                    <a:lnTo>
                      <a:pt x="2327" y="2618"/>
                    </a:lnTo>
                    <a:lnTo>
                      <a:pt x="1687" y="1687"/>
                    </a:lnTo>
                    <a:lnTo>
                      <a:pt x="873" y="815"/>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1570;p43"/>
              <p:cNvSpPr/>
              <p:nvPr/>
            </p:nvSpPr>
            <p:spPr>
              <a:xfrm>
                <a:off x="505750" y="3583675"/>
                <a:ext cx="151275" cy="66925"/>
              </a:xfrm>
              <a:custGeom>
                <a:avLst/>
                <a:gdLst/>
                <a:ahLst/>
                <a:cxnLst/>
                <a:rect l="l" t="t" r="r" b="b"/>
                <a:pathLst>
                  <a:path w="6051" h="2677" extrusionOk="0">
                    <a:moveTo>
                      <a:pt x="757" y="1"/>
                    </a:moveTo>
                    <a:lnTo>
                      <a:pt x="0" y="117"/>
                    </a:lnTo>
                    <a:lnTo>
                      <a:pt x="640" y="292"/>
                    </a:lnTo>
                    <a:lnTo>
                      <a:pt x="1280" y="524"/>
                    </a:lnTo>
                    <a:lnTo>
                      <a:pt x="1920" y="757"/>
                    </a:lnTo>
                    <a:lnTo>
                      <a:pt x="2502" y="1106"/>
                    </a:lnTo>
                    <a:lnTo>
                      <a:pt x="3723" y="1804"/>
                    </a:lnTo>
                    <a:lnTo>
                      <a:pt x="4945" y="2677"/>
                    </a:lnTo>
                    <a:lnTo>
                      <a:pt x="6051" y="1921"/>
                    </a:lnTo>
                    <a:lnTo>
                      <a:pt x="5294" y="1339"/>
                    </a:lnTo>
                    <a:lnTo>
                      <a:pt x="4480" y="874"/>
                    </a:lnTo>
                    <a:lnTo>
                      <a:pt x="3723" y="524"/>
                    </a:lnTo>
                    <a:lnTo>
                      <a:pt x="2967" y="234"/>
                    </a:lnTo>
                    <a:lnTo>
                      <a:pt x="2211" y="59"/>
                    </a:lnTo>
                    <a:lnTo>
                      <a:pt x="145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1" name="Google Shape;1571;p43"/>
              <p:cNvSpPr/>
              <p:nvPr/>
            </p:nvSpPr>
            <p:spPr>
              <a:xfrm>
                <a:off x="414125" y="3586600"/>
                <a:ext cx="91650" cy="110550"/>
              </a:xfrm>
              <a:custGeom>
                <a:avLst/>
                <a:gdLst/>
                <a:ahLst/>
                <a:cxnLst/>
                <a:rect l="l" t="t" r="r" b="b"/>
                <a:pathLst>
                  <a:path w="3666" h="4422" extrusionOk="0">
                    <a:moveTo>
                      <a:pt x="3665" y="0"/>
                    </a:moveTo>
                    <a:lnTo>
                      <a:pt x="3025" y="524"/>
                    </a:lnTo>
                    <a:lnTo>
                      <a:pt x="2444" y="1047"/>
                    </a:lnTo>
                    <a:lnTo>
                      <a:pt x="1920" y="1571"/>
                    </a:lnTo>
                    <a:lnTo>
                      <a:pt x="1396" y="2095"/>
                    </a:lnTo>
                    <a:lnTo>
                      <a:pt x="989" y="2676"/>
                    </a:lnTo>
                    <a:lnTo>
                      <a:pt x="582" y="3200"/>
                    </a:lnTo>
                    <a:lnTo>
                      <a:pt x="291" y="3723"/>
                    </a:lnTo>
                    <a:lnTo>
                      <a:pt x="0" y="4305"/>
                    </a:lnTo>
                    <a:lnTo>
                      <a:pt x="1920" y="4422"/>
                    </a:lnTo>
                    <a:lnTo>
                      <a:pt x="2211" y="3374"/>
                    </a:lnTo>
                    <a:lnTo>
                      <a:pt x="2560" y="2269"/>
                    </a:lnTo>
                    <a:lnTo>
                      <a:pt x="3083" y="1164"/>
                    </a:lnTo>
                    <a:lnTo>
                      <a:pt x="366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2" name="Google Shape;1572;p43"/>
              <p:cNvSpPr/>
              <p:nvPr/>
            </p:nvSpPr>
            <p:spPr>
              <a:xfrm>
                <a:off x="577000" y="3650575"/>
                <a:ext cx="52400" cy="37850"/>
              </a:xfrm>
              <a:custGeom>
                <a:avLst/>
                <a:gdLst/>
                <a:ahLst/>
                <a:cxnLst/>
                <a:rect l="l" t="t" r="r" b="b"/>
                <a:pathLst>
                  <a:path w="2096" h="1514" extrusionOk="0">
                    <a:moveTo>
                      <a:pt x="2095" y="1"/>
                    </a:moveTo>
                    <a:lnTo>
                      <a:pt x="1" y="1048"/>
                    </a:lnTo>
                    <a:lnTo>
                      <a:pt x="292" y="1281"/>
                    </a:lnTo>
                    <a:lnTo>
                      <a:pt x="524" y="1397"/>
                    </a:lnTo>
                    <a:lnTo>
                      <a:pt x="757" y="1514"/>
                    </a:lnTo>
                    <a:lnTo>
                      <a:pt x="932" y="1514"/>
                    </a:lnTo>
                    <a:lnTo>
                      <a:pt x="1106" y="1455"/>
                    </a:lnTo>
                    <a:lnTo>
                      <a:pt x="1281" y="1397"/>
                    </a:lnTo>
                    <a:lnTo>
                      <a:pt x="1572" y="1106"/>
                    </a:lnTo>
                    <a:lnTo>
                      <a:pt x="1804" y="699"/>
                    </a:lnTo>
                    <a:lnTo>
                      <a:pt x="1979" y="350"/>
                    </a:lnTo>
                    <a:lnTo>
                      <a:pt x="209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3" name="Google Shape;1573;p43"/>
              <p:cNvSpPr/>
              <p:nvPr/>
            </p:nvSpPr>
            <p:spPr>
              <a:xfrm>
                <a:off x="462100" y="3692775"/>
                <a:ext cx="58200" cy="24750"/>
              </a:xfrm>
              <a:custGeom>
                <a:avLst/>
                <a:gdLst/>
                <a:ahLst/>
                <a:cxnLst/>
                <a:rect l="l" t="t" r="r" b="b"/>
                <a:pathLst>
                  <a:path w="2328" h="990" extrusionOk="0">
                    <a:moveTo>
                      <a:pt x="2328" y="0"/>
                    </a:moveTo>
                    <a:lnTo>
                      <a:pt x="1" y="175"/>
                    </a:lnTo>
                    <a:lnTo>
                      <a:pt x="292" y="524"/>
                    </a:lnTo>
                    <a:lnTo>
                      <a:pt x="525" y="698"/>
                    </a:lnTo>
                    <a:lnTo>
                      <a:pt x="757" y="873"/>
                    </a:lnTo>
                    <a:lnTo>
                      <a:pt x="990" y="931"/>
                    </a:lnTo>
                    <a:lnTo>
                      <a:pt x="1164" y="989"/>
                    </a:lnTo>
                    <a:lnTo>
                      <a:pt x="1339" y="931"/>
                    </a:lnTo>
                    <a:lnTo>
                      <a:pt x="1514" y="873"/>
                    </a:lnTo>
                    <a:lnTo>
                      <a:pt x="1688" y="815"/>
                    </a:lnTo>
                    <a:lnTo>
                      <a:pt x="1979" y="582"/>
                    </a:lnTo>
                    <a:lnTo>
                      <a:pt x="2153" y="291"/>
                    </a:lnTo>
                    <a:lnTo>
                      <a:pt x="232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4" name="Google Shape;1574;p43"/>
              <p:cNvSpPr/>
              <p:nvPr/>
            </p:nvSpPr>
            <p:spPr>
              <a:xfrm>
                <a:off x="629375" y="3631675"/>
                <a:ext cx="30550" cy="26200"/>
              </a:xfrm>
              <a:custGeom>
                <a:avLst/>
                <a:gdLst/>
                <a:ahLst/>
                <a:cxnLst/>
                <a:rect l="l" t="t" r="r" b="b"/>
                <a:pathLst>
                  <a:path w="1222" h="1048" extrusionOk="0">
                    <a:moveTo>
                      <a:pt x="1106" y="1"/>
                    </a:moveTo>
                    <a:lnTo>
                      <a:pt x="0" y="757"/>
                    </a:lnTo>
                    <a:lnTo>
                      <a:pt x="524" y="990"/>
                    </a:lnTo>
                    <a:lnTo>
                      <a:pt x="698" y="1048"/>
                    </a:lnTo>
                    <a:lnTo>
                      <a:pt x="873" y="1048"/>
                    </a:lnTo>
                    <a:lnTo>
                      <a:pt x="989" y="990"/>
                    </a:lnTo>
                    <a:lnTo>
                      <a:pt x="1047" y="932"/>
                    </a:lnTo>
                    <a:lnTo>
                      <a:pt x="1164" y="757"/>
                    </a:lnTo>
                    <a:lnTo>
                      <a:pt x="1222" y="466"/>
                    </a:lnTo>
                    <a:lnTo>
                      <a:pt x="1164" y="233"/>
                    </a:lnTo>
                    <a:lnTo>
                      <a:pt x="110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5" name="Google Shape;1575;p43"/>
              <p:cNvSpPr/>
              <p:nvPr/>
            </p:nvSpPr>
            <p:spPr>
              <a:xfrm>
                <a:off x="505750" y="3586600"/>
                <a:ext cx="123650" cy="90200"/>
              </a:xfrm>
              <a:custGeom>
                <a:avLst/>
                <a:gdLst/>
                <a:ahLst/>
                <a:cxnLst/>
                <a:rect l="l" t="t" r="r" b="b"/>
                <a:pathLst>
                  <a:path w="4946" h="3608" extrusionOk="0">
                    <a:moveTo>
                      <a:pt x="0" y="0"/>
                    </a:moveTo>
                    <a:lnTo>
                      <a:pt x="873" y="815"/>
                    </a:lnTo>
                    <a:lnTo>
                      <a:pt x="1687" y="1687"/>
                    </a:lnTo>
                    <a:lnTo>
                      <a:pt x="2327" y="2618"/>
                    </a:lnTo>
                    <a:lnTo>
                      <a:pt x="2851" y="3607"/>
                    </a:lnTo>
                    <a:lnTo>
                      <a:pt x="4945" y="2560"/>
                    </a:lnTo>
                    <a:lnTo>
                      <a:pt x="3723" y="1687"/>
                    </a:lnTo>
                    <a:lnTo>
                      <a:pt x="2502" y="989"/>
                    </a:lnTo>
                    <a:lnTo>
                      <a:pt x="1920" y="640"/>
                    </a:lnTo>
                    <a:lnTo>
                      <a:pt x="1280" y="407"/>
                    </a:lnTo>
                    <a:lnTo>
                      <a:pt x="640" y="175"/>
                    </a:lnTo>
                    <a:lnTo>
                      <a:pt x="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6" name="Google Shape;1576;p43"/>
              <p:cNvSpPr/>
              <p:nvPr/>
            </p:nvSpPr>
            <p:spPr>
              <a:xfrm>
                <a:off x="462100" y="3586600"/>
                <a:ext cx="58200" cy="110550"/>
              </a:xfrm>
              <a:custGeom>
                <a:avLst/>
                <a:gdLst/>
                <a:ahLst/>
                <a:cxnLst/>
                <a:rect l="l" t="t" r="r" b="b"/>
                <a:pathLst>
                  <a:path w="2328" h="4422" extrusionOk="0">
                    <a:moveTo>
                      <a:pt x="1746" y="0"/>
                    </a:moveTo>
                    <a:lnTo>
                      <a:pt x="1164" y="1164"/>
                    </a:lnTo>
                    <a:lnTo>
                      <a:pt x="641" y="2269"/>
                    </a:lnTo>
                    <a:lnTo>
                      <a:pt x="292" y="3374"/>
                    </a:lnTo>
                    <a:lnTo>
                      <a:pt x="1" y="4422"/>
                    </a:lnTo>
                    <a:lnTo>
                      <a:pt x="2328" y="4247"/>
                    </a:lnTo>
                    <a:lnTo>
                      <a:pt x="2037" y="2153"/>
                    </a:lnTo>
                    <a:lnTo>
                      <a:pt x="174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7" name="Google Shape;1577;p43"/>
              <p:cNvSpPr/>
              <p:nvPr/>
            </p:nvSpPr>
            <p:spPr>
              <a:xfrm>
                <a:off x="379200" y="3586600"/>
                <a:ext cx="126575" cy="107650"/>
              </a:xfrm>
              <a:custGeom>
                <a:avLst/>
                <a:gdLst/>
                <a:ahLst/>
                <a:cxnLst/>
                <a:rect l="l" t="t" r="r" b="b"/>
                <a:pathLst>
                  <a:path w="5063" h="4306" extrusionOk="0">
                    <a:moveTo>
                      <a:pt x="5062" y="0"/>
                    </a:moveTo>
                    <a:lnTo>
                      <a:pt x="4539" y="117"/>
                    </a:lnTo>
                    <a:lnTo>
                      <a:pt x="4073" y="291"/>
                    </a:lnTo>
                    <a:lnTo>
                      <a:pt x="3608" y="582"/>
                    </a:lnTo>
                    <a:lnTo>
                      <a:pt x="3142" y="873"/>
                    </a:lnTo>
                    <a:lnTo>
                      <a:pt x="2677" y="1164"/>
                    </a:lnTo>
                    <a:lnTo>
                      <a:pt x="2270" y="1513"/>
                    </a:lnTo>
                    <a:lnTo>
                      <a:pt x="1514" y="2269"/>
                    </a:lnTo>
                    <a:lnTo>
                      <a:pt x="874" y="2967"/>
                    </a:lnTo>
                    <a:lnTo>
                      <a:pt x="408" y="3549"/>
                    </a:lnTo>
                    <a:lnTo>
                      <a:pt x="1" y="4131"/>
                    </a:lnTo>
                    <a:lnTo>
                      <a:pt x="1397" y="4305"/>
                    </a:lnTo>
                    <a:lnTo>
                      <a:pt x="1688" y="3723"/>
                    </a:lnTo>
                    <a:lnTo>
                      <a:pt x="1979" y="3200"/>
                    </a:lnTo>
                    <a:lnTo>
                      <a:pt x="2386" y="2676"/>
                    </a:lnTo>
                    <a:lnTo>
                      <a:pt x="2793" y="2095"/>
                    </a:lnTo>
                    <a:lnTo>
                      <a:pt x="3317" y="1571"/>
                    </a:lnTo>
                    <a:lnTo>
                      <a:pt x="3841" y="1047"/>
                    </a:lnTo>
                    <a:lnTo>
                      <a:pt x="4422" y="524"/>
                    </a:lnTo>
                    <a:lnTo>
                      <a:pt x="506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8" name="Google Shape;1578;p43"/>
              <p:cNvSpPr/>
              <p:nvPr/>
            </p:nvSpPr>
            <p:spPr>
              <a:xfrm>
                <a:off x="520275" y="3676775"/>
                <a:ext cx="56750" cy="29100"/>
              </a:xfrm>
              <a:custGeom>
                <a:avLst/>
                <a:gdLst/>
                <a:ahLst/>
                <a:cxnLst/>
                <a:rect l="l" t="t" r="r" b="b"/>
                <a:pathLst>
                  <a:path w="2270" h="1164" extrusionOk="0">
                    <a:moveTo>
                      <a:pt x="2270" y="0"/>
                    </a:moveTo>
                    <a:lnTo>
                      <a:pt x="1" y="640"/>
                    </a:lnTo>
                    <a:lnTo>
                      <a:pt x="176" y="756"/>
                    </a:lnTo>
                    <a:lnTo>
                      <a:pt x="466" y="989"/>
                    </a:lnTo>
                    <a:lnTo>
                      <a:pt x="699" y="1105"/>
                    </a:lnTo>
                    <a:lnTo>
                      <a:pt x="874" y="1164"/>
                    </a:lnTo>
                    <a:lnTo>
                      <a:pt x="1281" y="1164"/>
                    </a:lnTo>
                    <a:lnTo>
                      <a:pt x="1630" y="989"/>
                    </a:lnTo>
                    <a:lnTo>
                      <a:pt x="1863" y="756"/>
                    </a:lnTo>
                    <a:lnTo>
                      <a:pt x="2037" y="524"/>
                    </a:lnTo>
                    <a:lnTo>
                      <a:pt x="2212" y="233"/>
                    </a:lnTo>
                    <a:lnTo>
                      <a:pt x="227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9" name="Google Shape;1579;p43"/>
              <p:cNvSpPr/>
              <p:nvPr/>
            </p:nvSpPr>
            <p:spPr>
              <a:xfrm>
                <a:off x="414125" y="3694225"/>
                <a:ext cx="48000" cy="26200"/>
              </a:xfrm>
              <a:custGeom>
                <a:avLst/>
                <a:gdLst/>
                <a:ahLst/>
                <a:cxnLst/>
                <a:rect l="l" t="t" r="r" b="b"/>
                <a:pathLst>
                  <a:path w="1920" h="1048" extrusionOk="0">
                    <a:moveTo>
                      <a:pt x="0" y="0"/>
                    </a:moveTo>
                    <a:lnTo>
                      <a:pt x="233" y="349"/>
                    </a:lnTo>
                    <a:lnTo>
                      <a:pt x="466" y="640"/>
                    </a:lnTo>
                    <a:lnTo>
                      <a:pt x="640" y="815"/>
                    </a:lnTo>
                    <a:lnTo>
                      <a:pt x="873" y="989"/>
                    </a:lnTo>
                    <a:lnTo>
                      <a:pt x="1047" y="1047"/>
                    </a:lnTo>
                    <a:lnTo>
                      <a:pt x="1164" y="1047"/>
                    </a:lnTo>
                    <a:lnTo>
                      <a:pt x="1338" y="989"/>
                    </a:lnTo>
                    <a:lnTo>
                      <a:pt x="1455" y="931"/>
                    </a:lnTo>
                    <a:lnTo>
                      <a:pt x="1687" y="698"/>
                    </a:lnTo>
                    <a:lnTo>
                      <a:pt x="1804" y="407"/>
                    </a:lnTo>
                    <a:lnTo>
                      <a:pt x="1920" y="117"/>
                    </a:lnTo>
                    <a:lnTo>
                      <a:pt x="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0" name="Google Shape;1580;p43"/>
              <p:cNvSpPr/>
              <p:nvPr/>
            </p:nvSpPr>
            <p:spPr>
              <a:xfrm>
                <a:off x="379200" y="3689850"/>
                <a:ext cx="34950" cy="23300"/>
              </a:xfrm>
              <a:custGeom>
                <a:avLst/>
                <a:gdLst/>
                <a:ahLst/>
                <a:cxnLst/>
                <a:rect l="l" t="t" r="r" b="b"/>
                <a:pathLst>
                  <a:path w="1398" h="932" extrusionOk="0">
                    <a:moveTo>
                      <a:pt x="1" y="1"/>
                    </a:moveTo>
                    <a:lnTo>
                      <a:pt x="408" y="582"/>
                    </a:lnTo>
                    <a:lnTo>
                      <a:pt x="583" y="757"/>
                    </a:lnTo>
                    <a:lnTo>
                      <a:pt x="757" y="873"/>
                    </a:lnTo>
                    <a:lnTo>
                      <a:pt x="874" y="932"/>
                    </a:lnTo>
                    <a:lnTo>
                      <a:pt x="990" y="932"/>
                    </a:lnTo>
                    <a:lnTo>
                      <a:pt x="1106" y="873"/>
                    </a:lnTo>
                    <a:lnTo>
                      <a:pt x="1164" y="815"/>
                    </a:lnTo>
                    <a:lnTo>
                      <a:pt x="1281" y="641"/>
                    </a:lnTo>
                    <a:lnTo>
                      <a:pt x="1339" y="408"/>
                    </a:lnTo>
                    <a:lnTo>
                      <a:pt x="1397" y="175"/>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1" name="Google Shape;1581;p43"/>
              <p:cNvSpPr/>
              <p:nvPr/>
            </p:nvSpPr>
            <p:spPr>
              <a:xfrm>
                <a:off x="691900" y="3781475"/>
                <a:ext cx="1475" cy="25"/>
              </a:xfrm>
              <a:custGeom>
                <a:avLst/>
                <a:gdLst/>
                <a:ahLst/>
                <a:cxnLst/>
                <a:rect l="l" t="t" r="r" b="b"/>
                <a:pathLst>
                  <a:path w="59" h="1" extrusionOk="0">
                    <a:moveTo>
                      <a:pt x="59" y="1"/>
                    </a:moveTo>
                    <a:lnTo>
                      <a:pt x="1" y="1"/>
                    </a:lnTo>
                    <a:lnTo>
                      <a:pt x="59" y="1"/>
                    </a:lnTo>
                    <a:lnTo>
                      <a:pt x="5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2" name="Google Shape;1582;p43"/>
              <p:cNvSpPr/>
              <p:nvPr/>
            </p:nvSpPr>
            <p:spPr>
              <a:xfrm>
                <a:off x="693350" y="3781475"/>
                <a:ext cx="25" cy="25"/>
              </a:xfrm>
              <a:custGeom>
                <a:avLst/>
                <a:gdLst/>
                <a:ahLst/>
                <a:cxnLst/>
                <a:rect l="l" t="t" r="r" b="b"/>
                <a:pathLst>
                  <a:path w="1" h="1" extrusionOk="0">
                    <a:moveTo>
                      <a:pt x="1" y="1"/>
                    </a:moveTo>
                    <a:lnTo>
                      <a:pt x="1" y="1"/>
                    </a:lnTo>
                    <a:lnTo>
                      <a:pt x="1" y="1"/>
                    </a:ln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48"/>
        <p:cNvGrpSpPr/>
        <p:nvPr/>
      </p:nvGrpSpPr>
      <p:grpSpPr>
        <a:xfrm>
          <a:off x="0" y="0"/>
          <a:ext cx="0" cy="0"/>
          <a:chOff x="0" y="0"/>
          <a:chExt cx="0" cy="0"/>
        </a:xfrm>
      </p:grpSpPr>
      <p:sp>
        <p:nvSpPr>
          <p:cNvPr id="1749" name="Google Shape;1749;p47"/>
          <p:cNvSpPr/>
          <p:nvPr/>
        </p:nvSpPr>
        <p:spPr>
          <a:xfrm flipH="1">
            <a:off x="5071449" y="1403016"/>
            <a:ext cx="2575012" cy="1141194"/>
          </a:xfrm>
          <a:prstGeom prst="wedgeRectCallout">
            <a:avLst>
              <a:gd name="adj1" fmla="val 8555"/>
              <a:gd name="adj2" fmla="val 74147"/>
            </a:avLst>
          </a:prstGeom>
          <a:solidFill>
            <a:schemeClr val="dk2"/>
          </a:solidFill>
          <a:ln w="28575" cap="flat" cmpd="sng">
            <a:solidFill>
              <a:schemeClr val="accent4"/>
            </a:solidFill>
            <a:prstDash val="solid"/>
            <a:round/>
            <a:headEnd type="none" w="sm" len="sm"/>
            <a:tailEnd type="none" w="sm" len="sm"/>
          </a:ln>
          <a:effectLst>
            <a:outerShdw blurRad="57150" dist="19050" dir="5400000" algn="bl" rotWithShape="0">
              <a:schemeClr val="accent3">
                <a:alpha val="50000"/>
              </a:schemeClr>
            </a:outerShdw>
          </a:effectLst>
        </p:spPr>
        <p:txBody>
          <a:bodyPr spcFirstLastPara="1" wrap="square" lIns="91425" tIns="91425" rIns="91425" bIns="91425" anchor="ctr" anchorCtr="0">
            <a:noAutofit/>
          </a:bodyPr>
          <a:lstStyle/>
          <a:p>
            <a:pPr marL="171450" lvl="0" indent="-171450" algn="ctr" rtl="0">
              <a:spcBef>
                <a:spcPts val="0"/>
              </a:spcBef>
              <a:spcAft>
                <a:spcPts val="0"/>
              </a:spcAft>
              <a:buFont typeface="Wingdings" panose="05000000000000000000" pitchFamily="2" charset="2"/>
              <a:buChar char="ü"/>
            </a:pPr>
            <a:r>
              <a:rPr lang="en" sz="1100" dirty="0" smtClean="0">
                <a:solidFill>
                  <a:schemeClr val="dk1"/>
                </a:solidFill>
                <a:latin typeface="McLaren"/>
                <a:ea typeface="McLaren"/>
                <a:cs typeface="McLaren"/>
                <a:sym typeface="McLaren"/>
              </a:rPr>
              <a:t>Fewer job</a:t>
            </a:r>
          </a:p>
          <a:p>
            <a:pPr marL="171450" lvl="0" indent="-171450" algn="ctr" rtl="0">
              <a:spcBef>
                <a:spcPts val="0"/>
              </a:spcBef>
              <a:spcAft>
                <a:spcPts val="0"/>
              </a:spcAft>
              <a:buFont typeface="Wingdings" panose="05000000000000000000" pitchFamily="2" charset="2"/>
              <a:buChar char="ü"/>
            </a:pPr>
            <a:r>
              <a:rPr lang="en" sz="1100" dirty="0" smtClean="0">
                <a:solidFill>
                  <a:schemeClr val="dk1"/>
                </a:solidFill>
                <a:latin typeface="McLaren"/>
                <a:ea typeface="McLaren"/>
                <a:cs typeface="McLaren"/>
                <a:sym typeface="McLaren"/>
              </a:rPr>
              <a:t>Limited </a:t>
            </a:r>
            <a:r>
              <a:rPr lang="en" sz="1100" dirty="0" smtClean="0">
                <a:solidFill>
                  <a:schemeClr val="dk1"/>
                </a:solidFill>
                <a:latin typeface="McLaren"/>
                <a:ea typeface="McLaren"/>
                <a:cs typeface="McLaren"/>
                <a:sym typeface="McLaren"/>
              </a:rPr>
              <a:t>professional</a:t>
            </a:r>
            <a:endParaRPr lang="en" sz="1100" dirty="0" smtClean="0">
              <a:solidFill>
                <a:schemeClr val="dk1"/>
              </a:solidFill>
              <a:latin typeface="McLaren"/>
              <a:ea typeface="McLaren"/>
              <a:cs typeface="McLaren"/>
              <a:sym typeface="McLaren"/>
            </a:endParaRPr>
          </a:p>
          <a:p>
            <a:pPr marL="171450" lvl="0" indent="-171450" algn="ctr" rtl="0">
              <a:spcBef>
                <a:spcPts val="0"/>
              </a:spcBef>
              <a:spcAft>
                <a:spcPts val="0"/>
              </a:spcAft>
              <a:buFont typeface="Wingdings" panose="05000000000000000000" pitchFamily="2" charset="2"/>
              <a:buChar char="ü"/>
            </a:pPr>
            <a:r>
              <a:rPr lang="en" sz="1100" dirty="0" smtClean="0">
                <a:solidFill>
                  <a:schemeClr val="dk1"/>
                </a:solidFill>
                <a:latin typeface="McLaren"/>
                <a:ea typeface="McLaren"/>
                <a:cs typeface="McLaren"/>
                <a:sym typeface="McLaren"/>
              </a:rPr>
              <a:t>Difficulty working</a:t>
            </a:r>
          </a:p>
          <a:p>
            <a:pPr marL="171450" lvl="0" indent="-171450" algn="ctr" rtl="0">
              <a:spcBef>
                <a:spcPts val="0"/>
              </a:spcBef>
              <a:spcAft>
                <a:spcPts val="0"/>
              </a:spcAft>
              <a:buFont typeface="Wingdings" panose="05000000000000000000" pitchFamily="2" charset="2"/>
              <a:buChar char="ü"/>
            </a:pPr>
            <a:r>
              <a:rPr lang="en" sz="1100" dirty="0" smtClean="0">
                <a:solidFill>
                  <a:schemeClr val="dk1"/>
                </a:solidFill>
                <a:latin typeface="McLaren"/>
                <a:ea typeface="McLaren"/>
                <a:cs typeface="McLaren"/>
                <a:sym typeface="McLaren"/>
              </a:rPr>
              <a:t>Reduce competitiveness</a:t>
            </a:r>
            <a:endParaRPr lang="en" sz="1100" dirty="0" smtClean="0">
              <a:solidFill>
                <a:schemeClr val="dk1"/>
              </a:solidFill>
              <a:latin typeface="McLaren"/>
              <a:ea typeface="McLaren"/>
              <a:cs typeface="McLaren"/>
              <a:sym typeface="McLaren"/>
            </a:endParaRPr>
          </a:p>
          <a:p>
            <a:pPr marL="171450" lvl="0" indent="-171450" algn="ctr" rtl="0">
              <a:spcBef>
                <a:spcPts val="0"/>
              </a:spcBef>
              <a:spcAft>
                <a:spcPts val="0"/>
              </a:spcAft>
              <a:buFont typeface="Wingdings" panose="05000000000000000000" pitchFamily="2" charset="2"/>
              <a:buChar char="ü"/>
            </a:pPr>
            <a:r>
              <a:rPr lang="en" sz="1100" dirty="0" smtClean="0">
                <a:solidFill>
                  <a:schemeClr val="dk1"/>
                </a:solidFill>
                <a:latin typeface="McLaren"/>
                <a:ea typeface="McLaren"/>
                <a:cs typeface="McLaren"/>
                <a:sym typeface="McLaren"/>
              </a:rPr>
              <a:t>Loss of opportunities</a:t>
            </a:r>
            <a:endParaRPr lang="en" sz="1100" dirty="0" smtClean="0">
              <a:solidFill>
                <a:schemeClr val="dk1"/>
              </a:solidFill>
              <a:latin typeface="McLaren"/>
              <a:ea typeface="McLaren"/>
              <a:cs typeface="McLaren"/>
              <a:sym typeface="McLaren"/>
            </a:endParaRPr>
          </a:p>
          <a:p>
            <a:pPr marL="171450" lvl="0" indent="-171450" algn="ctr" rtl="0">
              <a:spcBef>
                <a:spcPts val="0"/>
              </a:spcBef>
              <a:spcAft>
                <a:spcPts val="0"/>
              </a:spcAft>
              <a:buFont typeface="Wingdings" panose="05000000000000000000" pitchFamily="2" charset="2"/>
              <a:buChar char="ü"/>
            </a:pPr>
            <a:r>
              <a:rPr lang="en" sz="1100" dirty="0" smtClean="0">
                <a:solidFill>
                  <a:schemeClr val="dk1"/>
                </a:solidFill>
                <a:latin typeface="McLaren"/>
                <a:ea typeface="McLaren"/>
                <a:cs typeface="McLaren"/>
                <a:sym typeface="McLaren"/>
              </a:rPr>
              <a:t>Reduced professional</a:t>
            </a:r>
            <a:endParaRPr sz="1100" dirty="0">
              <a:solidFill>
                <a:schemeClr val="dk1"/>
              </a:solidFill>
              <a:latin typeface="McLaren"/>
              <a:ea typeface="McLaren"/>
              <a:cs typeface="McLaren"/>
              <a:sym typeface="McLaren"/>
            </a:endParaRPr>
          </a:p>
        </p:txBody>
      </p:sp>
      <p:sp>
        <p:nvSpPr>
          <p:cNvPr id="1750" name="Google Shape;1750;p47"/>
          <p:cNvSpPr/>
          <p:nvPr/>
        </p:nvSpPr>
        <p:spPr>
          <a:xfrm flipH="1">
            <a:off x="1875076" y="1426895"/>
            <a:ext cx="2558374" cy="1145736"/>
          </a:xfrm>
          <a:prstGeom prst="wedgeRectCallout">
            <a:avLst>
              <a:gd name="adj1" fmla="val -8287"/>
              <a:gd name="adj2" fmla="val 74147"/>
            </a:avLst>
          </a:prstGeom>
          <a:solidFill>
            <a:schemeClr val="dk1"/>
          </a:solidFill>
          <a:ln w="28575" cap="flat" cmpd="sng">
            <a:solidFill>
              <a:schemeClr val="accent4"/>
            </a:solidFill>
            <a:prstDash val="solid"/>
            <a:round/>
            <a:headEnd type="none" w="sm" len="sm"/>
            <a:tailEnd type="none" w="sm" len="sm"/>
          </a:ln>
          <a:effectLst>
            <a:outerShdw blurRad="57150" dist="19050" dir="5400000" algn="bl" rotWithShape="0">
              <a:schemeClr val="accent3">
                <a:alpha val="50000"/>
              </a:schemeClr>
            </a:outerShdw>
          </a:effectLst>
        </p:spPr>
        <p:txBody>
          <a:bodyPr spcFirstLastPara="1" wrap="square" lIns="91425" tIns="91425" rIns="91425" bIns="91425" anchor="ctr" anchorCtr="0">
            <a:noAutofit/>
          </a:bodyPr>
          <a:lstStyle/>
          <a:p>
            <a:pPr marL="342900" lvl="0" indent="-342900" algn="ctr" rtl="0">
              <a:spcBef>
                <a:spcPts val="0"/>
              </a:spcBef>
              <a:spcAft>
                <a:spcPts val="0"/>
              </a:spcAft>
              <a:buFont typeface="Wingdings" panose="05000000000000000000" pitchFamily="2" charset="2"/>
              <a:buChar char="ü"/>
            </a:pPr>
            <a:r>
              <a:rPr lang="en" sz="1100" dirty="0" smtClean="0">
                <a:solidFill>
                  <a:schemeClr val="accent4"/>
                </a:solidFill>
                <a:latin typeface="McLaren"/>
                <a:ea typeface="McLaren"/>
                <a:cs typeface="McLaren"/>
                <a:sym typeface="McLaren"/>
              </a:rPr>
              <a:t>Limited comunication</a:t>
            </a:r>
          </a:p>
          <a:p>
            <a:pPr marL="342900" lvl="0" indent="-342900" algn="ctr" rtl="0">
              <a:spcBef>
                <a:spcPts val="0"/>
              </a:spcBef>
              <a:spcAft>
                <a:spcPts val="0"/>
              </a:spcAft>
              <a:buFont typeface="Wingdings" panose="05000000000000000000" pitchFamily="2" charset="2"/>
              <a:buChar char="ü"/>
            </a:pPr>
            <a:r>
              <a:rPr lang="en" sz="1100" dirty="0" smtClean="0">
                <a:solidFill>
                  <a:schemeClr val="accent4"/>
                </a:solidFill>
                <a:latin typeface="McLaren"/>
                <a:sym typeface="McLaren"/>
              </a:rPr>
              <a:t>Fewer opportunities</a:t>
            </a:r>
          </a:p>
          <a:p>
            <a:pPr marL="342900" lvl="0" indent="-342900" algn="ctr" rtl="0">
              <a:spcBef>
                <a:spcPts val="0"/>
              </a:spcBef>
              <a:spcAft>
                <a:spcPts val="0"/>
              </a:spcAft>
              <a:buFont typeface="Wingdings" panose="05000000000000000000" pitchFamily="2" charset="2"/>
              <a:buChar char="ü"/>
            </a:pPr>
            <a:r>
              <a:rPr lang="en" sz="1100" dirty="0" smtClean="0">
                <a:solidFill>
                  <a:schemeClr val="accent4"/>
                </a:solidFill>
                <a:latin typeface="McLaren"/>
                <a:sym typeface="McLaren"/>
              </a:rPr>
              <a:t>Difficulty understanding</a:t>
            </a:r>
          </a:p>
          <a:p>
            <a:pPr marL="342900" lvl="0" indent="-342900" algn="ctr" rtl="0">
              <a:spcBef>
                <a:spcPts val="0"/>
              </a:spcBef>
              <a:spcAft>
                <a:spcPts val="0"/>
              </a:spcAft>
              <a:buFont typeface="Wingdings" panose="05000000000000000000" pitchFamily="2" charset="2"/>
              <a:buChar char="ü"/>
            </a:pPr>
            <a:r>
              <a:rPr lang="en" sz="1100" dirty="0" smtClean="0">
                <a:solidFill>
                  <a:schemeClr val="accent4"/>
                </a:solidFill>
                <a:latin typeface="McLaren"/>
                <a:sym typeface="McLaren"/>
              </a:rPr>
              <a:t>Reduced acess</a:t>
            </a:r>
          </a:p>
          <a:p>
            <a:pPr marL="342900" lvl="0" indent="-342900" algn="ctr" rtl="0">
              <a:spcBef>
                <a:spcPts val="0"/>
              </a:spcBef>
              <a:spcAft>
                <a:spcPts val="0"/>
              </a:spcAft>
              <a:buFont typeface="Wingdings" panose="05000000000000000000" pitchFamily="2" charset="2"/>
              <a:buChar char="ü"/>
            </a:pPr>
            <a:r>
              <a:rPr lang="en" sz="1100" dirty="0" smtClean="0">
                <a:solidFill>
                  <a:schemeClr val="accent4"/>
                </a:solidFill>
                <a:latin typeface="McLaren"/>
                <a:sym typeface="McLaren"/>
              </a:rPr>
              <a:t>Less confidence</a:t>
            </a:r>
          </a:p>
          <a:p>
            <a:pPr marL="342900" lvl="0" indent="-342900" algn="ctr" rtl="0">
              <a:spcBef>
                <a:spcPts val="0"/>
              </a:spcBef>
              <a:spcAft>
                <a:spcPts val="0"/>
              </a:spcAft>
              <a:buFont typeface="Wingdings" panose="05000000000000000000" pitchFamily="2" charset="2"/>
              <a:buChar char="ü"/>
            </a:pPr>
            <a:r>
              <a:rPr lang="en" sz="1100" dirty="0" smtClean="0">
                <a:solidFill>
                  <a:schemeClr val="accent4"/>
                </a:solidFill>
                <a:latin typeface="McLaren"/>
                <a:sym typeface="McLaren"/>
              </a:rPr>
              <a:t>Missed personal</a:t>
            </a:r>
            <a:endParaRPr sz="1100" dirty="0"/>
          </a:p>
        </p:txBody>
      </p:sp>
      <p:sp>
        <p:nvSpPr>
          <p:cNvPr id="1751" name="Google Shape;1751;p4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smtClean="0"/>
              <a:t>Negative aspects</a:t>
            </a:r>
            <a:endParaRPr dirty="0"/>
          </a:p>
        </p:txBody>
      </p:sp>
      <p:grpSp>
        <p:nvGrpSpPr>
          <p:cNvPr id="1752" name="Google Shape;1752;p47"/>
          <p:cNvGrpSpPr/>
          <p:nvPr/>
        </p:nvGrpSpPr>
        <p:grpSpPr>
          <a:xfrm>
            <a:off x="2408157" y="2915933"/>
            <a:ext cx="1478078" cy="2329293"/>
            <a:chOff x="4802402" y="5344853"/>
            <a:chExt cx="1136692" cy="2015655"/>
          </a:xfrm>
        </p:grpSpPr>
        <p:sp>
          <p:nvSpPr>
            <p:cNvPr id="1753" name="Google Shape;1753;p47"/>
            <p:cNvSpPr/>
            <p:nvPr/>
          </p:nvSpPr>
          <p:spPr>
            <a:xfrm>
              <a:off x="4802402" y="5344861"/>
              <a:ext cx="1136692" cy="2015647"/>
            </a:xfrm>
            <a:custGeom>
              <a:avLst/>
              <a:gdLst/>
              <a:ahLst/>
              <a:cxnLst/>
              <a:rect l="l" t="t" r="r" b="b"/>
              <a:pathLst>
                <a:path w="17054" h="30240" extrusionOk="0">
                  <a:moveTo>
                    <a:pt x="6349" y="0"/>
                  </a:moveTo>
                  <a:lnTo>
                    <a:pt x="6064" y="82"/>
                  </a:lnTo>
                  <a:lnTo>
                    <a:pt x="5454" y="163"/>
                  </a:lnTo>
                  <a:lnTo>
                    <a:pt x="4965" y="285"/>
                  </a:lnTo>
                  <a:lnTo>
                    <a:pt x="4477" y="407"/>
                  </a:lnTo>
                  <a:lnTo>
                    <a:pt x="4029" y="570"/>
                  </a:lnTo>
                  <a:lnTo>
                    <a:pt x="3622" y="774"/>
                  </a:lnTo>
                  <a:lnTo>
                    <a:pt x="3256" y="1018"/>
                  </a:lnTo>
                  <a:lnTo>
                    <a:pt x="2890" y="1344"/>
                  </a:lnTo>
                  <a:lnTo>
                    <a:pt x="2524" y="1710"/>
                  </a:lnTo>
                  <a:lnTo>
                    <a:pt x="1791" y="2524"/>
                  </a:lnTo>
                  <a:lnTo>
                    <a:pt x="1425" y="2931"/>
                  </a:lnTo>
                  <a:lnTo>
                    <a:pt x="1099" y="3419"/>
                  </a:lnTo>
                  <a:lnTo>
                    <a:pt x="936" y="3663"/>
                  </a:lnTo>
                  <a:lnTo>
                    <a:pt x="773" y="3908"/>
                  </a:lnTo>
                  <a:lnTo>
                    <a:pt x="611" y="4192"/>
                  </a:lnTo>
                  <a:lnTo>
                    <a:pt x="489" y="4477"/>
                  </a:lnTo>
                  <a:lnTo>
                    <a:pt x="366" y="4762"/>
                  </a:lnTo>
                  <a:lnTo>
                    <a:pt x="285" y="5129"/>
                  </a:lnTo>
                  <a:lnTo>
                    <a:pt x="163" y="5495"/>
                  </a:lnTo>
                  <a:lnTo>
                    <a:pt x="82" y="5861"/>
                  </a:lnTo>
                  <a:lnTo>
                    <a:pt x="41" y="6268"/>
                  </a:lnTo>
                  <a:lnTo>
                    <a:pt x="0" y="6634"/>
                  </a:lnTo>
                  <a:lnTo>
                    <a:pt x="0" y="7001"/>
                  </a:lnTo>
                  <a:lnTo>
                    <a:pt x="0" y="7326"/>
                  </a:lnTo>
                  <a:lnTo>
                    <a:pt x="82" y="7652"/>
                  </a:lnTo>
                  <a:lnTo>
                    <a:pt x="122" y="7977"/>
                  </a:lnTo>
                  <a:lnTo>
                    <a:pt x="163" y="8262"/>
                  </a:lnTo>
                  <a:lnTo>
                    <a:pt x="285" y="8507"/>
                  </a:lnTo>
                  <a:lnTo>
                    <a:pt x="366" y="8751"/>
                  </a:lnTo>
                  <a:lnTo>
                    <a:pt x="489" y="8954"/>
                  </a:lnTo>
                  <a:lnTo>
                    <a:pt x="611" y="9158"/>
                  </a:lnTo>
                  <a:lnTo>
                    <a:pt x="733" y="9280"/>
                  </a:lnTo>
                  <a:lnTo>
                    <a:pt x="896" y="9402"/>
                  </a:lnTo>
                  <a:lnTo>
                    <a:pt x="1018" y="9524"/>
                  </a:lnTo>
                  <a:lnTo>
                    <a:pt x="1180" y="9605"/>
                  </a:lnTo>
                  <a:lnTo>
                    <a:pt x="1710" y="9605"/>
                  </a:lnTo>
                  <a:lnTo>
                    <a:pt x="1832" y="9565"/>
                  </a:lnTo>
                  <a:lnTo>
                    <a:pt x="1994" y="9524"/>
                  </a:lnTo>
                  <a:lnTo>
                    <a:pt x="2198" y="9402"/>
                  </a:lnTo>
                  <a:lnTo>
                    <a:pt x="2401" y="9198"/>
                  </a:lnTo>
                  <a:lnTo>
                    <a:pt x="2564" y="9076"/>
                  </a:lnTo>
                  <a:lnTo>
                    <a:pt x="2686" y="8914"/>
                  </a:lnTo>
                  <a:lnTo>
                    <a:pt x="2727" y="8751"/>
                  </a:lnTo>
                  <a:lnTo>
                    <a:pt x="2727" y="8873"/>
                  </a:lnTo>
                  <a:lnTo>
                    <a:pt x="2727" y="8914"/>
                  </a:lnTo>
                  <a:lnTo>
                    <a:pt x="2768" y="9076"/>
                  </a:lnTo>
                  <a:lnTo>
                    <a:pt x="2808" y="9280"/>
                  </a:lnTo>
                  <a:lnTo>
                    <a:pt x="2849" y="9361"/>
                  </a:lnTo>
                  <a:lnTo>
                    <a:pt x="2890" y="9402"/>
                  </a:lnTo>
                  <a:lnTo>
                    <a:pt x="2931" y="9524"/>
                  </a:lnTo>
                  <a:lnTo>
                    <a:pt x="2971" y="9605"/>
                  </a:lnTo>
                  <a:lnTo>
                    <a:pt x="3053" y="9768"/>
                  </a:lnTo>
                  <a:lnTo>
                    <a:pt x="3256" y="10012"/>
                  </a:lnTo>
                  <a:lnTo>
                    <a:pt x="3378" y="10175"/>
                  </a:lnTo>
                  <a:lnTo>
                    <a:pt x="3541" y="10257"/>
                  </a:lnTo>
                  <a:lnTo>
                    <a:pt x="3134" y="10582"/>
                  </a:lnTo>
                  <a:lnTo>
                    <a:pt x="2686" y="10948"/>
                  </a:lnTo>
                  <a:lnTo>
                    <a:pt x="2442" y="11152"/>
                  </a:lnTo>
                  <a:lnTo>
                    <a:pt x="2198" y="11396"/>
                  </a:lnTo>
                  <a:lnTo>
                    <a:pt x="1954" y="11640"/>
                  </a:lnTo>
                  <a:lnTo>
                    <a:pt x="1710" y="11925"/>
                  </a:lnTo>
                  <a:lnTo>
                    <a:pt x="1506" y="12251"/>
                  </a:lnTo>
                  <a:lnTo>
                    <a:pt x="1303" y="12617"/>
                  </a:lnTo>
                  <a:lnTo>
                    <a:pt x="1099" y="13024"/>
                  </a:lnTo>
                  <a:lnTo>
                    <a:pt x="896" y="13472"/>
                  </a:lnTo>
                  <a:lnTo>
                    <a:pt x="773" y="13960"/>
                  </a:lnTo>
                  <a:lnTo>
                    <a:pt x="611" y="14530"/>
                  </a:lnTo>
                  <a:lnTo>
                    <a:pt x="489" y="15100"/>
                  </a:lnTo>
                  <a:lnTo>
                    <a:pt x="407" y="15792"/>
                  </a:lnTo>
                  <a:lnTo>
                    <a:pt x="407" y="16117"/>
                  </a:lnTo>
                  <a:lnTo>
                    <a:pt x="407" y="16443"/>
                  </a:lnTo>
                  <a:lnTo>
                    <a:pt x="407" y="16768"/>
                  </a:lnTo>
                  <a:lnTo>
                    <a:pt x="489" y="17094"/>
                  </a:lnTo>
                  <a:lnTo>
                    <a:pt x="529" y="17379"/>
                  </a:lnTo>
                  <a:lnTo>
                    <a:pt x="570" y="17664"/>
                  </a:lnTo>
                  <a:lnTo>
                    <a:pt x="733" y="18234"/>
                  </a:lnTo>
                  <a:lnTo>
                    <a:pt x="936" y="18722"/>
                  </a:lnTo>
                  <a:lnTo>
                    <a:pt x="1180" y="19170"/>
                  </a:lnTo>
                  <a:lnTo>
                    <a:pt x="1425" y="19577"/>
                  </a:lnTo>
                  <a:lnTo>
                    <a:pt x="1669" y="19943"/>
                  </a:lnTo>
                  <a:lnTo>
                    <a:pt x="1954" y="20269"/>
                  </a:lnTo>
                  <a:lnTo>
                    <a:pt x="2198" y="20553"/>
                  </a:lnTo>
                  <a:lnTo>
                    <a:pt x="2483" y="20798"/>
                  </a:lnTo>
                  <a:lnTo>
                    <a:pt x="2686" y="21001"/>
                  </a:lnTo>
                  <a:lnTo>
                    <a:pt x="2971" y="21205"/>
                  </a:lnTo>
                  <a:lnTo>
                    <a:pt x="3012" y="21693"/>
                  </a:lnTo>
                  <a:lnTo>
                    <a:pt x="3134" y="22426"/>
                  </a:lnTo>
                  <a:lnTo>
                    <a:pt x="3256" y="23199"/>
                  </a:lnTo>
                  <a:lnTo>
                    <a:pt x="3419" y="24094"/>
                  </a:lnTo>
                  <a:lnTo>
                    <a:pt x="3622" y="25030"/>
                  </a:lnTo>
                  <a:lnTo>
                    <a:pt x="3907" y="26048"/>
                  </a:lnTo>
                  <a:lnTo>
                    <a:pt x="4192" y="27187"/>
                  </a:lnTo>
                  <a:lnTo>
                    <a:pt x="4721" y="27187"/>
                  </a:lnTo>
                  <a:lnTo>
                    <a:pt x="5088" y="27147"/>
                  </a:lnTo>
                  <a:lnTo>
                    <a:pt x="5250" y="27147"/>
                  </a:lnTo>
                  <a:lnTo>
                    <a:pt x="5128" y="27879"/>
                  </a:lnTo>
                  <a:lnTo>
                    <a:pt x="4721" y="29548"/>
                  </a:lnTo>
                  <a:lnTo>
                    <a:pt x="4558" y="30240"/>
                  </a:lnTo>
                  <a:lnTo>
                    <a:pt x="14164" y="30240"/>
                  </a:lnTo>
                  <a:lnTo>
                    <a:pt x="14164" y="27554"/>
                  </a:lnTo>
                  <a:lnTo>
                    <a:pt x="14164" y="26251"/>
                  </a:lnTo>
                  <a:lnTo>
                    <a:pt x="14123" y="24827"/>
                  </a:lnTo>
                  <a:lnTo>
                    <a:pt x="14041" y="23117"/>
                  </a:lnTo>
                  <a:lnTo>
                    <a:pt x="14001" y="22833"/>
                  </a:lnTo>
                  <a:lnTo>
                    <a:pt x="14082" y="22833"/>
                  </a:lnTo>
                  <a:lnTo>
                    <a:pt x="14326" y="22670"/>
                  </a:lnTo>
                  <a:lnTo>
                    <a:pt x="14530" y="22507"/>
                  </a:lnTo>
                  <a:lnTo>
                    <a:pt x="14774" y="22344"/>
                  </a:lnTo>
                  <a:lnTo>
                    <a:pt x="14937" y="22141"/>
                  </a:lnTo>
                  <a:lnTo>
                    <a:pt x="15140" y="21897"/>
                  </a:lnTo>
                  <a:lnTo>
                    <a:pt x="15303" y="21693"/>
                  </a:lnTo>
                  <a:lnTo>
                    <a:pt x="15425" y="21408"/>
                  </a:lnTo>
                  <a:lnTo>
                    <a:pt x="15507" y="21164"/>
                  </a:lnTo>
                  <a:lnTo>
                    <a:pt x="15588" y="20879"/>
                  </a:lnTo>
                  <a:lnTo>
                    <a:pt x="15629" y="20594"/>
                  </a:lnTo>
                  <a:lnTo>
                    <a:pt x="15669" y="20269"/>
                  </a:lnTo>
                  <a:lnTo>
                    <a:pt x="15669" y="19984"/>
                  </a:lnTo>
                  <a:lnTo>
                    <a:pt x="15669" y="19577"/>
                  </a:lnTo>
                  <a:lnTo>
                    <a:pt x="16239" y="18803"/>
                  </a:lnTo>
                  <a:lnTo>
                    <a:pt x="16605" y="18274"/>
                  </a:lnTo>
                  <a:lnTo>
                    <a:pt x="16890" y="17867"/>
                  </a:lnTo>
                  <a:lnTo>
                    <a:pt x="17012" y="17582"/>
                  </a:lnTo>
                  <a:lnTo>
                    <a:pt x="17053" y="17501"/>
                  </a:lnTo>
                  <a:lnTo>
                    <a:pt x="17053" y="17460"/>
                  </a:lnTo>
                  <a:lnTo>
                    <a:pt x="16972" y="17460"/>
                  </a:lnTo>
                  <a:lnTo>
                    <a:pt x="16850" y="17542"/>
                  </a:lnTo>
                  <a:lnTo>
                    <a:pt x="16728" y="17664"/>
                  </a:lnTo>
                  <a:lnTo>
                    <a:pt x="16565" y="17827"/>
                  </a:lnTo>
                  <a:lnTo>
                    <a:pt x="16239" y="18152"/>
                  </a:lnTo>
                  <a:lnTo>
                    <a:pt x="16158" y="18274"/>
                  </a:lnTo>
                  <a:lnTo>
                    <a:pt x="16036" y="18274"/>
                  </a:lnTo>
                  <a:lnTo>
                    <a:pt x="16036" y="18193"/>
                  </a:lnTo>
                  <a:lnTo>
                    <a:pt x="16158" y="17949"/>
                  </a:lnTo>
                  <a:lnTo>
                    <a:pt x="16524" y="17257"/>
                  </a:lnTo>
                  <a:lnTo>
                    <a:pt x="16687" y="16931"/>
                  </a:lnTo>
                  <a:lnTo>
                    <a:pt x="16850" y="16565"/>
                  </a:lnTo>
                  <a:lnTo>
                    <a:pt x="16931" y="16321"/>
                  </a:lnTo>
                  <a:lnTo>
                    <a:pt x="16931" y="16199"/>
                  </a:lnTo>
                  <a:lnTo>
                    <a:pt x="16890" y="16158"/>
                  </a:lnTo>
                  <a:lnTo>
                    <a:pt x="16850" y="16117"/>
                  </a:lnTo>
                  <a:lnTo>
                    <a:pt x="16768" y="16158"/>
                  </a:lnTo>
                  <a:lnTo>
                    <a:pt x="16687" y="16239"/>
                  </a:lnTo>
                  <a:lnTo>
                    <a:pt x="16605" y="16321"/>
                  </a:lnTo>
                  <a:lnTo>
                    <a:pt x="16402" y="16565"/>
                  </a:lnTo>
                  <a:lnTo>
                    <a:pt x="16198" y="16931"/>
                  </a:lnTo>
                  <a:lnTo>
                    <a:pt x="15791" y="17582"/>
                  </a:lnTo>
                  <a:lnTo>
                    <a:pt x="15629" y="17786"/>
                  </a:lnTo>
                  <a:lnTo>
                    <a:pt x="15588" y="17867"/>
                  </a:lnTo>
                  <a:lnTo>
                    <a:pt x="15507" y="17867"/>
                  </a:lnTo>
                  <a:lnTo>
                    <a:pt x="15507" y="17786"/>
                  </a:lnTo>
                  <a:lnTo>
                    <a:pt x="15588" y="17542"/>
                  </a:lnTo>
                  <a:lnTo>
                    <a:pt x="15954" y="16768"/>
                  </a:lnTo>
                  <a:lnTo>
                    <a:pt x="16117" y="16361"/>
                  </a:lnTo>
                  <a:lnTo>
                    <a:pt x="16239" y="16036"/>
                  </a:lnTo>
                  <a:lnTo>
                    <a:pt x="16321" y="15873"/>
                  </a:lnTo>
                  <a:lnTo>
                    <a:pt x="16321" y="15751"/>
                  </a:lnTo>
                  <a:lnTo>
                    <a:pt x="16321" y="15629"/>
                  </a:lnTo>
                  <a:lnTo>
                    <a:pt x="16321" y="15588"/>
                  </a:lnTo>
                  <a:lnTo>
                    <a:pt x="16239" y="15588"/>
                  </a:lnTo>
                  <a:lnTo>
                    <a:pt x="16158" y="15629"/>
                  </a:lnTo>
                  <a:lnTo>
                    <a:pt x="16076" y="15751"/>
                  </a:lnTo>
                  <a:lnTo>
                    <a:pt x="15995" y="15873"/>
                  </a:lnTo>
                  <a:lnTo>
                    <a:pt x="15791" y="16199"/>
                  </a:lnTo>
                  <a:lnTo>
                    <a:pt x="15588" y="16565"/>
                  </a:lnTo>
                  <a:lnTo>
                    <a:pt x="15303" y="17094"/>
                  </a:lnTo>
                  <a:lnTo>
                    <a:pt x="15222" y="16768"/>
                  </a:lnTo>
                  <a:lnTo>
                    <a:pt x="15222" y="16728"/>
                  </a:lnTo>
                  <a:lnTo>
                    <a:pt x="15344" y="16443"/>
                  </a:lnTo>
                  <a:lnTo>
                    <a:pt x="15425" y="16158"/>
                  </a:lnTo>
                  <a:lnTo>
                    <a:pt x="15425" y="15954"/>
                  </a:lnTo>
                  <a:lnTo>
                    <a:pt x="15425" y="15914"/>
                  </a:lnTo>
                  <a:lnTo>
                    <a:pt x="15425" y="15873"/>
                  </a:lnTo>
                  <a:lnTo>
                    <a:pt x="15344" y="15873"/>
                  </a:lnTo>
                  <a:lnTo>
                    <a:pt x="15262" y="15954"/>
                  </a:lnTo>
                  <a:lnTo>
                    <a:pt x="15100" y="16199"/>
                  </a:lnTo>
                  <a:lnTo>
                    <a:pt x="15018" y="15995"/>
                  </a:lnTo>
                  <a:lnTo>
                    <a:pt x="14815" y="15385"/>
                  </a:lnTo>
                  <a:lnTo>
                    <a:pt x="14611" y="14937"/>
                  </a:lnTo>
                  <a:lnTo>
                    <a:pt x="14489" y="14611"/>
                  </a:lnTo>
                  <a:lnTo>
                    <a:pt x="14774" y="13879"/>
                  </a:lnTo>
                  <a:lnTo>
                    <a:pt x="15100" y="13146"/>
                  </a:lnTo>
                  <a:lnTo>
                    <a:pt x="15303" y="12414"/>
                  </a:lnTo>
                  <a:lnTo>
                    <a:pt x="15507" y="11681"/>
                  </a:lnTo>
                  <a:lnTo>
                    <a:pt x="15710" y="10989"/>
                  </a:lnTo>
                  <a:lnTo>
                    <a:pt x="15791" y="10257"/>
                  </a:lnTo>
                  <a:lnTo>
                    <a:pt x="15873" y="9565"/>
                  </a:lnTo>
                  <a:lnTo>
                    <a:pt x="15914" y="8873"/>
                  </a:lnTo>
                  <a:lnTo>
                    <a:pt x="15873" y="8181"/>
                  </a:lnTo>
                  <a:lnTo>
                    <a:pt x="15791" y="7530"/>
                  </a:lnTo>
                  <a:lnTo>
                    <a:pt x="15710" y="6879"/>
                  </a:lnTo>
                  <a:lnTo>
                    <a:pt x="15507" y="6268"/>
                  </a:lnTo>
                  <a:lnTo>
                    <a:pt x="15303" y="5658"/>
                  </a:lnTo>
                  <a:lnTo>
                    <a:pt x="15018" y="5088"/>
                  </a:lnTo>
                  <a:lnTo>
                    <a:pt x="14693" y="4518"/>
                  </a:lnTo>
                  <a:lnTo>
                    <a:pt x="14326" y="3989"/>
                  </a:lnTo>
                  <a:lnTo>
                    <a:pt x="13919" y="3501"/>
                  </a:lnTo>
                  <a:lnTo>
                    <a:pt x="13431" y="3053"/>
                  </a:lnTo>
                  <a:lnTo>
                    <a:pt x="12983" y="2646"/>
                  </a:lnTo>
                  <a:lnTo>
                    <a:pt x="12495" y="2361"/>
                  </a:lnTo>
                  <a:lnTo>
                    <a:pt x="12413" y="2280"/>
                  </a:lnTo>
                  <a:lnTo>
                    <a:pt x="12413" y="2320"/>
                  </a:lnTo>
                  <a:lnTo>
                    <a:pt x="12332" y="2117"/>
                  </a:lnTo>
                  <a:lnTo>
                    <a:pt x="12210" y="1913"/>
                  </a:lnTo>
                  <a:lnTo>
                    <a:pt x="12047" y="1710"/>
                  </a:lnTo>
                  <a:lnTo>
                    <a:pt x="11803" y="1466"/>
                  </a:lnTo>
                  <a:lnTo>
                    <a:pt x="11681" y="1384"/>
                  </a:lnTo>
                  <a:lnTo>
                    <a:pt x="11477" y="1221"/>
                  </a:lnTo>
                  <a:lnTo>
                    <a:pt x="11315" y="1140"/>
                  </a:lnTo>
                  <a:lnTo>
                    <a:pt x="11111" y="1018"/>
                  </a:lnTo>
                  <a:lnTo>
                    <a:pt x="10867" y="937"/>
                  </a:lnTo>
                  <a:lnTo>
                    <a:pt x="10623" y="896"/>
                  </a:lnTo>
                  <a:lnTo>
                    <a:pt x="10094" y="733"/>
                  </a:lnTo>
                  <a:lnTo>
                    <a:pt x="9524" y="530"/>
                  </a:lnTo>
                  <a:lnTo>
                    <a:pt x="8995" y="407"/>
                  </a:lnTo>
                  <a:lnTo>
                    <a:pt x="8425" y="245"/>
                  </a:lnTo>
                  <a:lnTo>
                    <a:pt x="7855" y="123"/>
                  </a:lnTo>
                  <a:lnTo>
                    <a:pt x="7245" y="0"/>
                  </a:lnTo>
                  <a:close/>
                </a:path>
              </a:pathLst>
            </a:custGeom>
            <a:solidFill>
              <a:schemeClr val="accent4"/>
            </a:solidFill>
            <a:ln w="76200" cap="flat" cmpd="sng">
              <a:solidFill>
                <a:schemeClr val="accent4"/>
              </a:solidFill>
              <a:prstDash val="solid"/>
              <a:round/>
              <a:headEnd type="none" w="sm" len="sm"/>
              <a:tailEnd type="none" w="sm" len="sm"/>
            </a:ln>
            <a:effectLst>
              <a:outerShdw blurRad="57150" algn="bl" rotWithShape="0">
                <a:schemeClr val="dk1">
                  <a:alpha val="2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54" name="Google Shape;1754;p47"/>
            <p:cNvGrpSpPr/>
            <p:nvPr/>
          </p:nvGrpSpPr>
          <p:grpSpPr>
            <a:xfrm>
              <a:off x="4803771" y="5344853"/>
              <a:ext cx="1133959" cy="2015647"/>
              <a:chOff x="4628550" y="1796250"/>
              <a:chExt cx="425325" cy="756000"/>
            </a:xfrm>
          </p:grpSpPr>
          <p:sp>
            <p:nvSpPr>
              <p:cNvPr id="1755" name="Google Shape;1755;p47"/>
              <p:cNvSpPr/>
              <p:nvPr/>
            </p:nvSpPr>
            <p:spPr>
              <a:xfrm>
                <a:off x="4638725" y="1836950"/>
                <a:ext cx="386675" cy="538275"/>
              </a:xfrm>
              <a:custGeom>
                <a:avLst/>
                <a:gdLst/>
                <a:ahLst/>
                <a:cxnLst/>
                <a:rect l="l" t="t" r="r" b="b"/>
                <a:pathLst>
                  <a:path w="15467" h="21531" extrusionOk="0">
                    <a:moveTo>
                      <a:pt x="9199" y="0"/>
                    </a:moveTo>
                    <a:lnTo>
                      <a:pt x="8914" y="41"/>
                    </a:lnTo>
                    <a:lnTo>
                      <a:pt x="8670" y="82"/>
                    </a:lnTo>
                    <a:lnTo>
                      <a:pt x="8385" y="163"/>
                    </a:lnTo>
                    <a:lnTo>
                      <a:pt x="8100" y="245"/>
                    </a:lnTo>
                    <a:lnTo>
                      <a:pt x="7815" y="326"/>
                    </a:lnTo>
                    <a:lnTo>
                      <a:pt x="7571" y="448"/>
                    </a:lnTo>
                    <a:lnTo>
                      <a:pt x="7286" y="570"/>
                    </a:lnTo>
                    <a:lnTo>
                      <a:pt x="7042" y="692"/>
                    </a:lnTo>
                    <a:lnTo>
                      <a:pt x="6797" y="855"/>
                    </a:lnTo>
                    <a:lnTo>
                      <a:pt x="6553" y="1059"/>
                    </a:lnTo>
                    <a:lnTo>
                      <a:pt x="6268" y="1262"/>
                    </a:lnTo>
                    <a:lnTo>
                      <a:pt x="6065" y="1466"/>
                    </a:lnTo>
                    <a:lnTo>
                      <a:pt x="5780" y="1710"/>
                    </a:lnTo>
                    <a:lnTo>
                      <a:pt x="5576" y="1954"/>
                    </a:lnTo>
                    <a:lnTo>
                      <a:pt x="5373" y="2157"/>
                    </a:lnTo>
                    <a:lnTo>
                      <a:pt x="5169" y="2442"/>
                    </a:lnTo>
                    <a:lnTo>
                      <a:pt x="4966" y="2687"/>
                    </a:lnTo>
                    <a:lnTo>
                      <a:pt x="4681" y="3216"/>
                    </a:lnTo>
                    <a:lnTo>
                      <a:pt x="4437" y="3745"/>
                    </a:lnTo>
                    <a:lnTo>
                      <a:pt x="4233" y="4274"/>
                    </a:lnTo>
                    <a:lnTo>
                      <a:pt x="4071" y="4803"/>
                    </a:lnTo>
                    <a:lnTo>
                      <a:pt x="3948" y="5332"/>
                    </a:lnTo>
                    <a:lnTo>
                      <a:pt x="3867" y="5820"/>
                    </a:lnTo>
                    <a:lnTo>
                      <a:pt x="3704" y="6756"/>
                    </a:lnTo>
                    <a:lnTo>
                      <a:pt x="3582" y="7570"/>
                    </a:lnTo>
                    <a:lnTo>
                      <a:pt x="3501" y="7937"/>
                    </a:lnTo>
                    <a:lnTo>
                      <a:pt x="3419" y="8222"/>
                    </a:lnTo>
                    <a:lnTo>
                      <a:pt x="3257" y="8466"/>
                    </a:lnTo>
                    <a:lnTo>
                      <a:pt x="3175" y="8588"/>
                    </a:lnTo>
                    <a:lnTo>
                      <a:pt x="3094" y="8629"/>
                    </a:lnTo>
                    <a:lnTo>
                      <a:pt x="2687" y="8995"/>
                    </a:lnTo>
                    <a:lnTo>
                      <a:pt x="2239" y="9320"/>
                    </a:lnTo>
                    <a:lnTo>
                      <a:pt x="1995" y="9524"/>
                    </a:lnTo>
                    <a:lnTo>
                      <a:pt x="1751" y="9768"/>
                    </a:lnTo>
                    <a:lnTo>
                      <a:pt x="1506" y="10012"/>
                    </a:lnTo>
                    <a:lnTo>
                      <a:pt x="1303" y="10338"/>
                    </a:lnTo>
                    <a:lnTo>
                      <a:pt x="1059" y="10623"/>
                    </a:lnTo>
                    <a:lnTo>
                      <a:pt x="855" y="10989"/>
                    </a:lnTo>
                    <a:lnTo>
                      <a:pt x="652" y="11396"/>
                    </a:lnTo>
                    <a:lnTo>
                      <a:pt x="448" y="11844"/>
                    </a:lnTo>
                    <a:lnTo>
                      <a:pt x="326" y="12332"/>
                    </a:lnTo>
                    <a:lnTo>
                      <a:pt x="163" y="12902"/>
                    </a:lnTo>
                    <a:lnTo>
                      <a:pt x="41" y="13472"/>
                    </a:lnTo>
                    <a:lnTo>
                      <a:pt x="1" y="14164"/>
                    </a:lnTo>
                    <a:lnTo>
                      <a:pt x="1" y="14530"/>
                    </a:lnTo>
                    <a:lnTo>
                      <a:pt x="1" y="14856"/>
                    </a:lnTo>
                    <a:lnTo>
                      <a:pt x="1" y="15181"/>
                    </a:lnTo>
                    <a:lnTo>
                      <a:pt x="41" y="15466"/>
                    </a:lnTo>
                    <a:lnTo>
                      <a:pt x="82" y="15792"/>
                    </a:lnTo>
                    <a:lnTo>
                      <a:pt x="123" y="16077"/>
                    </a:lnTo>
                    <a:lnTo>
                      <a:pt x="286" y="16606"/>
                    </a:lnTo>
                    <a:lnTo>
                      <a:pt x="489" y="17094"/>
                    </a:lnTo>
                    <a:lnTo>
                      <a:pt x="733" y="17582"/>
                    </a:lnTo>
                    <a:lnTo>
                      <a:pt x="977" y="17989"/>
                    </a:lnTo>
                    <a:lnTo>
                      <a:pt x="1222" y="18315"/>
                    </a:lnTo>
                    <a:lnTo>
                      <a:pt x="1506" y="18681"/>
                    </a:lnTo>
                    <a:lnTo>
                      <a:pt x="1751" y="18966"/>
                    </a:lnTo>
                    <a:lnTo>
                      <a:pt x="2036" y="19170"/>
                    </a:lnTo>
                    <a:lnTo>
                      <a:pt x="2239" y="19373"/>
                    </a:lnTo>
                    <a:lnTo>
                      <a:pt x="2565" y="19617"/>
                    </a:lnTo>
                    <a:lnTo>
                      <a:pt x="2687" y="19739"/>
                    </a:lnTo>
                    <a:lnTo>
                      <a:pt x="2850" y="19292"/>
                    </a:lnTo>
                    <a:lnTo>
                      <a:pt x="3053" y="18885"/>
                    </a:lnTo>
                    <a:lnTo>
                      <a:pt x="3175" y="18641"/>
                    </a:lnTo>
                    <a:lnTo>
                      <a:pt x="3338" y="18396"/>
                    </a:lnTo>
                    <a:lnTo>
                      <a:pt x="3501" y="18193"/>
                    </a:lnTo>
                    <a:lnTo>
                      <a:pt x="3664" y="17989"/>
                    </a:lnTo>
                    <a:lnTo>
                      <a:pt x="3867" y="17867"/>
                    </a:lnTo>
                    <a:lnTo>
                      <a:pt x="4030" y="17745"/>
                    </a:lnTo>
                    <a:lnTo>
                      <a:pt x="4233" y="17704"/>
                    </a:lnTo>
                    <a:lnTo>
                      <a:pt x="4355" y="17664"/>
                    </a:lnTo>
                    <a:lnTo>
                      <a:pt x="4437" y="17704"/>
                    </a:lnTo>
                    <a:lnTo>
                      <a:pt x="4559" y="17704"/>
                    </a:lnTo>
                    <a:lnTo>
                      <a:pt x="4681" y="17786"/>
                    </a:lnTo>
                    <a:lnTo>
                      <a:pt x="4762" y="17867"/>
                    </a:lnTo>
                    <a:lnTo>
                      <a:pt x="4885" y="17908"/>
                    </a:lnTo>
                    <a:lnTo>
                      <a:pt x="5454" y="18437"/>
                    </a:lnTo>
                    <a:lnTo>
                      <a:pt x="5983" y="18885"/>
                    </a:lnTo>
                    <a:lnTo>
                      <a:pt x="6553" y="19332"/>
                    </a:lnTo>
                    <a:lnTo>
                      <a:pt x="7082" y="19699"/>
                    </a:lnTo>
                    <a:lnTo>
                      <a:pt x="7611" y="20024"/>
                    </a:lnTo>
                    <a:lnTo>
                      <a:pt x="8100" y="20350"/>
                    </a:lnTo>
                    <a:lnTo>
                      <a:pt x="8588" y="20594"/>
                    </a:lnTo>
                    <a:lnTo>
                      <a:pt x="9077" y="20838"/>
                    </a:lnTo>
                    <a:lnTo>
                      <a:pt x="9524" y="21042"/>
                    </a:lnTo>
                    <a:lnTo>
                      <a:pt x="10013" y="21205"/>
                    </a:lnTo>
                    <a:lnTo>
                      <a:pt x="10420" y="21327"/>
                    </a:lnTo>
                    <a:lnTo>
                      <a:pt x="10867" y="21449"/>
                    </a:lnTo>
                    <a:lnTo>
                      <a:pt x="11274" y="21489"/>
                    </a:lnTo>
                    <a:lnTo>
                      <a:pt x="11641" y="21530"/>
                    </a:lnTo>
                    <a:lnTo>
                      <a:pt x="12373" y="21530"/>
                    </a:lnTo>
                    <a:lnTo>
                      <a:pt x="12740" y="21489"/>
                    </a:lnTo>
                    <a:lnTo>
                      <a:pt x="13024" y="21408"/>
                    </a:lnTo>
                    <a:lnTo>
                      <a:pt x="13350" y="21327"/>
                    </a:lnTo>
                    <a:lnTo>
                      <a:pt x="13635" y="21205"/>
                    </a:lnTo>
                    <a:lnTo>
                      <a:pt x="13879" y="21082"/>
                    </a:lnTo>
                    <a:lnTo>
                      <a:pt x="14123" y="20920"/>
                    </a:lnTo>
                    <a:lnTo>
                      <a:pt x="14327" y="20716"/>
                    </a:lnTo>
                    <a:lnTo>
                      <a:pt x="14530" y="20513"/>
                    </a:lnTo>
                    <a:lnTo>
                      <a:pt x="14693" y="20309"/>
                    </a:lnTo>
                    <a:lnTo>
                      <a:pt x="14856" y="20065"/>
                    </a:lnTo>
                    <a:lnTo>
                      <a:pt x="14978" y="19821"/>
                    </a:lnTo>
                    <a:lnTo>
                      <a:pt x="15059" y="19577"/>
                    </a:lnTo>
                    <a:lnTo>
                      <a:pt x="15141" y="19292"/>
                    </a:lnTo>
                    <a:lnTo>
                      <a:pt x="15181" y="18966"/>
                    </a:lnTo>
                    <a:lnTo>
                      <a:pt x="15222" y="18681"/>
                    </a:lnTo>
                    <a:lnTo>
                      <a:pt x="15222" y="18356"/>
                    </a:lnTo>
                    <a:lnTo>
                      <a:pt x="15181" y="17704"/>
                    </a:lnTo>
                    <a:lnTo>
                      <a:pt x="15141" y="17135"/>
                    </a:lnTo>
                    <a:lnTo>
                      <a:pt x="15059" y="16565"/>
                    </a:lnTo>
                    <a:lnTo>
                      <a:pt x="14978" y="16077"/>
                    </a:lnTo>
                    <a:lnTo>
                      <a:pt x="14897" y="15588"/>
                    </a:lnTo>
                    <a:lnTo>
                      <a:pt x="14774" y="15140"/>
                    </a:lnTo>
                    <a:lnTo>
                      <a:pt x="14571" y="14367"/>
                    </a:lnTo>
                    <a:lnTo>
                      <a:pt x="14367" y="13757"/>
                    </a:lnTo>
                    <a:lnTo>
                      <a:pt x="14164" y="13350"/>
                    </a:lnTo>
                    <a:lnTo>
                      <a:pt x="14042" y="12983"/>
                    </a:lnTo>
                    <a:lnTo>
                      <a:pt x="14327" y="12251"/>
                    </a:lnTo>
                    <a:lnTo>
                      <a:pt x="14652" y="11518"/>
                    </a:lnTo>
                    <a:lnTo>
                      <a:pt x="14856" y="10786"/>
                    </a:lnTo>
                    <a:lnTo>
                      <a:pt x="15059" y="10094"/>
                    </a:lnTo>
                    <a:lnTo>
                      <a:pt x="15263" y="9361"/>
                    </a:lnTo>
                    <a:lnTo>
                      <a:pt x="15344" y="8629"/>
                    </a:lnTo>
                    <a:lnTo>
                      <a:pt x="15426" y="7937"/>
                    </a:lnTo>
                    <a:lnTo>
                      <a:pt x="15466" y="7286"/>
                    </a:lnTo>
                    <a:lnTo>
                      <a:pt x="15426" y="6594"/>
                    </a:lnTo>
                    <a:lnTo>
                      <a:pt x="15344" y="5902"/>
                    </a:lnTo>
                    <a:lnTo>
                      <a:pt x="15263" y="5291"/>
                    </a:lnTo>
                    <a:lnTo>
                      <a:pt x="15059" y="4681"/>
                    </a:lnTo>
                    <a:lnTo>
                      <a:pt x="14856" y="4070"/>
                    </a:lnTo>
                    <a:lnTo>
                      <a:pt x="14571" y="3460"/>
                    </a:lnTo>
                    <a:lnTo>
                      <a:pt x="14245" y="2931"/>
                    </a:lnTo>
                    <a:lnTo>
                      <a:pt x="13879" y="2361"/>
                    </a:lnTo>
                    <a:lnTo>
                      <a:pt x="13472" y="1913"/>
                    </a:lnTo>
                    <a:lnTo>
                      <a:pt x="13024" y="1425"/>
                    </a:lnTo>
                    <a:lnTo>
                      <a:pt x="12536" y="1059"/>
                    </a:lnTo>
                    <a:lnTo>
                      <a:pt x="12048" y="733"/>
                    </a:lnTo>
                    <a:lnTo>
                      <a:pt x="11559" y="448"/>
                    </a:lnTo>
                    <a:lnTo>
                      <a:pt x="11030" y="245"/>
                    </a:lnTo>
                    <a:lnTo>
                      <a:pt x="10786" y="204"/>
                    </a:lnTo>
                    <a:lnTo>
                      <a:pt x="10501" y="122"/>
                    </a:lnTo>
                    <a:lnTo>
                      <a:pt x="10257" y="41"/>
                    </a:lnTo>
                    <a:lnTo>
                      <a:pt x="9972" y="41"/>
                    </a:lnTo>
                    <a:lnTo>
                      <a:pt x="9728" y="0"/>
                    </a:lnTo>
                    <a:close/>
                  </a:path>
                </a:pathLst>
              </a:custGeom>
              <a:solidFill>
                <a:srgbClr val="FF6B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6" name="Google Shape;1756;p47"/>
              <p:cNvSpPr/>
              <p:nvPr/>
            </p:nvSpPr>
            <p:spPr>
              <a:xfrm>
                <a:off x="4775075" y="1884775"/>
                <a:ext cx="187225" cy="328675"/>
              </a:xfrm>
              <a:custGeom>
                <a:avLst/>
                <a:gdLst/>
                <a:ahLst/>
                <a:cxnLst/>
                <a:rect l="l" t="t" r="r" b="b"/>
                <a:pathLst>
                  <a:path w="7489" h="13147" extrusionOk="0">
                    <a:moveTo>
                      <a:pt x="5088" y="0"/>
                    </a:moveTo>
                    <a:lnTo>
                      <a:pt x="4518" y="163"/>
                    </a:lnTo>
                    <a:lnTo>
                      <a:pt x="3989" y="367"/>
                    </a:lnTo>
                    <a:lnTo>
                      <a:pt x="3500" y="611"/>
                    </a:lnTo>
                    <a:lnTo>
                      <a:pt x="3053" y="936"/>
                    </a:lnTo>
                    <a:lnTo>
                      <a:pt x="2646" y="1221"/>
                    </a:lnTo>
                    <a:lnTo>
                      <a:pt x="2279" y="1547"/>
                    </a:lnTo>
                    <a:lnTo>
                      <a:pt x="1954" y="1954"/>
                    </a:lnTo>
                    <a:lnTo>
                      <a:pt x="1628" y="2320"/>
                    </a:lnTo>
                    <a:lnTo>
                      <a:pt x="1384" y="2727"/>
                    </a:lnTo>
                    <a:lnTo>
                      <a:pt x="1140" y="3134"/>
                    </a:lnTo>
                    <a:lnTo>
                      <a:pt x="936" y="3582"/>
                    </a:lnTo>
                    <a:lnTo>
                      <a:pt x="733" y="3989"/>
                    </a:lnTo>
                    <a:lnTo>
                      <a:pt x="611" y="4477"/>
                    </a:lnTo>
                    <a:lnTo>
                      <a:pt x="448" y="4925"/>
                    </a:lnTo>
                    <a:lnTo>
                      <a:pt x="326" y="5373"/>
                    </a:lnTo>
                    <a:lnTo>
                      <a:pt x="245" y="5820"/>
                    </a:lnTo>
                    <a:lnTo>
                      <a:pt x="163" y="6268"/>
                    </a:lnTo>
                    <a:lnTo>
                      <a:pt x="122" y="6716"/>
                    </a:lnTo>
                    <a:lnTo>
                      <a:pt x="41" y="7570"/>
                    </a:lnTo>
                    <a:lnTo>
                      <a:pt x="0" y="8303"/>
                    </a:lnTo>
                    <a:lnTo>
                      <a:pt x="41" y="8995"/>
                    </a:lnTo>
                    <a:lnTo>
                      <a:pt x="41" y="9605"/>
                    </a:lnTo>
                    <a:lnTo>
                      <a:pt x="82" y="10012"/>
                    </a:lnTo>
                    <a:lnTo>
                      <a:pt x="122" y="10419"/>
                    </a:lnTo>
                    <a:lnTo>
                      <a:pt x="407" y="10826"/>
                    </a:lnTo>
                    <a:lnTo>
                      <a:pt x="733" y="11315"/>
                    </a:lnTo>
                    <a:lnTo>
                      <a:pt x="1099" y="11803"/>
                    </a:lnTo>
                    <a:lnTo>
                      <a:pt x="1506" y="12332"/>
                    </a:lnTo>
                    <a:lnTo>
                      <a:pt x="1710" y="12536"/>
                    </a:lnTo>
                    <a:lnTo>
                      <a:pt x="1913" y="12780"/>
                    </a:lnTo>
                    <a:lnTo>
                      <a:pt x="2117" y="12943"/>
                    </a:lnTo>
                    <a:lnTo>
                      <a:pt x="2320" y="13065"/>
                    </a:lnTo>
                    <a:lnTo>
                      <a:pt x="2483" y="13146"/>
                    </a:lnTo>
                    <a:lnTo>
                      <a:pt x="2809" y="13146"/>
                    </a:lnTo>
                    <a:lnTo>
                      <a:pt x="2931" y="13105"/>
                    </a:lnTo>
                    <a:lnTo>
                      <a:pt x="3134" y="12983"/>
                    </a:lnTo>
                    <a:lnTo>
                      <a:pt x="3338" y="12820"/>
                    </a:lnTo>
                    <a:lnTo>
                      <a:pt x="3541" y="12658"/>
                    </a:lnTo>
                    <a:lnTo>
                      <a:pt x="3663" y="12495"/>
                    </a:lnTo>
                    <a:lnTo>
                      <a:pt x="3745" y="12373"/>
                    </a:lnTo>
                    <a:lnTo>
                      <a:pt x="3826" y="12210"/>
                    </a:lnTo>
                    <a:lnTo>
                      <a:pt x="3745" y="9565"/>
                    </a:lnTo>
                    <a:lnTo>
                      <a:pt x="3745" y="9565"/>
                    </a:lnTo>
                    <a:lnTo>
                      <a:pt x="4233" y="9605"/>
                    </a:lnTo>
                    <a:lnTo>
                      <a:pt x="4762" y="9605"/>
                    </a:lnTo>
                    <a:lnTo>
                      <a:pt x="5047" y="9565"/>
                    </a:lnTo>
                    <a:lnTo>
                      <a:pt x="5332" y="9524"/>
                    </a:lnTo>
                    <a:lnTo>
                      <a:pt x="5617" y="9483"/>
                    </a:lnTo>
                    <a:lnTo>
                      <a:pt x="5902" y="9402"/>
                    </a:lnTo>
                    <a:lnTo>
                      <a:pt x="6187" y="9280"/>
                    </a:lnTo>
                    <a:lnTo>
                      <a:pt x="6431" y="9158"/>
                    </a:lnTo>
                    <a:lnTo>
                      <a:pt x="6675" y="8995"/>
                    </a:lnTo>
                    <a:lnTo>
                      <a:pt x="6879" y="8791"/>
                    </a:lnTo>
                    <a:lnTo>
                      <a:pt x="7082" y="8588"/>
                    </a:lnTo>
                    <a:lnTo>
                      <a:pt x="7204" y="8303"/>
                    </a:lnTo>
                    <a:lnTo>
                      <a:pt x="7367" y="8018"/>
                    </a:lnTo>
                    <a:lnTo>
                      <a:pt x="7408" y="7652"/>
                    </a:lnTo>
                    <a:lnTo>
                      <a:pt x="7489" y="7204"/>
                    </a:lnTo>
                    <a:lnTo>
                      <a:pt x="7489" y="6797"/>
                    </a:lnTo>
                    <a:lnTo>
                      <a:pt x="7489" y="6390"/>
                    </a:lnTo>
                    <a:lnTo>
                      <a:pt x="7489" y="6024"/>
                    </a:lnTo>
                    <a:lnTo>
                      <a:pt x="7489" y="5617"/>
                    </a:lnTo>
                    <a:lnTo>
                      <a:pt x="7408" y="5250"/>
                    </a:lnTo>
                    <a:lnTo>
                      <a:pt x="7326" y="4518"/>
                    </a:lnTo>
                    <a:lnTo>
                      <a:pt x="7163" y="3867"/>
                    </a:lnTo>
                    <a:lnTo>
                      <a:pt x="6960" y="3215"/>
                    </a:lnTo>
                    <a:lnTo>
                      <a:pt x="6716" y="2646"/>
                    </a:lnTo>
                    <a:lnTo>
                      <a:pt x="6472" y="2076"/>
                    </a:lnTo>
                    <a:lnTo>
                      <a:pt x="6227" y="1628"/>
                    </a:lnTo>
                    <a:lnTo>
                      <a:pt x="5983" y="1221"/>
                    </a:lnTo>
                    <a:lnTo>
                      <a:pt x="5739" y="855"/>
                    </a:lnTo>
                    <a:lnTo>
                      <a:pt x="5535" y="529"/>
                    </a:lnTo>
                    <a:lnTo>
                      <a:pt x="5210" y="122"/>
                    </a:lnTo>
                    <a:lnTo>
                      <a:pt x="5088" y="0"/>
                    </a:lnTo>
                    <a:close/>
                  </a:path>
                </a:pathLst>
              </a:custGeom>
              <a:solidFill>
                <a:srgbClr val="FFD5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7" name="Google Shape;1757;p47"/>
              <p:cNvSpPr/>
              <p:nvPr/>
            </p:nvSpPr>
            <p:spPr>
              <a:xfrm>
                <a:off x="4868675" y="2163550"/>
                <a:ext cx="112975" cy="388700"/>
              </a:xfrm>
              <a:custGeom>
                <a:avLst/>
                <a:gdLst/>
                <a:ahLst/>
                <a:cxnLst/>
                <a:rect l="l" t="t" r="r" b="b"/>
                <a:pathLst>
                  <a:path w="4519" h="15548" extrusionOk="0">
                    <a:moveTo>
                      <a:pt x="408" y="1"/>
                    </a:moveTo>
                    <a:lnTo>
                      <a:pt x="286" y="41"/>
                    </a:lnTo>
                    <a:lnTo>
                      <a:pt x="82" y="82"/>
                    </a:lnTo>
                    <a:lnTo>
                      <a:pt x="1" y="164"/>
                    </a:lnTo>
                    <a:lnTo>
                      <a:pt x="2565" y="15548"/>
                    </a:lnTo>
                    <a:lnTo>
                      <a:pt x="4518" y="15548"/>
                    </a:lnTo>
                    <a:lnTo>
                      <a:pt x="4518" y="12862"/>
                    </a:lnTo>
                    <a:lnTo>
                      <a:pt x="4518" y="11559"/>
                    </a:lnTo>
                    <a:lnTo>
                      <a:pt x="4518" y="10135"/>
                    </a:lnTo>
                    <a:lnTo>
                      <a:pt x="4396" y="8466"/>
                    </a:lnTo>
                    <a:lnTo>
                      <a:pt x="4355" y="7571"/>
                    </a:lnTo>
                    <a:lnTo>
                      <a:pt x="4233" y="6635"/>
                    </a:lnTo>
                    <a:lnTo>
                      <a:pt x="4152" y="5739"/>
                    </a:lnTo>
                    <a:lnTo>
                      <a:pt x="3989" y="4844"/>
                    </a:lnTo>
                    <a:lnTo>
                      <a:pt x="3826" y="4030"/>
                    </a:lnTo>
                    <a:lnTo>
                      <a:pt x="3623" y="3257"/>
                    </a:lnTo>
                    <a:lnTo>
                      <a:pt x="3501" y="2890"/>
                    </a:lnTo>
                    <a:lnTo>
                      <a:pt x="3379" y="2565"/>
                    </a:lnTo>
                    <a:lnTo>
                      <a:pt x="3257" y="2280"/>
                    </a:lnTo>
                    <a:lnTo>
                      <a:pt x="3094" y="1995"/>
                    </a:lnTo>
                    <a:lnTo>
                      <a:pt x="2809" y="1547"/>
                    </a:lnTo>
                    <a:lnTo>
                      <a:pt x="2524" y="1181"/>
                    </a:lnTo>
                    <a:lnTo>
                      <a:pt x="2239" y="855"/>
                    </a:lnTo>
                    <a:lnTo>
                      <a:pt x="1954" y="571"/>
                    </a:lnTo>
                    <a:lnTo>
                      <a:pt x="1710" y="367"/>
                    </a:lnTo>
                    <a:lnTo>
                      <a:pt x="1425" y="204"/>
                    </a:lnTo>
                    <a:lnTo>
                      <a:pt x="1181" y="123"/>
                    </a:lnTo>
                    <a:lnTo>
                      <a:pt x="937" y="82"/>
                    </a:lnTo>
                    <a:lnTo>
                      <a:pt x="733" y="1"/>
                    </a:lnTo>
                    <a:close/>
                  </a:path>
                </a:pathLst>
              </a:custGeom>
              <a:solidFill>
                <a:srgbClr val="FFD5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8" name="Google Shape;1758;p47"/>
              <p:cNvSpPr/>
              <p:nvPr/>
            </p:nvSpPr>
            <p:spPr>
              <a:xfrm>
                <a:off x="4908350" y="2228675"/>
                <a:ext cx="61075" cy="146550"/>
              </a:xfrm>
              <a:custGeom>
                <a:avLst/>
                <a:gdLst/>
                <a:ahLst/>
                <a:cxnLst/>
                <a:rect l="l" t="t" r="r" b="b"/>
                <a:pathLst>
                  <a:path w="2443" h="5862" extrusionOk="0">
                    <a:moveTo>
                      <a:pt x="1792" y="1"/>
                    </a:moveTo>
                    <a:lnTo>
                      <a:pt x="1670" y="367"/>
                    </a:lnTo>
                    <a:lnTo>
                      <a:pt x="1588" y="896"/>
                    </a:lnTo>
                    <a:lnTo>
                      <a:pt x="1466" y="1588"/>
                    </a:lnTo>
                    <a:lnTo>
                      <a:pt x="1425" y="2442"/>
                    </a:lnTo>
                    <a:lnTo>
                      <a:pt x="1" y="3419"/>
                    </a:lnTo>
                    <a:lnTo>
                      <a:pt x="611" y="5861"/>
                    </a:lnTo>
                    <a:lnTo>
                      <a:pt x="815" y="5617"/>
                    </a:lnTo>
                    <a:lnTo>
                      <a:pt x="1059" y="5251"/>
                    </a:lnTo>
                    <a:lnTo>
                      <a:pt x="1344" y="4844"/>
                    </a:lnTo>
                    <a:lnTo>
                      <a:pt x="1670" y="4315"/>
                    </a:lnTo>
                    <a:lnTo>
                      <a:pt x="1955" y="3745"/>
                    </a:lnTo>
                    <a:lnTo>
                      <a:pt x="2117" y="3419"/>
                    </a:lnTo>
                    <a:lnTo>
                      <a:pt x="2239" y="3094"/>
                    </a:lnTo>
                    <a:lnTo>
                      <a:pt x="2361" y="2768"/>
                    </a:lnTo>
                    <a:lnTo>
                      <a:pt x="2443" y="2402"/>
                    </a:lnTo>
                    <a:lnTo>
                      <a:pt x="2321" y="1751"/>
                    </a:lnTo>
                    <a:lnTo>
                      <a:pt x="2158" y="1099"/>
                    </a:lnTo>
                    <a:lnTo>
                      <a:pt x="1995" y="530"/>
                    </a:lnTo>
                    <a:lnTo>
                      <a:pt x="1792" y="1"/>
                    </a:lnTo>
                    <a:close/>
                  </a:path>
                </a:pathLst>
              </a:custGeom>
              <a:solidFill>
                <a:srgbClr val="000000">
                  <a:alpha val="95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9" name="Google Shape;1759;p47"/>
              <p:cNvSpPr/>
              <p:nvPr/>
            </p:nvSpPr>
            <p:spPr>
              <a:xfrm>
                <a:off x="4710975" y="1865425"/>
                <a:ext cx="192325" cy="337850"/>
              </a:xfrm>
              <a:custGeom>
                <a:avLst/>
                <a:gdLst/>
                <a:ahLst/>
                <a:cxnLst/>
                <a:rect l="l" t="t" r="r" b="b"/>
                <a:pathLst>
                  <a:path w="7693" h="13514" extrusionOk="0">
                    <a:moveTo>
                      <a:pt x="7611" y="1"/>
                    </a:moveTo>
                    <a:lnTo>
                      <a:pt x="6960" y="286"/>
                    </a:lnTo>
                    <a:lnTo>
                      <a:pt x="6349" y="571"/>
                    </a:lnTo>
                    <a:lnTo>
                      <a:pt x="5780" y="896"/>
                    </a:lnTo>
                    <a:lnTo>
                      <a:pt x="5250" y="1303"/>
                    </a:lnTo>
                    <a:lnTo>
                      <a:pt x="4721" y="1710"/>
                    </a:lnTo>
                    <a:lnTo>
                      <a:pt x="4274" y="2199"/>
                    </a:lnTo>
                    <a:lnTo>
                      <a:pt x="3826" y="2646"/>
                    </a:lnTo>
                    <a:lnTo>
                      <a:pt x="3419" y="3175"/>
                    </a:lnTo>
                    <a:lnTo>
                      <a:pt x="3053" y="3705"/>
                    </a:lnTo>
                    <a:lnTo>
                      <a:pt x="2686" y="4234"/>
                    </a:lnTo>
                    <a:lnTo>
                      <a:pt x="2361" y="4803"/>
                    </a:lnTo>
                    <a:lnTo>
                      <a:pt x="2076" y="5373"/>
                    </a:lnTo>
                    <a:lnTo>
                      <a:pt x="1791" y="5943"/>
                    </a:lnTo>
                    <a:lnTo>
                      <a:pt x="1547" y="6554"/>
                    </a:lnTo>
                    <a:lnTo>
                      <a:pt x="1343" y="7083"/>
                    </a:lnTo>
                    <a:lnTo>
                      <a:pt x="1140" y="7693"/>
                    </a:lnTo>
                    <a:lnTo>
                      <a:pt x="936" y="8263"/>
                    </a:lnTo>
                    <a:lnTo>
                      <a:pt x="774" y="8792"/>
                    </a:lnTo>
                    <a:lnTo>
                      <a:pt x="529" y="9891"/>
                    </a:lnTo>
                    <a:lnTo>
                      <a:pt x="326" y="10868"/>
                    </a:lnTo>
                    <a:lnTo>
                      <a:pt x="163" y="11722"/>
                    </a:lnTo>
                    <a:lnTo>
                      <a:pt x="82" y="12496"/>
                    </a:lnTo>
                    <a:lnTo>
                      <a:pt x="41" y="13025"/>
                    </a:lnTo>
                    <a:lnTo>
                      <a:pt x="0" y="13513"/>
                    </a:lnTo>
                    <a:lnTo>
                      <a:pt x="41" y="13391"/>
                    </a:lnTo>
                    <a:lnTo>
                      <a:pt x="82" y="13228"/>
                    </a:lnTo>
                    <a:lnTo>
                      <a:pt x="163" y="13025"/>
                    </a:lnTo>
                    <a:lnTo>
                      <a:pt x="285" y="12821"/>
                    </a:lnTo>
                    <a:lnTo>
                      <a:pt x="489" y="12577"/>
                    </a:lnTo>
                    <a:lnTo>
                      <a:pt x="733" y="12333"/>
                    </a:lnTo>
                    <a:lnTo>
                      <a:pt x="1058" y="12129"/>
                    </a:lnTo>
                    <a:lnTo>
                      <a:pt x="1913" y="11600"/>
                    </a:lnTo>
                    <a:lnTo>
                      <a:pt x="2402" y="11315"/>
                    </a:lnTo>
                    <a:lnTo>
                      <a:pt x="2890" y="10990"/>
                    </a:lnTo>
                    <a:lnTo>
                      <a:pt x="3134" y="10827"/>
                    </a:lnTo>
                    <a:lnTo>
                      <a:pt x="3378" y="10623"/>
                    </a:lnTo>
                    <a:lnTo>
                      <a:pt x="3582" y="10420"/>
                    </a:lnTo>
                    <a:lnTo>
                      <a:pt x="3785" y="10216"/>
                    </a:lnTo>
                    <a:lnTo>
                      <a:pt x="3989" y="9972"/>
                    </a:lnTo>
                    <a:lnTo>
                      <a:pt x="4111" y="9728"/>
                    </a:lnTo>
                    <a:lnTo>
                      <a:pt x="4274" y="9443"/>
                    </a:lnTo>
                    <a:lnTo>
                      <a:pt x="4396" y="9158"/>
                    </a:lnTo>
                    <a:lnTo>
                      <a:pt x="4477" y="8873"/>
                    </a:lnTo>
                    <a:lnTo>
                      <a:pt x="4518" y="8588"/>
                    </a:lnTo>
                    <a:lnTo>
                      <a:pt x="4518" y="8304"/>
                    </a:lnTo>
                    <a:lnTo>
                      <a:pt x="4518" y="7978"/>
                    </a:lnTo>
                    <a:lnTo>
                      <a:pt x="4477" y="7734"/>
                    </a:lnTo>
                    <a:lnTo>
                      <a:pt x="4396" y="7449"/>
                    </a:lnTo>
                    <a:lnTo>
                      <a:pt x="4274" y="6879"/>
                    </a:lnTo>
                    <a:lnTo>
                      <a:pt x="4152" y="6350"/>
                    </a:lnTo>
                    <a:lnTo>
                      <a:pt x="4070" y="5862"/>
                    </a:lnTo>
                    <a:lnTo>
                      <a:pt x="4029" y="5658"/>
                    </a:lnTo>
                    <a:lnTo>
                      <a:pt x="4029" y="5455"/>
                    </a:lnTo>
                    <a:lnTo>
                      <a:pt x="4070" y="5251"/>
                    </a:lnTo>
                    <a:lnTo>
                      <a:pt x="4111" y="5048"/>
                    </a:lnTo>
                    <a:lnTo>
                      <a:pt x="4192" y="4926"/>
                    </a:lnTo>
                    <a:lnTo>
                      <a:pt x="4314" y="4763"/>
                    </a:lnTo>
                    <a:lnTo>
                      <a:pt x="4436" y="4641"/>
                    </a:lnTo>
                    <a:lnTo>
                      <a:pt x="4559" y="4478"/>
                    </a:lnTo>
                    <a:lnTo>
                      <a:pt x="4925" y="4234"/>
                    </a:lnTo>
                    <a:lnTo>
                      <a:pt x="5291" y="3949"/>
                    </a:lnTo>
                    <a:lnTo>
                      <a:pt x="5698" y="3705"/>
                    </a:lnTo>
                    <a:lnTo>
                      <a:pt x="6146" y="3420"/>
                    </a:lnTo>
                    <a:lnTo>
                      <a:pt x="6553" y="3053"/>
                    </a:lnTo>
                    <a:lnTo>
                      <a:pt x="6756" y="2850"/>
                    </a:lnTo>
                    <a:lnTo>
                      <a:pt x="6919" y="2646"/>
                    </a:lnTo>
                    <a:lnTo>
                      <a:pt x="7123" y="2402"/>
                    </a:lnTo>
                    <a:lnTo>
                      <a:pt x="7245" y="2199"/>
                    </a:lnTo>
                    <a:lnTo>
                      <a:pt x="7367" y="1955"/>
                    </a:lnTo>
                    <a:lnTo>
                      <a:pt x="7448" y="1710"/>
                    </a:lnTo>
                    <a:lnTo>
                      <a:pt x="7530" y="1507"/>
                    </a:lnTo>
                    <a:lnTo>
                      <a:pt x="7570" y="1303"/>
                    </a:lnTo>
                    <a:lnTo>
                      <a:pt x="7652" y="896"/>
                    </a:lnTo>
                    <a:lnTo>
                      <a:pt x="7692" y="530"/>
                    </a:lnTo>
                    <a:lnTo>
                      <a:pt x="7652" y="245"/>
                    </a:lnTo>
                    <a:lnTo>
                      <a:pt x="7611" y="1"/>
                    </a:lnTo>
                    <a:close/>
                  </a:path>
                </a:pathLst>
              </a:custGeom>
              <a:solidFill>
                <a:srgbClr val="FF6B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0" name="Google Shape;1760;p47"/>
              <p:cNvSpPr/>
              <p:nvPr/>
            </p:nvSpPr>
            <p:spPr>
              <a:xfrm>
                <a:off x="4741500" y="2140150"/>
                <a:ext cx="207575" cy="412100"/>
              </a:xfrm>
              <a:custGeom>
                <a:avLst/>
                <a:gdLst/>
                <a:ahLst/>
                <a:cxnLst/>
                <a:rect l="l" t="t" r="r" b="b"/>
                <a:pathLst>
                  <a:path w="8303" h="16484" extrusionOk="0">
                    <a:moveTo>
                      <a:pt x="1669" y="1"/>
                    </a:moveTo>
                    <a:lnTo>
                      <a:pt x="244" y="733"/>
                    </a:lnTo>
                    <a:lnTo>
                      <a:pt x="367" y="2117"/>
                    </a:lnTo>
                    <a:lnTo>
                      <a:pt x="733" y="5251"/>
                    </a:lnTo>
                    <a:lnTo>
                      <a:pt x="1018" y="8670"/>
                    </a:lnTo>
                    <a:lnTo>
                      <a:pt x="1140" y="9972"/>
                    </a:lnTo>
                    <a:lnTo>
                      <a:pt x="1140" y="10786"/>
                    </a:lnTo>
                    <a:lnTo>
                      <a:pt x="1140" y="11071"/>
                    </a:lnTo>
                    <a:lnTo>
                      <a:pt x="1099" y="11396"/>
                    </a:lnTo>
                    <a:lnTo>
                      <a:pt x="977" y="12210"/>
                    </a:lnTo>
                    <a:lnTo>
                      <a:pt x="774" y="13146"/>
                    </a:lnTo>
                    <a:lnTo>
                      <a:pt x="570" y="14123"/>
                    </a:lnTo>
                    <a:lnTo>
                      <a:pt x="163" y="15792"/>
                    </a:lnTo>
                    <a:lnTo>
                      <a:pt x="0" y="16484"/>
                    </a:lnTo>
                    <a:lnTo>
                      <a:pt x="8303" y="16484"/>
                    </a:lnTo>
                    <a:lnTo>
                      <a:pt x="8303" y="15873"/>
                    </a:lnTo>
                    <a:lnTo>
                      <a:pt x="8262" y="15181"/>
                    </a:lnTo>
                    <a:lnTo>
                      <a:pt x="8222" y="14327"/>
                    </a:lnTo>
                    <a:lnTo>
                      <a:pt x="8140" y="13309"/>
                    </a:lnTo>
                    <a:lnTo>
                      <a:pt x="8018" y="12251"/>
                    </a:lnTo>
                    <a:lnTo>
                      <a:pt x="7815" y="11152"/>
                    </a:lnTo>
                    <a:lnTo>
                      <a:pt x="7692" y="10623"/>
                    </a:lnTo>
                    <a:lnTo>
                      <a:pt x="7570" y="10094"/>
                    </a:lnTo>
                    <a:lnTo>
                      <a:pt x="7652" y="9524"/>
                    </a:lnTo>
                    <a:lnTo>
                      <a:pt x="7733" y="8873"/>
                    </a:lnTo>
                    <a:lnTo>
                      <a:pt x="7774" y="8100"/>
                    </a:lnTo>
                    <a:lnTo>
                      <a:pt x="7774" y="7204"/>
                    </a:lnTo>
                    <a:lnTo>
                      <a:pt x="7774" y="6309"/>
                    </a:lnTo>
                    <a:lnTo>
                      <a:pt x="7733" y="5861"/>
                    </a:lnTo>
                    <a:lnTo>
                      <a:pt x="7692" y="5454"/>
                    </a:lnTo>
                    <a:lnTo>
                      <a:pt x="7611" y="5088"/>
                    </a:lnTo>
                    <a:lnTo>
                      <a:pt x="7489" y="4762"/>
                    </a:lnTo>
                    <a:lnTo>
                      <a:pt x="7367" y="4437"/>
                    </a:lnTo>
                    <a:lnTo>
                      <a:pt x="7245" y="4111"/>
                    </a:lnTo>
                    <a:lnTo>
                      <a:pt x="7082" y="3745"/>
                    </a:lnTo>
                    <a:lnTo>
                      <a:pt x="6878" y="3460"/>
                    </a:lnTo>
                    <a:lnTo>
                      <a:pt x="6512" y="2809"/>
                    </a:lnTo>
                    <a:lnTo>
                      <a:pt x="6105" y="2239"/>
                    </a:lnTo>
                    <a:lnTo>
                      <a:pt x="5739" y="1791"/>
                    </a:lnTo>
                    <a:lnTo>
                      <a:pt x="5413" y="1384"/>
                    </a:lnTo>
                    <a:lnTo>
                      <a:pt x="5169" y="1059"/>
                    </a:lnTo>
                    <a:lnTo>
                      <a:pt x="5169" y="1222"/>
                    </a:lnTo>
                    <a:lnTo>
                      <a:pt x="5169" y="1425"/>
                    </a:lnTo>
                    <a:lnTo>
                      <a:pt x="5169" y="1629"/>
                    </a:lnTo>
                    <a:lnTo>
                      <a:pt x="5088" y="1832"/>
                    </a:lnTo>
                    <a:lnTo>
                      <a:pt x="5047" y="1914"/>
                    </a:lnTo>
                    <a:lnTo>
                      <a:pt x="5006" y="2036"/>
                    </a:lnTo>
                    <a:lnTo>
                      <a:pt x="4884" y="2117"/>
                    </a:lnTo>
                    <a:lnTo>
                      <a:pt x="4803" y="2198"/>
                    </a:lnTo>
                    <a:lnTo>
                      <a:pt x="4681" y="2239"/>
                    </a:lnTo>
                    <a:lnTo>
                      <a:pt x="4355" y="2239"/>
                    </a:lnTo>
                    <a:lnTo>
                      <a:pt x="4152" y="2198"/>
                    </a:lnTo>
                    <a:lnTo>
                      <a:pt x="3907" y="2076"/>
                    </a:lnTo>
                    <a:lnTo>
                      <a:pt x="3704" y="1914"/>
                    </a:lnTo>
                    <a:lnTo>
                      <a:pt x="3460" y="1791"/>
                    </a:lnTo>
                    <a:lnTo>
                      <a:pt x="3215" y="1588"/>
                    </a:lnTo>
                    <a:lnTo>
                      <a:pt x="2768" y="1140"/>
                    </a:lnTo>
                    <a:lnTo>
                      <a:pt x="2361" y="733"/>
                    </a:lnTo>
                    <a:lnTo>
                      <a:pt x="1995" y="367"/>
                    </a:lnTo>
                    <a:lnTo>
                      <a:pt x="166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1" name="Google Shape;1761;p47"/>
              <p:cNvSpPr/>
              <p:nvPr/>
            </p:nvSpPr>
            <p:spPr>
              <a:xfrm>
                <a:off x="4628550" y="1796250"/>
                <a:ext cx="310350" cy="256425"/>
              </a:xfrm>
              <a:custGeom>
                <a:avLst/>
                <a:gdLst/>
                <a:ahLst/>
                <a:cxnLst/>
                <a:rect l="l" t="t" r="r" b="b"/>
                <a:pathLst>
                  <a:path w="12414" h="10257" extrusionOk="0">
                    <a:moveTo>
                      <a:pt x="6635" y="0"/>
                    </a:moveTo>
                    <a:lnTo>
                      <a:pt x="6350" y="41"/>
                    </a:lnTo>
                    <a:lnTo>
                      <a:pt x="6024" y="82"/>
                    </a:lnTo>
                    <a:lnTo>
                      <a:pt x="5454" y="163"/>
                    </a:lnTo>
                    <a:lnTo>
                      <a:pt x="4925" y="285"/>
                    </a:lnTo>
                    <a:lnTo>
                      <a:pt x="4437" y="407"/>
                    </a:lnTo>
                    <a:lnTo>
                      <a:pt x="4030" y="570"/>
                    </a:lnTo>
                    <a:lnTo>
                      <a:pt x="3582" y="774"/>
                    </a:lnTo>
                    <a:lnTo>
                      <a:pt x="3216" y="1018"/>
                    </a:lnTo>
                    <a:lnTo>
                      <a:pt x="2850" y="1344"/>
                    </a:lnTo>
                    <a:lnTo>
                      <a:pt x="2483" y="1710"/>
                    </a:lnTo>
                    <a:lnTo>
                      <a:pt x="1751" y="2524"/>
                    </a:lnTo>
                    <a:lnTo>
                      <a:pt x="1425" y="2971"/>
                    </a:lnTo>
                    <a:lnTo>
                      <a:pt x="1059" y="3419"/>
                    </a:lnTo>
                    <a:lnTo>
                      <a:pt x="896" y="3663"/>
                    </a:lnTo>
                    <a:lnTo>
                      <a:pt x="733" y="3948"/>
                    </a:lnTo>
                    <a:lnTo>
                      <a:pt x="611" y="4192"/>
                    </a:lnTo>
                    <a:lnTo>
                      <a:pt x="448" y="4477"/>
                    </a:lnTo>
                    <a:lnTo>
                      <a:pt x="326" y="4803"/>
                    </a:lnTo>
                    <a:lnTo>
                      <a:pt x="245" y="5169"/>
                    </a:lnTo>
                    <a:lnTo>
                      <a:pt x="123" y="5495"/>
                    </a:lnTo>
                    <a:lnTo>
                      <a:pt x="41" y="5902"/>
                    </a:lnTo>
                    <a:lnTo>
                      <a:pt x="1" y="6268"/>
                    </a:lnTo>
                    <a:lnTo>
                      <a:pt x="1" y="6675"/>
                    </a:lnTo>
                    <a:lnTo>
                      <a:pt x="1" y="7001"/>
                    </a:lnTo>
                    <a:lnTo>
                      <a:pt x="1" y="7326"/>
                    </a:lnTo>
                    <a:lnTo>
                      <a:pt x="41" y="7693"/>
                    </a:lnTo>
                    <a:lnTo>
                      <a:pt x="82" y="7977"/>
                    </a:lnTo>
                    <a:lnTo>
                      <a:pt x="123" y="8262"/>
                    </a:lnTo>
                    <a:lnTo>
                      <a:pt x="245" y="8507"/>
                    </a:lnTo>
                    <a:lnTo>
                      <a:pt x="326" y="8791"/>
                    </a:lnTo>
                    <a:lnTo>
                      <a:pt x="448" y="8995"/>
                    </a:lnTo>
                    <a:lnTo>
                      <a:pt x="570" y="9158"/>
                    </a:lnTo>
                    <a:lnTo>
                      <a:pt x="693" y="9321"/>
                    </a:lnTo>
                    <a:lnTo>
                      <a:pt x="855" y="9443"/>
                    </a:lnTo>
                    <a:lnTo>
                      <a:pt x="1018" y="9524"/>
                    </a:lnTo>
                    <a:lnTo>
                      <a:pt x="1140" y="9605"/>
                    </a:lnTo>
                    <a:lnTo>
                      <a:pt x="1344" y="9646"/>
                    </a:lnTo>
                    <a:lnTo>
                      <a:pt x="1506" y="9646"/>
                    </a:lnTo>
                    <a:lnTo>
                      <a:pt x="1669" y="9605"/>
                    </a:lnTo>
                    <a:lnTo>
                      <a:pt x="1791" y="9605"/>
                    </a:lnTo>
                    <a:lnTo>
                      <a:pt x="1954" y="9524"/>
                    </a:lnTo>
                    <a:lnTo>
                      <a:pt x="2158" y="9402"/>
                    </a:lnTo>
                    <a:lnTo>
                      <a:pt x="2361" y="9239"/>
                    </a:lnTo>
                    <a:lnTo>
                      <a:pt x="2524" y="9076"/>
                    </a:lnTo>
                    <a:lnTo>
                      <a:pt x="2646" y="8914"/>
                    </a:lnTo>
                    <a:lnTo>
                      <a:pt x="2727" y="8791"/>
                    </a:lnTo>
                    <a:lnTo>
                      <a:pt x="2727" y="8914"/>
                    </a:lnTo>
                    <a:lnTo>
                      <a:pt x="2727" y="9117"/>
                    </a:lnTo>
                    <a:lnTo>
                      <a:pt x="2768" y="9321"/>
                    </a:lnTo>
                    <a:lnTo>
                      <a:pt x="2890" y="9524"/>
                    </a:lnTo>
                    <a:lnTo>
                      <a:pt x="3012" y="9809"/>
                    </a:lnTo>
                    <a:lnTo>
                      <a:pt x="3216" y="10053"/>
                    </a:lnTo>
                    <a:lnTo>
                      <a:pt x="3338" y="10175"/>
                    </a:lnTo>
                    <a:lnTo>
                      <a:pt x="3501" y="10257"/>
                    </a:lnTo>
                    <a:lnTo>
                      <a:pt x="3664" y="10175"/>
                    </a:lnTo>
                    <a:lnTo>
                      <a:pt x="3786" y="10053"/>
                    </a:lnTo>
                    <a:lnTo>
                      <a:pt x="3948" y="9890"/>
                    </a:lnTo>
                    <a:lnTo>
                      <a:pt x="4152" y="9646"/>
                    </a:lnTo>
                    <a:lnTo>
                      <a:pt x="4274" y="9361"/>
                    </a:lnTo>
                    <a:lnTo>
                      <a:pt x="4355" y="9198"/>
                    </a:lnTo>
                    <a:lnTo>
                      <a:pt x="4437" y="8995"/>
                    </a:lnTo>
                    <a:lnTo>
                      <a:pt x="4478" y="8791"/>
                    </a:lnTo>
                    <a:lnTo>
                      <a:pt x="4518" y="8588"/>
                    </a:lnTo>
                    <a:lnTo>
                      <a:pt x="4600" y="7977"/>
                    </a:lnTo>
                    <a:lnTo>
                      <a:pt x="4762" y="7326"/>
                    </a:lnTo>
                    <a:lnTo>
                      <a:pt x="4925" y="6634"/>
                    </a:lnTo>
                    <a:lnTo>
                      <a:pt x="5169" y="5902"/>
                    </a:lnTo>
                    <a:lnTo>
                      <a:pt x="5454" y="5210"/>
                    </a:lnTo>
                    <a:lnTo>
                      <a:pt x="5576" y="4884"/>
                    </a:lnTo>
                    <a:lnTo>
                      <a:pt x="5780" y="4599"/>
                    </a:lnTo>
                    <a:lnTo>
                      <a:pt x="5902" y="4315"/>
                    </a:lnTo>
                    <a:lnTo>
                      <a:pt x="6106" y="4070"/>
                    </a:lnTo>
                    <a:lnTo>
                      <a:pt x="6309" y="3785"/>
                    </a:lnTo>
                    <a:lnTo>
                      <a:pt x="6513" y="3582"/>
                    </a:lnTo>
                    <a:lnTo>
                      <a:pt x="6960" y="3216"/>
                    </a:lnTo>
                    <a:lnTo>
                      <a:pt x="7204" y="3053"/>
                    </a:lnTo>
                    <a:lnTo>
                      <a:pt x="7489" y="2849"/>
                    </a:lnTo>
                    <a:lnTo>
                      <a:pt x="7774" y="2687"/>
                    </a:lnTo>
                    <a:lnTo>
                      <a:pt x="8100" y="2483"/>
                    </a:lnTo>
                    <a:lnTo>
                      <a:pt x="8425" y="2361"/>
                    </a:lnTo>
                    <a:lnTo>
                      <a:pt x="8751" y="2239"/>
                    </a:lnTo>
                    <a:lnTo>
                      <a:pt x="9117" y="2117"/>
                    </a:lnTo>
                    <a:lnTo>
                      <a:pt x="9524" y="2035"/>
                    </a:lnTo>
                    <a:lnTo>
                      <a:pt x="9931" y="1995"/>
                    </a:lnTo>
                    <a:lnTo>
                      <a:pt x="10379" y="1954"/>
                    </a:lnTo>
                    <a:lnTo>
                      <a:pt x="10827" y="1995"/>
                    </a:lnTo>
                    <a:lnTo>
                      <a:pt x="11315" y="2035"/>
                    </a:lnTo>
                    <a:lnTo>
                      <a:pt x="11844" y="2157"/>
                    </a:lnTo>
                    <a:lnTo>
                      <a:pt x="12414" y="2320"/>
                    </a:lnTo>
                    <a:lnTo>
                      <a:pt x="12292" y="2157"/>
                    </a:lnTo>
                    <a:lnTo>
                      <a:pt x="12210" y="1954"/>
                    </a:lnTo>
                    <a:lnTo>
                      <a:pt x="12007" y="1750"/>
                    </a:lnTo>
                    <a:lnTo>
                      <a:pt x="11803" y="1466"/>
                    </a:lnTo>
                    <a:lnTo>
                      <a:pt x="11641" y="1384"/>
                    </a:lnTo>
                    <a:lnTo>
                      <a:pt x="11437" y="1262"/>
                    </a:lnTo>
                    <a:lnTo>
                      <a:pt x="11274" y="1140"/>
                    </a:lnTo>
                    <a:lnTo>
                      <a:pt x="11071" y="1059"/>
                    </a:lnTo>
                    <a:lnTo>
                      <a:pt x="10827" y="937"/>
                    </a:lnTo>
                    <a:lnTo>
                      <a:pt x="10582" y="896"/>
                    </a:lnTo>
                    <a:lnTo>
                      <a:pt x="10053" y="733"/>
                    </a:lnTo>
                    <a:lnTo>
                      <a:pt x="9484" y="570"/>
                    </a:lnTo>
                    <a:lnTo>
                      <a:pt x="8954" y="407"/>
                    </a:lnTo>
                    <a:lnTo>
                      <a:pt x="8385" y="245"/>
                    </a:lnTo>
                    <a:lnTo>
                      <a:pt x="7815" y="123"/>
                    </a:lnTo>
                    <a:lnTo>
                      <a:pt x="7204" y="41"/>
                    </a:lnTo>
                    <a:lnTo>
                      <a:pt x="696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2" name="Google Shape;1762;p47"/>
              <p:cNvSpPr/>
              <p:nvPr/>
            </p:nvSpPr>
            <p:spPr>
              <a:xfrm>
                <a:off x="4863600" y="1993650"/>
                <a:ext cx="15275" cy="25450"/>
              </a:xfrm>
              <a:custGeom>
                <a:avLst/>
                <a:gdLst/>
                <a:ahLst/>
                <a:cxnLst/>
                <a:rect l="l" t="t" r="r" b="b"/>
                <a:pathLst>
                  <a:path w="611" h="1018" extrusionOk="0">
                    <a:moveTo>
                      <a:pt x="285" y="0"/>
                    </a:moveTo>
                    <a:lnTo>
                      <a:pt x="244" y="41"/>
                    </a:lnTo>
                    <a:lnTo>
                      <a:pt x="163" y="41"/>
                    </a:lnTo>
                    <a:lnTo>
                      <a:pt x="122" y="122"/>
                    </a:lnTo>
                    <a:lnTo>
                      <a:pt x="82" y="163"/>
                    </a:lnTo>
                    <a:lnTo>
                      <a:pt x="0" y="326"/>
                    </a:lnTo>
                    <a:lnTo>
                      <a:pt x="0" y="529"/>
                    </a:lnTo>
                    <a:lnTo>
                      <a:pt x="0" y="733"/>
                    </a:lnTo>
                    <a:lnTo>
                      <a:pt x="82" y="895"/>
                    </a:lnTo>
                    <a:lnTo>
                      <a:pt x="122" y="936"/>
                    </a:lnTo>
                    <a:lnTo>
                      <a:pt x="163" y="1018"/>
                    </a:lnTo>
                    <a:lnTo>
                      <a:pt x="407" y="1018"/>
                    </a:lnTo>
                    <a:lnTo>
                      <a:pt x="489" y="936"/>
                    </a:lnTo>
                    <a:lnTo>
                      <a:pt x="529" y="895"/>
                    </a:lnTo>
                    <a:lnTo>
                      <a:pt x="611" y="733"/>
                    </a:lnTo>
                    <a:lnTo>
                      <a:pt x="611" y="529"/>
                    </a:lnTo>
                    <a:lnTo>
                      <a:pt x="611" y="326"/>
                    </a:lnTo>
                    <a:lnTo>
                      <a:pt x="529" y="163"/>
                    </a:lnTo>
                    <a:lnTo>
                      <a:pt x="489" y="122"/>
                    </a:lnTo>
                    <a:lnTo>
                      <a:pt x="407" y="41"/>
                    </a:lnTo>
                    <a:lnTo>
                      <a:pt x="366" y="41"/>
                    </a:lnTo>
                    <a:lnTo>
                      <a:pt x="285" y="0"/>
                    </a:lnTo>
                    <a:close/>
                  </a:path>
                </a:pathLst>
              </a:custGeom>
              <a:solidFill>
                <a:srgbClr val="1D1D1B"/>
              </a:solidFill>
              <a:ln w="2025" cap="rnd" cmpd="sng">
                <a:solidFill>
                  <a:srgbClr val="1D1D1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3" name="Google Shape;1763;p47"/>
              <p:cNvSpPr/>
              <p:nvPr/>
            </p:nvSpPr>
            <p:spPr>
              <a:xfrm>
                <a:off x="4929725" y="1984475"/>
                <a:ext cx="16300" cy="25475"/>
              </a:xfrm>
              <a:custGeom>
                <a:avLst/>
                <a:gdLst/>
                <a:ahLst/>
                <a:cxnLst/>
                <a:rect l="l" t="t" r="r" b="b"/>
                <a:pathLst>
                  <a:path w="652" h="1019" extrusionOk="0">
                    <a:moveTo>
                      <a:pt x="204" y="1"/>
                    </a:moveTo>
                    <a:lnTo>
                      <a:pt x="163" y="82"/>
                    </a:lnTo>
                    <a:lnTo>
                      <a:pt x="123" y="123"/>
                    </a:lnTo>
                    <a:lnTo>
                      <a:pt x="41" y="286"/>
                    </a:lnTo>
                    <a:lnTo>
                      <a:pt x="1" y="489"/>
                    </a:lnTo>
                    <a:lnTo>
                      <a:pt x="41" y="693"/>
                    </a:lnTo>
                    <a:lnTo>
                      <a:pt x="123" y="855"/>
                    </a:lnTo>
                    <a:lnTo>
                      <a:pt x="163" y="896"/>
                    </a:lnTo>
                    <a:lnTo>
                      <a:pt x="204" y="978"/>
                    </a:lnTo>
                    <a:lnTo>
                      <a:pt x="286" y="978"/>
                    </a:lnTo>
                    <a:lnTo>
                      <a:pt x="367" y="1018"/>
                    </a:lnTo>
                    <a:lnTo>
                      <a:pt x="408" y="978"/>
                    </a:lnTo>
                    <a:lnTo>
                      <a:pt x="448" y="978"/>
                    </a:lnTo>
                    <a:lnTo>
                      <a:pt x="530" y="896"/>
                    </a:lnTo>
                    <a:lnTo>
                      <a:pt x="570" y="855"/>
                    </a:lnTo>
                    <a:lnTo>
                      <a:pt x="611" y="693"/>
                    </a:lnTo>
                    <a:lnTo>
                      <a:pt x="652" y="489"/>
                    </a:lnTo>
                    <a:lnTo>
                      <a:pt x="611" y="286"/>
                    </a:lnTo>
                    <a:lnTo>
                      <a:pt x="570" y="123"/>
                    </a:lnTo>
                    <a:lnTo>
                      <a:pt x="530" y="82"/>
                    </a:lnTo>
                    <a:lnTo>
                      <a:pt x="448" y="1"/>
                    </a:lnTo>
                    <a:close/>
                  </a:path>
                </a:pathLst>
              </a:custGeom>
              <a:solidFill>
                <a:srgbClr val="1D1D1B"/>
              </a:solidFill>
              <a:ln w="2025" cap="rnd" cmpd="sng">
                <a:solidFill>
                  <a:srgbClr val="1D1D1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4" name="Google Shape;1764;p47"/>
              <p:cNvSpPr/>
              <p:nvPr/>
            </p:nvSpPr>
            <p:spPr>
              <a:xfrm>
                <a:off x="4893100" y="1979400"/>
                <a:ext cx="27500" cy="69200"/>
              </a:xfrm>
              <a:custGeom>
                <a:avLst/>
                <a:gdLst/>
                <a:ahLst/>
                <a:cxnLst/>
                <a:rect l="l" t="t" r="r" b="b"/>
                <a:pathLst>
                  <a:path w="1100" h="2768" extrusionOk="0">
                    <a:moveTo>
                      <a:pt x="407" y="0"/>
                    </a:moveTo>
                    <a:lnTo>
                      <a:pt x="326" y="41"/>
                    </a:lnTo>
                    <a:lnTo>
                      <a:pt x="285" y="244"/>
                    </a:lnTo>
                    <a:lnTo>
                      <a:pt x="245" y="611"/>
                    </a:lnTo>
                    <a:lnTo>
                      <a:pt x="123" y="1547"/>
                    </a:lnTo>
                    <a:lnTo>
                      <a:pt x="41" y="1913"/>
                    </a:lnTo>
                    <a:lnTo>
                      <a:pt x="0" y="2239"/>
                    </a:lnTo>
                    <a:lnTo>
                      <a:pt x="0" y="2402"/>
                    </a:lnTo>
                    <a:lnTo>
                      <a:pt x="0" y="2483"/>
                    </a:lnTo>
                    <a:lnTo>
                      <a:pt x="41" y="2605"/>
                    </a:lnTo>
                    <a:lnTo>
                      <a:pt x="123" y="2686"/>
                    </a:lnTo>
                    <a:lnTo>
                      <a:pt x="163" y="2686"/>
                    </a:lnTo>
                    <a:lnTo>
                      <a:pt x="326" y="2727"/>
                    </a:lnTo>
                    <a:lnTo>
                      <a:pt x="489" y="2768"/>
                    </a:lnTo>
                    <a:lnTo>
                      <a:pt x="652" y="2768"/>
                    </a:lnTo>
                    <a:lnTo>
                      <a:pt x="814" y="2727"/>
                    </a:lnTo>
                    <a:lnTo>
                      <a:pt x="937" y="2686"/>
                    </a:lnTo>
                    <a:lnTo>
                      <a:pt x="1018" y="2605"/>
                    </a:lnTo>
                    <a:lnTo>
                      <a:pt x="1059" y="2564"/>
                    </a:lnTo>
                    <a:lnTo>
                      <a:pt x="1059" y="2483"/>
                    </a:lnTo>
                    <a:lnTo>
                      <a:pt x="1099" y="2402"/>
                    </a:lnTo>
                    <a:lnTo>
                      <a:pt x="1059" y="2076"/>
                    </a:lnTo>
                    <a:lnTo>
                      <a:pt x="1018" y="1710"/>
                    </a:lnTo>
                    <a:lnTo>
                      <a:pt x="977" y="1384"/>
                    </a:lnTo>
                    <a:lnTo>
                      <a:pt x="896" y="1018"/>
                    </a:lnTo>
                    <a:lnTo>
                      <a:pt x="692" y="407"/>
                    </a:lnTo>
                    <a:lnTo>
                      <a:pt x="611" y="163"/>
                    </a:lnTo>
                    <a:lnTo>
                      <a:pt x="530" y="41"/>
                    </a:lnTo>
                    <a:lnTo>
                      <a:pt x="489" y="0"/>
                    </a:lnTo>
                    <a:close/>
                  </a:path>
                </a:pathLst>
              </a:custGeom>
              <a:solidFill>
                <a:srgbClr val="000000">
                  <a:alpha val="95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5" name="Google Shape;1765;p47"/>
              <p:cNvSpPr/>
              <p:nvPr/>
            </p:nvSpPr>
            <p:spPr>
              <a:xfrm>
                <a:off x="4880900" y="2062825"/>
                <a:ext cx="55975" cy="36650"/>
              </a:xfrm>
              <a:custGeom>
                <a:avLst/>
                <a:gdLst/>
                <a:ahLst/>
                <a:cxnLst/>
                <a:rect l="l" t="t" r="r" b="b"/>
                <a:pathLst>
                  <a:path w="2239" h="1466" extrusionOk="0">
                    <a:moveTo>
                      <a:pt x="1140" y="1"/>
                    </a:moveTo>
                    <a:lnTo>
                      <a:pt x="448" y="41"/>
                    </a:lnTo>
                    <a:lnTo>
                      <a:pt x="204" y="41"/>
                    </a:lnTo>
                    <a:lnTo>
                      <a:pt x="41" y="82"/>
                    </a:lnTo>
                    <a:lnTo>
                      <a:pt x="41" y="123"/>
                    </a:lnTo>
                    <a:lnTo>
                      <a:pt x="0" y="163"/>
                    </a:lnTo>
                    <a:lnTo>
                      <a:pt x="0" y="326"/>
                    </a:lnTo>
                    <a:lnTo>
                      <a:pt x="0" y="570"/>
                    </a:lnTo>
                    <a:lnTo>
                      <a:pt x="41" y="774"/>
                    </a:lnTo>
                    <a:lnTo>
                      <a:pt x="122" y="896"/>
                    </a:lnTo>
                    <a:lnTo>
                      <a:pt x="204" y="1059"/>
                    </a:lnTo>
                    <a:lnTo>
                      <a:pt x="326" y="1140"/>
                    </a:lnTo>
                    <a:lnTo>
                      <a:pt x="407" y="1262"/>
                    </a:lnTo>
                    <a:lnTo>
                      <a:pt x="570" y="1303"/>
                    </a:lnTo>
                    <a:lnTo>
                      <a:pt x="733" y="1384"/>
                    </a:lnTo>
                    <a:lnTo>
                      <a:pt x="895" y="1466"/>
                    </a:lnTo>
                    <a:lnTo>
                      <a:pt x="1506" y="1466"/>
                    </a:lnTo>
                    <a:lnTo>
                      <a:pt x="1669" y="1384"/>
                    </a:lnTo>
                    <a:lnTo>
                      <a:pt x="1832" y="1303"/>
                    </a:lnTo>
                    <a:lnTo>
                      <a:pt x="1913" y="1181"/>
                    </a:lnTo>
                    <a:lnTo>
                      <a:pt x="2035" y="1059"/>
                    </a:lnTo>
                    <a:lnTo>
                      <a:pt x="2116" y="937"/>
                    </a:lnTo>
                    <a:lnTo>
                      <a:pt x="2157" y="815"/>
                    </a:lnTo>
                    <a:lnTo>
                      <a:pt x="2239" y="530"/>
                    </a:lnTo>
                    <a:lnTo>
                      <a:pt x="2239" y="285"/>
                    </a:lnTo>
                    <a:lnTo>
                      <a:pt x="2239" y="82"/>
                    </a:lnTo>
                    <a:lnTo>
                      <a:pt x="2198" y="41"/>
                    </a:lnTo>
                    <a:lnTo>
                      <a:pt x="2076" y="1"/>
                    </a:lnTo>
                    <a:close/>
                  </a:path>
                </a:pathLst>
              </a:custGeom>
              <a:solidFill>
                <a:srgbClr val="1D1D1B"/>
              </a:solidFill>
              <a:ln w="2025" cap="rnd" cmpd="sng">
                <a:solidFill>
                  <a:srgbClr val="1D1D1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6" name="Google Shape;1766;p47"/>
              <p:cNvSpPr/>
              <p:nvPr/>
            </p:nvSpPr>
            <p:spPr>
              <a:xfrm>
                <a:off x="4895125" y="2082150"/>
                <a:ext cx="33600" cy="17325"/>
              </a:xfrm>
              <a:custGeom>
                <a:avLst/>
                <a:gdLst/>
                <a:ahLst/>
                <a:cxnLst/>
                <a:rect l="l" t="t" r="r" b="b"/>
                <a:pathLst>
                  <a:path w="1344" h="693" extrusionOk="0">
                    <a:moveTo>
                      <a:pt x="571" y="1"/>
                    </a:moveTo>
                    <a:lnTo>
                      <a:pt x="449" y="42"/>
                    </a:lnTo>
                    <a:lnTo>
                      <a:pt x="326" y="82"/>
                    </a:lnTo>
                    <a:lnTo>
                      <a:pt x="245" y="164"/>
                    </a:lnTo>
                    <a:lnTo>
                      <a:pt x="164" y="245"/>
                    </a:lnTo>
                    <a:lnTo>
                      <a:pt x="82" y="326"/>
                    </a:lnTo>
                    <a:lnTo>
                      <a:pt x="42" y="449"/>
                    </a:lnTo>
                    <a:lnTo>
                      <a:pt x="1" y="530"/>
                    </a:lnTo>
                    <a:lnTo>
                      <a:pt x="82" y="611"/>
                    </a:lnTo>
                    <a:lnTo>
                      <a:pt x="245" y="652"/>
                    </a:lnTo>
                    <a:lnTo>
                      <a:pt x="367" y="693"/>
                    </a:lnTo>
                    <a:lnTo>
                      <a:pt x="815" y="693"/>
                    </a:lnTo>
                    <a:lnTo>
                      <a:pt x="1018" y="652"/>
                    </a:lnTo>
                    <a:lnTo>
                      <a:pt x="1222" y="530"/>
                    </a:lnTo>
                    <a:lnTo>
                      <a:pt x="1344" y="408"/>
                    </a:lnTo>
                    <a:lnTo>
                      <a:pt x="1263" y="245"/>
                    </a:lnTo>
                    <a:lnTo>
                      <a:pt x="1100" y="123"/>
                    </a:lnTo>
                    <a:lnTo>
                      <a:pt x="937" y="1"/>
                    </a:lnTo>
                    <a:close/>
                  </a:path>
                </a:pathLst>
              </a:custGeom>
              <a:solidFill>
                <a:srgbClr val="F27089"/>
              </a:solidFill>
              <a:ln w="2025" cap="rnd" cmpd="sng">
                <a:solidFill>
                  <a:srgbClr val="F2708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7" name="Google Shape;1767;p47"/>
              <p:cNvSpPr/>
              <p:nvPr/>
            </p:nvSpPr>
            <p:spPr>
              <a:xfrm>
                <a:off x="4845275" y="2116750"/>
                <a:ext cx="23425" cy="19350"/>
              </a:xfrm>
              <a:custGeom>
                <a:avLst/>
                <a:gdLst/>
                <a:ahLst/>
                <a:cxnLst/>
                <a:rect l="l" t="t" r="r" b="b"/>
                <a:pathLst>
                  <a:path w="937" h="774" extrusionOk="0">
                    <a:moveTo>
                      <a:pt x="1" y="1"/>
                    </a:moveTo>
                    <a:lnTo>
                      <a:pt x="245" y="245"/>
                    </a:lnTo>
                    <a:lnTo>
                      <a:pt x="448" y="448"/>
                    </a:lnTo>
                    <a:lnTo>
                      <a:pt x="733" y="652"/>
                    </a:lnTo>
                    <a:lnTo>
                      <a:pt x="937" y="774"/>
                    </a:lnTo>
                    <a:lnTo>
                      <a:pt x="937" y="286"/>
                    </a:lnTo>
                    <a:lnTo>
                      <a:pt x="570" y="204"/>
                    </a:lnTo>
                    <a:lnTo>
                      <a:pt x="245" y="123"/>
                    </a:lnTo>
                    <a:lnTo>
                      <a:pt x="1" y="1"/>
                    </a:lnTo>
                    <a:close/>
                  </a:path>
                </a:pathLst>
              </a:custGeom>
              <a:solidFill>
                <a:srgbClr val="000000">
                  <a:alpha val="95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8" name="Google Shape;1768;p47"/>
              <p:cNvSpPr/>
              <p:nvPr/>
            </p:nvSpPr>
            <p:spPr>
              <a:xfrm>
                <a:off x="4843250" y="1963125"/>
                <a:ext cx="37675" cy="26475"/>
              </a:xfrm>
              <a:custGeom>
                <a:avLst/>
                <a:gdLst/>
                <a:ahLst/>
                <a:cxnLst/>
                <a:rect l="l" t="t" r="r" b="b"/>
                <a:pathLst>
                  <a:path w="1507" h="1059" extrusionOk="0">
                    <a:moveTo>
                      <a:pt x="1140" y="0"/>
                    </a:moveTo>
                    <a:lnTo>
                      <a:pt x="977" y="41"/>
                    </a:lnTo>
                    <a:lnTo>
                      <a:pt x="733" y="122"/>
                    </a:lnTo>
                    <a:lnTo>
                      <a:pt x="529" y="204"/>
                    </a:lnTo>
                    <a:lnTo>
                      <a:pt x="407" y="285"/>
                    </a:lnTo>
                    <a:lnTo>
                      <a:pt x="326" y="366"/>
                    </a:lnTo>
                    <a:lnTo>
                      <a:pt x="204" y="448"/>
                    </a:lnTo>
                    <a:lnTo>
                      <a:pt x="122" y="570"/>
                    </a:lnTo>
                    <a:lnTo>
                      <a:pt x="82" y="692"/>
                    </a:lnTo>
                    <a:lnTo>
                      <a:pt x="0" y="855"/>
                    </a:lnTo>
                    <a:lnTo>
                      <a:pt x="0" y="936"/>
                    </a:lnTo>
                    <a:lnTo>
                      <a:pt x="41" y="977"/>
                    </a:lnTo>
                    <a:lnTo>
                      <a:pt x="82" y="1018"/>
                    </a:lnTo>
                    <a:lnTo>
                      <a:pt x="122" y="1058"/>
                    </a:lnTo>
                    <a:lnTo>
                      <a:pt x="204" y="1058"/>
                    </a:lnTo>
                    <a:lnTo>
                      <a:pt x="285" y="1018"/>
                    </a:lnTo>
                    <a:lnTo>
                      <a:pt x="285" y="977"/>
                    </a:lnTo>
                    <a:lnTo>
                      <a:pt x="326" y="936"/>
                    </a:lnTo>
                    <a:lnTo>
                      <a:pt x="366" y="814"/>
                    </a:lnTo>
                    <a:lnTo>
                      <a:pt x="407" y="733"/>
                    </a:lnTo>
                    <a:lnTo>
                      <a:pt x="489" y="651"/>
                    </a:lnTo>
                    <a:lnTo>
                      <a:pt x="529" y="570"/>
                    </a:lnTo>
                    <a:lnTo>
                      <a:pt x="733" y="448"/>
                    </a:lnTo>
                    <a:lnTo>
                      <a:pt x="896" y="407"/>
                    </a:lnTo>
                    <a:lnTo>
                      <a:pt x="1058" y="326"/>
                    </a:lnTo>
                    <a:lnTo>
                      <a:pt x="1425" y="326"/>
                    </a:lnTo>
                    <a:lnTo>
                      <a:pt x="1465" y="244"/>
                    </a:lnTo>
                    <a:lnTo>
                      <a:pt x="1506" y="204"/>
                    </a:lnTo>
                    <a:lnTo>
                      <a:pt x="1506" y="163"/>
                    </a:lnTo>
                    <a:lnTo>
                      <a:pt x="1506" y="122"/>
                    </a:lnTo>
                    <a:lnTo>
                      <a:pt x="1465" y="41"/>
                    </a:lnTo>
                    <a:lnTo>
                      <a:pt x="1425" y="0"/>
                    </a:lnTo>
                    <a:close/>
                  </a:path>
                </a:pathLst>
              </a:custGeom>
              <a:solidFill>
                <a:srgbClr val="4A1E1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9" name="Google Shape;1769;p47"/>
              <p:cNvSpPr/>
              <p:nvPr/>
            </p:nvSpPr>
            <p:spPr>
              <a:xfrm>
                <a:off x="4919550" y="1953950"/>
                <a:ext cx="33600" cy="15300"/>
              </a:xfrm>
              <a:custGeom>
                <a:avLst/>
                <a:gdLst/>
                <a:ahLst/>
                <a:cxnLst/>
                <a:rect l="l" t="t" r="r" b="b"/>
                <a:pathLst>
                  <a:path w="1344" h="612" extrusionOk="0">
                    <a:moveTo>
                      <a:pt x="204" y="1"/>
                    </a:moveTo>
                    <a:lnTo>
                      <a:pt x="82" y="41"/>
                    </a:lnTo>
                    <a:lnTo>
                      <a:pt x="41" y="82"/>
                    </a:lnTo>
                    <a:lnTo>
                      <a:pt x="1" y="123"/>
                    </a:lnTo>
                    <a:lnTo>
                      <a:pt x="1" y="204"/>
                    </a:lnTo>
                    <a:lnTo>
                      <a:pt x="1" y="245"/>
                    </a:lnTo>
                    <a:lnTo>
                      <a:pt x="41" y="286"/>
                    </a:lnTo>
                    <a:lnTo>
                      <a:pt x="82" y="326"/>
                    </a:lnTo>
                    <a:lnTo>
                      <a:pt x="163" y="367"/>
                    </a:lnTo>
                    <a:lnTo>
                      <a:pt x="204" y="367"/>
                    </a:lnTo>
                    <a:lnTo>
                      <a:pt x="286" y="326"/>
                    </a:lnTo>
                    <a:lnTo>
                      <a:pt x="611" y="326"/>
                    </a:lnTo>
                    <a:lnTo>
                      <a:pt x="774" y="367"/>
                    </a:lnTo>
                    <a:lnTo>
                      <a:pt x="896" y="448"/>
                    </a:lnTo>
                    <a:lnTo>
                      <a:pt x="1100" y="571"/>
                    </a:lnTo>
                    <a:lnTo>
                      <a:pt x="1140" y="611"/>
                    </a:lnTo>
                    <a:lnTo>
                      <a:pt x="1222" y="611"/>
                    </a:lnTo>
                    <a:lnTo>
                      <a:pt x="1303" y="571"/>
                    </a:lnTo>
                    <a:lnTo>
                      <a:pt x="1344" y="489"/>
                    </a:lnTo>
                    <a:lnTo>
                      <a:pt x="1344" y="448"/>
                    </a:lnTo>
                    <a:lnTo>
                      <a:pt x="1303" y="367"/>
                    </a:lnTo>
                    <a:lnTo>
                      <a:pt x="1059" y="164"/>
                    </a:lnTo>
                    <a:lnTo>
                      <a:pt x="855" y="82"/>
                    </a:lnTo>
                    <a:lnTo>
                      <a:pt x="652" y="1"/>
                    </a:lnTo>
                    <a:close/>
                  </a:path>
                </a:pathLst>
              </a:custGeom>
              <a:solidFill>
                <a:srgbClr val="4A1E1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0" name="Google Shape;1770;p47"/>
              <p:cNvSpPr/>
              <p:nvPr/>
            </p:nvSpPr>
            <p:spPr>
              <a:xfrm>
                <a:off x="4699775" y="2157450"/>
                <a:ext cx="354100" cy="318500"/>
              </a:xfrm>
              <a:custGeom>
                <a:avLst/>
                <a:gdLst/>
                <a:ahLst/>
                <a:cxnLst/>
                <a:rect l="l" t="t" r="r" b="b"/>
                <a:pathLst>
                  <a:path w="14164" h="12740" extrusionOk="0">
                    <a:moveTo>
                      <a:pt x="2076" y="1"/>
                    </a:moveTo>
                    <a:lnTo>
                      <a:pt x="1913" y="41"/>
                    </a:lnTo>
                    <a:lnTo>
                      <a:pt x="1791" y="41"/>
                    </a:lnTo>
                    <a:lnTo>
                      <a:pt x="1629" y="123"/>
                    </a:lnTo>
                    <a:lnTo>
                      <a:pt x="1466" y="204"/>
                    </a:lnTo>
                    <a:lnTo>
                      <a:pt x="1303" y="285"/>
                    </a:lnTo>
                    <a:lnTo>
                      <a:pt x="1140" y="408"/>
                    </a:lnTo>
                    <a:lnTo>
                      <a:pt x="977" y="530"/>
                    </a:lnTo>
                    <a:lnTo>
                      <a:pt x="815" y="692"/>
                    </a:lnTo>
                    <a:lnTo>
                      <a:pt x="692" y="896"/>
                    </a:lnTo>
                    <a:lnTo>
                      <a:pt x="570" y="1099"/>
                    </a:lnTo>
                    <a:lnTo>
                      <a:pt x="448" y="1344"/>
                    </a:lnTo>
                    <a:lnTo>
                      <a:pt x="326" y="1629"/>
                    </a:lnTo>
                    <a:lnTo>
                      <a:pt x="285" y="1913"/>
                    </a:lnTo>
                    <a:lnTo>
                      <a:pt x="204" y="2198"/>
                    </a:lnTo>
                    <a:lnTo>
                      <a:pt x="163" y="2565"/>
                    </a:lnTo>
                    <a:lnTo>
                      <a:pt x="82" y="3257"/>
                    </a:lnTo>
                    <a:lnTo>
                      <a:pt x="1" y="4030"/>
                    </a:lnTo>
                    <a:lnTo>
                      <a:pt x="1" y="4925"/>
                    </a:lnTo>
                    <a:lnTo>
                      <a:pt x="1" y="5454"/>
                    </a:lnTo>
                    <a:lnTo>
                      <a:pt x="1" y="5983"/>
                    </a:lnTo>
                    <a:lnTo>
                      <a:pt x="82" y="6594"/>
                    </a:lnTo>
                    <a:lnTo>
                      <a:pt x="123" y="7286"/>
                    </a:lnTo>
                    <a:lnTo>
                      <a:pt x="245" y="7978"/>
                    </a:lnTo>
                    <a:lnTo>
                      <a:pt x="367" y="8792"/>
                    </a:lnTo>
                    <a:lnTo>
                      <a:pt x="530" y="9646"/>
                    </a:lnTo>
                    <a:lnTo>
                      <a:pt x="733" y="10623"/>
                    </a:lnTo>
                    <a:lnTo>
                      <a:pt x="1018" y="11641"/>
                    </a:lnTo>
                    <a:lnTo>
                      <a:pt x="1303" y="12739"/>
                    </a:lnTo>
                    <a:lnTo>
                      <a:pt x="2198" y="12739"/>
                    </a:lnTo>
                    <a:lnTo>
                      <a:pt x="2687" y="12658"/>
                    </a:lnTo>
                    <a:lnTo>
                      <a:pt x="3216" y="12577"/>
                    </a:lnTo>
                    <a:lnTo>
                      <a:pt x="3826" y="12454"/>
                    </a:lnTo>
                    <a:lnTo>
                      <a:pt x="4518" y="12251"/>
                    </a:lnTo>
                    <a:lnTo>
                      <a:pt x="5251" y="12007"/>
                    </a:lnTo>
                    <a:lnTo>
                      <a:pt x="6024" y="11641"/>
                    </a:lnTo>
                    <a:lnTo>
                      <a:pt x="6431" y="11437"/>
                    </a:lnTo>
                    <a:lnTo>
                      <a:pt x="6797" y="11234"/>
                    </a:lnTo>
                    <a:lnTo>
                      <a:pt x="7204" y="10989"/>
                    </a:lnTo>
                    <a:lnTo>
                      <a:pt x="7611" y="10745"/>
                    </a:lnTo>
                    <a:lnTo>
                      <a:pt x="8018" y="10460"/>
                    </a:lnTo>
                    <a:lnTo>
                      <a:pt x="8425" y="10135"/>
                    </a:lnTo>
                    <a:lnTo>
                      <a:pt x="8832" y="9809"/>
                    </a:lnTo>
                    <a:lnTo>
                      <a:pt x="9280" y="9402"/>
                    </a:lnTo>
                    <a:lnTo>
                      <a:pt x="9687" y="9036"/>
                    </a:lnTo>
                    <a:lnTo>
                      <a:pt x="10053" y="8588"/>
                    </a:lnTo>
                    <a:lnTo>
                      <a:pt x="10460" y="8140"/>
                    </a:lnTo>
                    <a:lnTo>
                      <a:pt x="10867" y="7611"/>
                    </a:lnTo>
                    <a:lnTo>
                      <a:pt x="12292" y="5780"/>
                    </a:lnTo>
                    <a:lnTo>
                      <a:pt x="13350" y="4355"/>
                    </a:lnTo>
                    <a:lnTo>
                      <a:pt x="13716" y="3826"/>
                    </a:lnTo>
                    <a:lnTo>
                      <a:pt x="14001" y="3419"/>
                    </a:lnTo>
                    <a:lnTo>
                      <a:pt x="14123" y="3134"/>
                    </a:lnTo>
                    <a:lnTo>
                      <a:pt x="14164" y="3053"/>
                    </a:lnTo>
                    <a:lnTo>
                      <a:pt x="14164" y="3012"/>
                    </a:lnTo>
                    <a:lnTo>
                      <a:pt x="14083" y="3012"/>
                    </a:lnTo>
                    <a:lnTo>
                      <a:pt x="13960" y="3094"/>
                    </a:lnTo>
                    <a:lnTo>
                      <a:pt x="13838" y="3257"/>
                    </a:lnTo>
                    <a:lnTo>
                      <a:pt x="13676" y="3419"/>
                    </a:lnTo>
                    <a:lnTo>
                      <a:pt x="13391" y="3745"/>
                    </a:lnTo>
                    <a:lnTo>
                      <a:pt x="13269" y="3826"/>
                    </a:lnTo>
                    <a:lnTo>
                      <a:pt x="13228" y="3867"/>
                    </a:lnTo>
                    <a:lnTo>
                      <a:pt x="13187" y="3867"/>
                    </a:lnTo>
                    <a:lnTo>
                      <a:pt x="13187" y="3826"/>
                    </a:lnTo>
                    <a:lnTo>
                      <a:pt x="13187" y="3745"/>
                    </a:lnTo>
                    <a:lnTo>
                      <a:pt x="13269" y="3541"/>
                    </a:lnTo>
                    <a:lnTo>
                      <a:pt x="13635" y="2850"/>
                    </a:lnTo>
                    <a:lnTo>
                      <a:pt x="13798" y="2483"/>
                    </a:lnTo>
                    <a:lnTo>
                      <a:pt x="13960" y="2117"/>
                    </a:lnTo>
                    <a:lnTo>
                      <a:pt x="14042" y="1873"/>
                    </a:lnTo>
                    <a:lnTo>
                      <a:pt x="14042" y="1751"/>
                    </a:lnTo>
                    <a:lnTo>
                      <a:pt x="14001" y="1710"/>
                    </a:lnTo>
                    <a:lnTo>
                      <a:pt x="13879" y="1710"/>
                    </a:lnTo>
                    <a:lnTo>
                      <a:pt x="13798" y="1791"/>
                    </a:lnTo>
                    <a:lnTo>
                      <a:pt x="13716" y="1873"/>
                    </a:lnTo>
                    <a:lnTo>
                      <a:pt x="13513" y="2158"/>
                    </a:lnTo>
                    <a:lnTo>
                      <a:pt x="13309" y="2483"/>
                    </a:lnTo>
                    <a:lnTo>
                      <a:pt x="12902" y="3134"/>
                    </a:lnTo>
                    <a:lnTo>
                      <a:pt x="12739" y="3338"/>
                    </a:lnTo>
                    <a:lnTo>
                      <a:pt x="12699" y="3419"/>
                    </a:lnTo>
                    <a:lnTo>
                      <a:pt x="12658" y="3460"/>
                    </a:lnTo>
                    <a:lnTo>
                      <a:pt x="12617" y="3419"/>
                    </a:lnTo>
                    <a:lnTo>
                      <a:pt x="12617" y="3338"/>
                    </a:lnTo>
                    <a:lnTo>
                      <a:pt x="12699" y="3134"/>
                    </a:lnTo>
                    <a:lnTo>
                      <a:pt x="13065" y="2361"/>
                    </a:lnTo>
                    <a:lnTo>
                      <a:pt x="13228" y="1954"/>
                    </a:lnTo>
                    <a:lnTo>
                      <a:pt x="13391" y="1588"/>
                    </a:lnTo>
                    <a:lnTo>
                      <a:pt x="13431" y="1425"/>
                    </a:lnTo>
                    <a:lnTo>
                      <a:pt x="13431" y="1303"/>
                    </a:lnTo>
                    <a:lnTo>
                      <a:pt x="13431" y="1222"/>
                    </a:lnTo>
                    <a:lnTo>
                      <a:pt x="13431" y="1140"/>
                    </a:lnTo>
                    <a:lnTo>
                      <a:pt x="13350" y="1140"/>
                    </a:lnTo>
                    <a:lnTo>
                      <a:pt x="13269" y="1222"/>
                    </a:lnTo>
                    <a:lnTo>
                      <a:pt x="13187" y="1303"/>
                    </a:lnTo>
                    <a:lnTo>
                      <a:pt x="13106" y="1425"/>
                    </a:lnTo>
                    <a:lnTo>
                      <a:pt x="12902" y="1751"/>
                    </a:lnTo>
                    <a:lnTo>
                      <a:pt x="12699" y="2158"/>
                    </a:lnTo>
                    <a:lnTo>
                      <a:pt x="12332" y="2890"/>
                    </a:lnTo>
                    <a:lnTo>
                      <a:pt x="12170" y="3134"/>
                    </a:lnTo>
                    <a:lnTo>
                      <a:pt x="12129" y="3175"/>
                    </a:lnTo>
                    <a:lnTo>
                      <a:pt x="12088" y="3175"/>
                    </a:lnTo>
                    <a:lnTo>
                      <a:pt x="12088" y="3134"/>
                    </a:lnTo>
                    <a:lnTo>
                      <a:pt x="12088" y="3053"/>
                    </a:lnTo>
                    <a:lnTo>
                      <a:pt x="12129" y="2850"/>
                    </a:lnTo>
                    <a:lnTo>
                      <a:pt x="12332" y="2320"/>
                    </a:lnTo>
                    <a:lnTo>
                      <a:pt x="12455" y="1995"/>
                    </a:lnTo>
                    <a:lnTo>
                      <a:pt x="12536" y="1751"/>
                    </a:lnTo>
                    <a:lnTo>
                      <a:pt x="12536" y="1547"/>
                    </a:lnTo>
                    <a:lnTo>
                      <a:pt x="12536" y="1466"/>
                    </a:lnTo>
                    <a:lnTo>
                      <a:pt x="12536" y="1425"/>
                    </a:lnTo>
                    <a:lnTo>
                      <a:pt x="12455" y="1425"/>
                    </a:lnTo>
                    <a:lnTo>
                      <a:pt x="12373" y="1506"/>
                    </a:lnTo>
                    <a:lnTo>
                      <a:pt x="12210" y="1751"/>
                    </a:lnTo>
                    <a:lnTo>
                      <a:pt x="11966" y="2158"/>
                    </a:lnTo>
                    <a:lnTo>
                      <a:pt x="11722" y="2605"/>
                    </a:lnTo>
                    <a:lnTo>
                      <a:pt x="11274" y="3460"/>
                    </a:lnTo>
                    <a:lnTo>
                      <a:pt x="11111" y="3704"/>
                    </a:lnTo>
                    <a:lnTo>
                      <a:pt x="11071" y="3786"/>
                    </a:lnTo>
                    <a:lnTo>
                      <a:pt x="10989" y="3786"/>
                    </a:lnTo>
                    <a:lnTo>
                      <a:pt x="10989" y="3745"/>
                    </a:lnTo>
                    <a:lnTo>
                      <a:pt x="10989" y="3704"/>
                    </a:lnTo>
                    <a:lnTo>
                      <a:pt x="10989" y="3541"/>
                    </a:lnTo>
                    <a:lnTo>
                      <a:pt x="11071" y="2972"/>
                    </a:lnTo>
                    <a:lnTo>
                      <a:pt x="11111" y="2443"/>
                    </a:lnTo>
                    <a:lnTo>
                      <a:pt x="11111" y="2239"/>
                    </a:lnTo>
                    <a:lnTo>
                      <a:pt x="11071" y="2198"/>
                    </a:lnTo>
                    <a:lnTo>
                      <a:pt x="11071" y="2158"/>
                    </a:lnTo>
                    <a:lnTo>
                      <a:pt x="10989" y="2158"/>
                    </a:lnTo>
                    <a:lnTo>
                      <a:pt x="10989" y="2198"/>
                    </a:lnTo>
                    <a:lnTo>
                      <a:pt x="10867" y="2280"/>
                    </a:lnTo>
                    <a:lnTo>
                      <a:pt x="10786" y="2443"/>
                    </a:lnTo>
                    <a:lnTo>
                      <a:pt x="10664" y="2605"/>
                    </a:lnTo>
                    <a:lnTo>
                      <a:pt x="10460" y="3053"/>
                    </a:lnTo>
                    <a:lnTo>
                      <a:pt x="10338" y="3460"/>
                    </a:lnTo>
                    <a:lnTo>
                      <a:pt x="10298" y="3663"/>
                    </a:lnTo>
                    <a:lnTo>
                      <a:pt x="10257" y="3948"/>
                    </a:lnTo>
                    <a:lnTo>
                      <a:pt x="10175" y="4681"/>
                    </a:lnTo>
                    <a:lnTo>
                      <a:pt x="10135" y="5373"/>
                    </a:lnTo>
                    <a:lnTo>
                      <a:pt x="10094" y="5658"/>
                    </a:lnTo>
                    <a:lnTo>
                      <a:pt x="10053" y="5821"/>
                    </a:lnTo>
                    <a:lnTo>
                      <a:pt x="10013" y="5861"/>
                    </a:lnTo>
                    <a:lnTo>
                      <a:pt x="9891" y="5943"/>
                    </a:lnTo>
                    <a:lnTo>
                      <a:pt x="9402" y="6146"/>
                    </a:lnTo>
                    <a:lnTo>
                      <a:pt x="7815" y="6797"/>
                    </a:lnTo>
                    <a:lnTo>
                      <a:pt x="6838" y="7204"/>
                    </a:lnTo>
                    <a:lnTo>
                      <a:pt x="5821" y="7693"/>
                    </a:lnTo>
                    <a:lnTo>
                      <a:pt x="5291" y="7978"/>
                    </a:lnTo>
                    <a:lnTo>
                      <a:pt x="4803" y="8262"/>
                    </a:lnTo>
                    <a:lnTo>
                      <a:pt x="4315" y="8547"/>
                    </a:lnTo>
                    <a:lnTo>
                      <a:pt x="3826" y="8873"/>
                    </a:lnTo>
                    <a:lnTo>
                      <a:pt x="3908" y="8507"/>
                    </a:lnTo>
                    <a:lnTo>
                      <a:pt x="4030" y="7530"/>
                    </a:lnTo>
                    <a:lnTo>
                      <a:pt x="4071" y="6879"/>
                    </a:lnTo>
                    <a:lnTo>
                      <a:pt x="4111" y="6146"/>
                    </a:lnTo>
                    <a:lnTo>
                      <a:pt x="4152" y="5373"/>
                    </a:lnTo>
                    <a:lnTo>
                      <a:pt x="4152" y="4559"/>
                    </a:lnTo>
                    <a:lnTo>
                      <a:pt x="4111" y="3786"/>
                    </a:lnTo>
                    <a:lnTo>
                      <a:pt x="4030" y="2972"/>
                    </a:lnTo>
                    <a:lnTo>
                      <a:pt x="3989" y="2605"/>
                    </a:lnTo>
                    <a:lnTo>
                      <a:pt x="3908" y="2239"/>
                    </a:lnTo>
                    <a:lnTo>
                      <a:pt x="3826" y="1913"/>
                    </a:lnTo>
                    <a:lnTo>
                      <a:pt x="3745" y="1547"/>
                    </a:lnTo>
                    <a:lnTo>
                      <a:pt x="3623" y="1262"/>
                    </a:lnTo>
                    <a:lnTo>
                      <a:pt x="3501" y="977"/>
                    </a:lnTo>
                    <a:lnTo>
                      <a:pt x="3338" y="733"/>
                    </a:lnTo>
                    <a:lnTo>
                      <a:pt x="3134" y="530"/>
                    </a:lnTo>
                    <a:lnTo>
                      <a:pt x="2931" y="326"/>
                    </a:lnTo>
                    <a:lnTo>
                      <a:pt x="2727" y="204"/>
                    </a:lnTo>
                    <a:lnTo>
                      <a:pt x="2483" y="82"/>
                    </a:lnTo>
                    <a:lnTo>
                      <a:pt x="2198" y="41"/>
                    </a:lnTo>
                    <a:lnTo>
                      <a:pt x="2076" y="1"/>
                    </a:lnTo>
                    <a:close/>
                  </a:path>
                </a:pathLst>
              </a:custGeom>
              <a:solidFill>
                <a:srgbClr val="FFD5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1" name="Google Shape;1771;p47"/>
              <p:cNvSpPr/>
              <p:nvPr/>
            </p:nvSpPr>
            <p:spPr>
              <a:xfrm>
                <a:off x="4662125" y="1865425"/>
                <a:ext cx="87525" cy="183175"/>
              </a:xfrm>
              <a:custGeom>
                <a:avLst/>
                <a:gdLst/>
                <a:ahLst/>
                <a:cxnLst/>
                <a:rect l="l" t="t" r="r" b="b"/>
                <a:pathLst>
                  <a:path w="3501" h="7327" extrusionOk="0">
                    <a:moveTo>
                      <a:pt x="3501" y="1"/>
                    </a:moveTo>
                    <a:lnTo>
                      <a:pt x="3419" y="82"/>
                    </a:lnTo>
                    <a:lnTo>
                      <a:pt x="3216" y="204"/>
                    </a:lnTo>
                    <a:lnTo>
                      <a:pt x="2890" y="489"/>
                    </a:lnTo>
                    <a:lnTo>
                      <a:pt x="2524" y="896"/>
                    </a:lnTo>
                    <a:lnTo>
                      <a:pt x="2321" y="1100"/>
                    </a:lnTo>
                    <a:lnTo>
                      <a:pt x="2117" y="1385"/>
                    </a:lnTo>
                    <a:lnTo>
                      <a:pt x="1914" y="1670"/>
                    </a:lnTo>
                    <a:lnTo>
                      <a:pt x="1751" y="2036"/>
                    </a:lnTo>
                    <a:lnTo>
                      <a:pt x="1588" y="2402"/>
                    </a:lnTo>
                    <a:lnTo>
                      <a:pt x="1384" y="2809"/>
                    </a:lnTo>
                    <a:lnTo>
                      <a:pt x="1262" y="3216"/>
                    </a:lnTo>
                    <a:lnTo>
                      <a:pt x="1140" y="3705"/>
                    </a:lnTo>
                    <a:lnTo>
                      <a:pt x="855" y="5170"/>
                    </a:lnTo>
                    <a:lnTo>
                      <a:pt x="774" y="5617"/>
                    </a:lnTo>
                    <a:lnTo>
                      <a:pt x="693" y="5902"/>
                    </a:lnTo>
                    <a:lnTo>
                      <a:pt x="570" y="6106"/>
                    </a:lnTo>
                    <a:lnTo>
                      <a:pt x="408" y="6309"/>
                    </a:lnTo>
                    <a:lnTo>
                      <a:pt x="1" y="6879"/>
                    </a:lnTo>
                    <a:lnTo>
                      <a:pt x="163" y="6879"/>
                    </a:lnTo>
                    <a:lnTo>
                      <a:pt x="326" y="6838"/>
                    </a:lnTo>
                    <a:lnTo>
                      <a:pt x="448" y="6838"/>
                    </a:lnTo>
                    <a:lnTo>
                      <a:pt x="611" y="6757"/>
                    </a:lnTo>
                    <a:lnTo>
                      <a:pt x="815" y="6635"/>
                    </a:lnTo>
                    <a:lnTo>
                      <a:pt x="1018" y="6472"/>
                    </a:lnTo>
                    <a:lnTo>
                      <a:pt x="1181" y="6309"/>
                    </a:lnTo>
                    <a:lnTo>
                      <a:pt x="1303" y="6147"/>
                    </a:lnTo>
                    <a:lnTo>
                      <a:pt x="1384" y="6024"/>
                    </a:lnTo>
                    <a:lnTo>
                      <a:pt x="1384" y="6147"/>
                    </a:lnTo>
                    <a:lnTo>
                      <a:pt x="1384" y="6269"/>
                    </a:lnTo>
                    <a:lnTo>
                      <a:pt x="1425" y="6431"/>
                    </a:lnTo>
                    <a:lnTo>
                      <a:pt x="1507" y="6676"/>
                    </a:lnTo>
                    <a:lnTo>
                      <a:pt x="1588" y="6879"/>
                    </a:lnTo>
                    <a:lnTo>
                      <a:pt x="1751" y="7083"/>
                    </a:lnTo>
                    <a:lnTo>
                      <a:pt x="1914" y="7327"/>
                    </a:lnTo>
                    <a:lnTo>
                      <a:pt x="1954" y="7327"/>
                    </a:lnTo>
                    <a:lnTo>
                      <a:pt x="1914" y="7083"/>
                    </a:lnTo>
                    <a:lnTo>
                      <a:pt x="1832" y="6391"/>
                    </a:lnTo>
                    <a:lnTo>
                      <a:pt x="1791" y="5414"/>
                    </a:lnTo>
                    <a:lnTo>
                      <a:pt x="1751" y="4885"/>
                    </a:lnTo>
                    <a:lnTo>
                      <a:pt x="1751" y="4315"/>
                    </a:lnTo>
                    <a:lnTo>
                      <a:pt x="1791" y="3786"/>
                    </a:lnTo>
                    <a:lnTo>
                      <a:pt x="1832" y="3298"/>
                    </a:lnTo>
                    <a:lnTo>
                      <a:pt x="1914" y="2809"/>
                    </a:lnTo>
                    <a:lnTo>
                      <a:pt x="2036" y="2402"/>
                    </a:lnTo>
                    <a:lnTo>
                      <a:pt x="2158" y="2036"/>
                    </a:lnTo>
                    <a:lnTo>
                      <a:pt x="2321" y="1710"/>
                    </a:lnTo>
                    <a:lnTo>
                      <a:pt x="2443" y="1466"/>
                    </a:lnTo>
                    <a:lnTo>
                      <a:pt x="2565" y="1263"/>
                    </a:lnTo>
                    <a:lnTo>
                      <a:pt x="3175" y="489"/>
                    </a:lnTo>
                    <a:lnTo>
                      <a:pt x="3501" y="1"/>
                    </a:lnTo>
                    <a:close/>
                  </a:path>
                </a:pathLst>
              </a:custGeom>
              <a:solidFill>
                <a:srgbClr val="000000">
                  <a:alpha val="95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2" name="Google Shape;1772;p47"/>
              <p:cNvSpPr/>
              <p:nvPr/>
            </p:nvSpPr>
            <p:spPr>
              <a:xfrm>
                <a:off x="4760825" y="2356875"/>
                <a:ext cx="37675" cy="71250"/>
              </a:xfrm>
              <a:custGeom>
                <a:avLst/>
                <a:gdLst/>
                <a:ahLst/>
                <a:cxnLst/>
                <a:rect l="l" t="t" r="r" b="b"/>
                <a:pathLst>
                  <a:path w="1507" h="2850" extrusionOk="0">
                    <a:moveTo>
                      <a:pt x="1506" y="1"/>
                    </a:moveTo>
                    <a:lnTo>
                      <a:pt x="1303" y="204"/>
                    </a:lnTo>
                    <a:lnTo>
                      <a:pt x="1140" y="408"/>
                    </a:lnTo>
                    <a:lnTo>
                      <a:pt x="977" y="652"/>
                    </a:lnTo>
                    <a:lnTo>
                      <a:pt x="815" y="896"/>
                    </a:lnTo>
                    <a:lnTo>
                      <a:pt x="570" y="1344"/>
                    </a:lnTo>
                    <a:lnTo>
                      <a:pt x="367" y="1832"/>
                    </a:lnTo>
                    <a:lnTo>
                      <a:pt x="163" y="2239"/>
                    </a:lnTo>
                    <a:lnTo>
                      <a:pt x="82" y="2524"/>
                    </a:lnTo>
                    <a:lnTo>
                      <a:pt x="1" y="2850"/>
                    </a:lnTo>
                    <a:lnTo>
                      <a:pt x="204" y="2361"/>
                    </a:lnTo>
                    <a:lnTo>
                      <a:pt x="448" y="1954"/>
                    </a:lnTo>
                    <a:lnTo>
                      <a:pt x="692" y="1629"/>
                    </a:lnTo>
                    <a:lnTo>
                      <a:pt x="896" y="1344"/>
                    </a:lnTo>
                    <a:lnTo>
                      <a:pt x="1099" y="1140"/>
                    </a:lnTo>
                    <a:lnTo>
                      <a:pt x="1262" y="1018"/>
                    </a:lnTo>
                    <a:lnTo>
                      <a:pt x="1384" y="896"/>
                    </a:lnTo>
                    <a:lnTo>
                      <a:pt x="1506" y="1"/>
                    </a:lnTo>
                    <a:close/>
                  </a:path>
                </a:pathLst>
              </a:custGeom>
              <a:solidFill>
                <a:srgbClr val="000000">
                  <a:alpha val="95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773" name="Google Shape;1773;p47"/>
          <p:cNvGrpSpPr/>
          <p:nvPr/>
        </p:nvGrpSpPr>
        <p:grpSpPr>
          <a:xfrm>
            <a:off x="5842647" y="2985360"/>
            <a:ext cx="1623642" cy="2329300"/>
            <a:chOff x="7353675" y="3390492"/>
            <a:chExt cx="1228939" cy="1847482"/>
          </a:xfrm>
        </p:grpSpPr>
        <p:sp>
          <p:nvSpPr>
            <p:cNvPr id="1774" name="Google Shape;1774;p47"/>
            <p:cNvSpPr/>
            <p:nvPr/>
          </p:nvSpPr>
          <p:spPr>
            <a:xfrm>
              <a:off x="7353675" y="3390497"/>
              <a:ext cx="1228939" cy="1847477"/>
            </a:xfrm>
            <a:custGeom>
              <a:avLst/>
              <a:gdLst/>
              <a:ahLst/>
              <a:cxnLst/>
              <a:rect l="l" t="t" r="r" b="b"/>
              <a:pathLst>
                <a:path w="18438" h="27717" extrusionOk="0">
                  <a:moveTo>
                    <a:pt x="5658" y="1"/>
                  </a:moveTo>
                  <a:lnTo>
                    <a:pt x="5332" y="82"/>
                  </a:lnTo>
                  <a:lnTo>
                    <a:pt x="5007" y="204"/>
                  </a:lnTo>
                  <a:lnTo>
                    <a:pt x="4640" y="408"/>
                  </a:lnTo>
                  <a:lnTo>
                    <a:pt x="4315" y="611"/>
                  </a:lnTo>
                  <a:lnTo>
                    <a:pt x="3948" y="815"/>
                  </a:lnTo>
                  <a:lnTo>
                    <a:pt x="3623" y="1059"/>
                  </a:lnTo>
                  <a:lnTo>
                    <a:pt x="3297" y="1344"/>
                  </a:lnTo>
                  <a:lnTo>
                    <a:pt x="2646" y="1954"/>
                  </a:lnTo>
                  <a:lnTo>
                    <a:pt x="2076" y="2565"/>
                  </a:lnTo>
                  <a:lnTo>
                    <a:pt x="1547" y="3135"/>
                  </a:lnTo>
                  <a:lnTo>
                    <a:pt x="1181" y="3582"/>
                  </a:lnTo>
                  <a:lnTo>
                    <a:pt x="977" y="3826"/>
                  </a:lnTo>
                  <a:lnTo>
                    <a:pt x="815" y="4071"/>
                  </a:lnTo>
                  <a:lnTo>
                    <a:pt x="692" y="4355"/>
                  </a:lnTo>
                  <a:lnTo>
                    <a:pt x="570" y="4640"/>
                  </a:lnTo>
                  <a:lnTo>
                    <a:pt x="408" y="4966"/>
                  </a:lnTo>
                  <a:lnTo>
                    <a:pt x="326" y="5292"/>
                  </a:lnTo>
                  <a:lnTo>
                    <a:pt x="204" y="5658"/>
                  </a:lnTo>
                  <a:lnTo>
                    <a:pt x="163" y="5983"/>
                  </a:lnTo>
                  <a:lnTo>
                    <a:pt x="82" y="6390"/>
                  </a:lnTo>
                  <a:lnTo>
                    <a:pt x="41" y="6838"/>
                  </a:lnTo>
                  <a:lnTo>
                    <a:pt x="1" y="7286"/>
                  </a:lnTo>
                  <a:lnTo>
                    <a:pt x="1" y="7774"/>
                  </a:lnTo>
                  <a:lnTo>
                    <a:pt x="1" y="8263"/>
                  </a:lnTo>
                  <a:lnTo>
                    <a:pt x="82" y="8792"/>
                  </a:lnTo>
                  <a:lnTo>
                    <a:pt x="123" y="9321"/>
                  </a:lnTo>
                  <a:lnTo>
                    <a:pt x="204" y="9931"/>
                  </a:lnTo>
                  <a:lnTo>
                    <a:pt x="326" y="10501"/>
                  </a:lnTo>
                  <a:lnTo>
                    <a:pt x="448" y="11030"/>
                  </a:lnTo>
                  <a:lnTo>
                    <a:pt x="570" y="11559"/>
                  </a:lnTo>
                  <a:lnTo>
                    <a:pt x="733" y="12007"/>
                  </a:lnTo>
                  <a:lnTo>
                    <a:pt x="896" y="12455"/>
                  </a:lnTo>
                  <a:lnTo>
                    <a:pt x="1018" y="12821"/>
                  </a:lnTo>
                  <a:lnTo>
                    <a:pt x="1181" y="13187"/>
                  </a:lnTo>
                  <a:lnTo>
                    <a:pt x="1344" y="13513"/>
                  </a:lnTo>
                  <a:lnTo>
                    <a:pt x="1506" y="13838"/>
                  </a:lnTo>
                  <a:lnTo>
                    <a:pt x="1669" y="14123"/>
                  </a:lnTo>
                  <a:lnTo>
                    <a:pt x="1995" y="14571"/>
                  </a:lnTo>
                  <a:lnTo>
                    <a:pt x="2320" y="14937"/>
                  </a:lnTo>
                  <a:lnTo>
                    <a:pt x="2646" y="15222"/>
                  </a:lnTo>
                  <a:lnTo>
                    <a:pt x="2931" y="15466"/>
                  </a:lnTo>
                  <a:lnTo>
                    <a:pt x="3297" y="15670"/>
                  </a:lnTo>
                  <a:lnTo>
                    <a:pt x="3623" y="15833"/>
                  </a:lnTo>
                  <a:lnTo>
                    <a:pt x="3908" y="15914"/>
                  </a:lnTo>
                  <a:lnTo>
                    <a:pt x="4193" y="15995"/>
                  </a:lnTo>
                  <a:lnTo>
                    <a:pt x="4437" y="16036"/>
                  </a:lnTo>
                  <a:lnTo>
                    <a:pt x="4640" y="16077"/>
                  </a:lnTo>
                  <a:lnTo>
                    <a:pt x="4315" y="14937"/>
                  </a:lnTo>
                  <a:lnTo>
                    <a:pt x="4070" y="13960"/>
                  </a:lnTo>
                  <a:lnTo>
                    <a:pt x="4070" y="13920"/>
                  </a:lnTo>
                  <a:lnTo>
                    <a:pt x="4111" y="13960"/>
                  </a:lnTo>
                  <a:lnTo>
                    <a:pt x="4315" y="14083"/>
                  </a:lnTo>
                  <a:lnTo>
                    <a:pt x="4477" y="14164"/>
                  </a:lnTo>
                  <a:lnTo>
                    <a:pt x="4640" y="14245"/>
                  </a:lnTo>
                  <a:lnTo>
                    <a:pt x="4762" y="14286"/>
                  </a:lnTo>
                  <a:lnTo>
                    <a:pt x="4844" y="14327"/>
                  </a:lnTo>
                  <a:lnTo>
                    <a:pt x="5047" y="14286"/>
                  </a:lnTo>
                  <a:lnTo>
                    <a:pt x="5373" y="14205"/>
                  </a:lnTo>
                  <a:lnTo>
                    <a:pt x="6105" y="14001"/>
                  </a:lnTo>
                  <a:lnTo>
                    <a:pt x="7042" y="13716"/>
                  </a:lnTo>
                  <a:lnTo>
                    <a:pt x="7245" y="14449"/>
                  </a:lnTo>
                  <a:lnTo>
                    <a:pt x="7408" y="15019"/>
                  </a:lnTo>
                  <a:lnTo>
                    <a:pt x="7449" y="15263"/>
                  </a:lnTo>
                  <a:lnTo>
                    <a:pt x="7449" y="15385"/>
                  </a:lnTo>
                  <a:lnTo>
                    <a:pt x="7449" y="15426"/>
                  </a:lnTo>
                  <a:lnTo>
                    <a:pt x="7408" y="15466"/>
                  </a:lnTo>
                  <a:lnTo>
                    <a:pt x="7286" y="15548"/>
                  </a:lnTo>
                  <a:lnTo>
                    <a:pt x="6838" y="15751"/>
                  </a:lnTo>
                  <a:lnTo>
                    <a:pt x="6146" y="16036"/>
                  </a:lnTo>
                  <a:lnTo>
                    <a:pt x="5414" y="16402"/>
                  </a:lnTo>
                  <a:lnTo>
                    <a:pt x="5007" y="16565"/>
                  </a:lnTo>
                  <a:lnTo>
                    <a:pt x="4600" y="16809"/>
                  </a:lnTo>
                  <a:lnTo>
                    <a:pt x="4193" y="17054"/>
                  </a:lnTo>
                  <a:lnTo>
                    <a:pt x="3786" y="17298"/>
                  </a:lnTo>
                  <a:lnTo>
                    <a:pt x="3419" y="17583"/>
                  </a:lnTo>
                  <a:lnTo>
                    <a:pt x="3134" y="17868"/>
                  </a:lnTo>
                  <a:lnTo>
                    <a:pt x="2890" y="18193"/>
                  </a:lnTo>
                  <a:lnTo>
                    <a:pt x="2768" y="18356"/>
                  </a:lnTo>
                  <a:lnTo>
                    <a:pt x="2687" y="18519"/>
                  </a:lnTo>
                  <a:lnTo>
                    <a:pt x="2646" y="18600"/>
                  </a:lnTo>
                  <a:lnTo>
                    <a:pt x="2605" y="18722"/>
                  </a:lnTo>
                  <a:lnTo>
                    <a:pt x="2524" y="18885"/>
                  </a:lnTo>
                  <a:lnTo>
                    <a:pt x="2524" y="18926"/>
                  </a:lnTo>
                  <a:lnTo>
                    <a:pt x="2524" y="18966"/>
                  </a:lnTo>
                  <a:lnTo>
                    <a:pt x="2483" y="19089"/>
                  </a:lnTo>
                  <a:lnTo>
                    <a:pt x="2442" y="19333"/>
                  </a:lnTo>
                  <a:lnTo>
                    <a:pt x="2402" y="19821"/>
                  </a:lnTo>
                  <a:lnTo>
                    <a:pt x="2361" y="20391"/>
                  </a:lnTo>
                  <a:lnTo>
                    <a:pt x="2361" y="20432"/>
                  </a:lnTo>
                  <a:lnTo>
                    <a:pt x="2361" y="20472"/>
                  </a:lnTo>
                  <a:lnTo>
                    <a:pt x="2402" y="21042"/>
                  </a:lnTo>
                  <a:lnTo>
                    <a:pt x="2402" y="21123"/>
                  </a:lnTo>
                  <a:lnTo>
                    <a:pt x="2402" y="21571"/>
                  </a:lnTo>
                  <a:lnTo>
                    <a:pt x="2483" y="22222"/>
                  </a:lnTo>
                  <a:lnTo>
                    <a:pt x="2605" y="22874"/>
                  </a:lnTo>
                  <a:lnTo>
                    <a:pt x="2687" y="23240"/>
                  </a:lnTo>
                  <a:lnTo>
                    <a:pt x="2727" y="23606"/>
                  </a:lnTo>
                  <a:lnTo>
                    <a:pt x="2849" y="24217"/>
                  </a:lnTo>
                  <a:lnTo>
                    <a:pt x="3012" y="24868"/>
                  </a:lnTo>
                  <a:lnTo>
                    <a:pt x="3053" y="25112"/>
                  </a:lnTo>
                  <a:lnTo>
                    <a:pt x="3134" y="25478"/>
                  </a:lnTo>
                  <a:lnTo>
                    <a:pt x="3419" y="26333"/>
                  </a:lnTo>
                  <a:lnTo>
                    <a:pt x="3501" y="26699"/>
                  </a:lnTo>
                  <a:lnTo>
                    <a:pt x="3867" y="27717"/>
                  </a:lnTo>
                  <a:lnTo>
                    <a:pt x="18356" y="27717"/>
                  </a:lnTo>
                  <a:lnTo>
                    <a:pt x="18437" y="26740"/>
                  </a:lnTo>
                  <a:lnTo>
                    <a:pt x="18437" y="25600"/>
                  </a:lnTo>
                  <a:lnTo>
                    <a:pt x="18397" y="24217"/>
                  </a:lnTo>
                  <a:lnTo>
                    <a:pt x="18356" y="23484"/>
                  </a:lnTo>
                  <a:lnTo>
                    <a:pt x="18315" y="22711"/>
                  </a:lnTo>
                  <a:lnTo>
                    <a:pt x="18234" y="21897"/>
                  </a:lnTo>
                  <a:lnTo>
                    <a:pt x="18152" y="21083"/>
                  </a:lnTo>
                  <a:lnTo>
                    <a:pt x="18030" y="20228"/>
                  </a:lnTo>
                  <a:lnTo>
                    <a:pt x="17868" y="19455"/>
                  </a:lnTo>
                  <a:lnTo>
                    <a:pt x="17705" y="18682"/>
                  </a:lnTo>
                  <a:lnTo>
                    <a:pt x="17461" y="17990"/>
                  </a:lnTo>
                  <a:lnTo>
                    <a:pt x="17176" y="17094"/>
                  </a:lnTo>
                  <a:lnTo>
                    <a:pt x="17054" y="16891"/>
                  </a:lnTo>
                  <a:lnTo>
                    <a:pt x="17013" y="16769"/>
                  </a:lnTo>
                  <a:lnTo>
                    <a:pt x="16809" y="16240"/>
                  </a:lnTo>
                  <a:lnTo>
                    <a:pt x="16565" y="15833"/>
                  </a:lnTo>
                  <a:lnTo>
                    <a:pt x="16524" y="15751"/>
                  </a:lnTo>
                  <a:lnTo>
                    <a:pt x="16443" y="15588"/>
                  </a:lnTo>
                  <a:lnTo>
                    <a:pt x="16321" y="15426"/>
                  </a:lnTo>
                  <a:lnTo>
                    <a:pt x="16280" y="15385"/>
                  </a:lnTo>
                  <a:lnTo>
                    <a:pt x="16240" y="15263"/>
                  </a:lnTo>
                  <a:lnTo>
                    <a:pt x="16240" y="15304"/>
                  </a:lnTo>
                  <a:lnTo>
                    <a:pt x="16117" y="15141"/>
                  </a:lnTo>
                  <a:lnTo>
                    <a:pt x="15873" y="14856"/>
                  </a:lnTo>
                  <a:lnTo>
                    <a:pt x="15670" y="14652"/>
                  </a:lnTo>
                  <a:lnTo>
                    <a:pt x="15426" y="14449"/>
                  </a:lnTo>
                  <a:lnTo>
                    <a:pt x="15222" y="14327"/>
                  </a:lnTo>
                  <a:lnTo>
                    <a:pt x="15019" y="14245"/>
                  </a:lnTo>
                  <a:lnTo>
                    <a:pt x="14815" y="14164"/>
                  </a:lnTo>
                  <a:lnTo>
                    <a:pt x="14612" y="14123"/>
                  </a:lnTo>
                  <a:lnTo>
                    <a:pt x="14001" y="14123"/>
                  </a:lnTo>
                  <a:lnTo>
                    <a:pt x="13594" y="14164"/>
                  </a:lnTo>
                  <a:lnTo>
                    <a:pt x="13106" y="14245"/>
                  </a:lnTo>
                  <a:lnTo>
                    <a:pt x="12129" y="14449"/>
                  </a:lnTo>
                  <a:lnTo>
                    <a:pt x="11356" y="14652"/>
                  </a:lnTo>
                  <a:lnTo>
                    <a:pt x="10989" y="14734"/>
                  </a:lnTo>
                  <a:lnTo>
                    <a:pt x="10827" y="14367"/>
                  </a:lnTo>
                  <a:lnTo>
                    <a:pt x="10786" y="14245"/>
                  </a:lnTo>
                  <a:lnTo>
                    <a:pt x="11356" y="13920"/>
                  </a:lnTo>
                  <a:lnTo>
                    <a:pt x="12007" y="13472"/>
                  </a:lnTo>
                  <a:lnTo>
                    <a:pt x="12536" y="13065"/>
                  </a:lnTo>
                  <a:lnTo>
                    <a:pt x="13024" y="12658"/>
                  </a:lnTo>
                  <a:lnTo>
                    <a:pt x="13431" y="12251"/>
                  </a:lnTo>
                  <a:lnTo>
                    <a:pt x="13798" y="11844"/>
                  </a:lnTo>
                  <a:lnTo>
                    <a:pt x="14083" y="11478"/>
                  </a:lnTo>
                  <a:lnTo>
                    <a:pt x="14327" y="11152"/>
                  </a:lnTo>
                  <a:lnTo>
                    <a:pt x="14530" y="10827"/>
                  </a:lnTo>
                  <a:lnTo>
                    <a:pt x="14734" y="10501"/>
                  </a:lnTo>
                  <a:lnTo>
                    <a:pt x="14856" y="10257"/>
                  </a:lnTo>
                  <a:lnTo>
                    <a:pt x="14937" y="10013"/>
                  </a:lnTo>
                  <a:lnTo>
                    <a:pt x="15019" y="9728"/>
                  </a:lnTo>
                  <a:lnTo>
                    <a:pt x="15100" y="9606"/>
                  </a:lnTo>
                  <a:lnTo>
                    <a:pt x="14937" y="9036"/>
                  </a:lnTo>
                  <a:lnTo>
                    <a:pt x="14815" y="8466"/>
                  </a:lnTo>
                  <a:lnTo>
                    <a:pt x="14693" y="7937"/>
                  </a:lnTo>
                  <a:lnTo>
                    <a:pt x="14530" y="7408"/>
                  </a:lnTo>
                  <a:lnTo>
                    <a:pt x="14327" y="6879"/>
                  </a:lnTo>
                  <a:lnTo>
                    <a:pt x="14123" y="6390"/>
                  </a:lnTo>
                  <a:lnTo>
                    <a:pt x="13920" y="5902"/>
                  </a:lnTo>
                  <a:lnTo>
                    <a:pt x="13676" y="5454"/>
                  </a:lnTo>
                  <a:lnTo>
                    <a:pt x="13431" y="4966"/>
                  </a:lnTo>
                  <a:lnTo>
                    <a:pt x="13187" y="4559"/>
                  </a:lnTo>
                  <a:lnTo>
                    <a:pt x="12902" y="4111"/>
                  </a:lnTo>
                  <a:lnTo>
                    <a:pt x="12617" y="3704"/>
                  </a:lnTo>
                  <a:lnTo>
                    <a:pt x="12088" y="2972"/>
                  </a:lnTo>
                  <a:lnTo>
                    <a:pt x="11478" y="2280"/>
                  </a:lnTo>
                  <a:lnTo>
                    <a:pt x="11193" y="1954"/>
                  </a:lnTo>
                  <a:lnTo>
                    <a:pt x="10867" y="1710"/>
                  </a:lnTo>
                  <a:lnTo>
                    <a:pt x="10542" y="1425"/>
                  </a:lnTo>
                  <a:lnTo>
                    <a:pt x="10216" y="1222"/>
                  </a:lnTo>
                  <a:lnTo>
                    <a:pt x="9890" y="977"/>
                  </a:lnTo>
                  <a:lnTo>
                    <a:pt x="9524" y="815"/>
                  </a:lnTo>
                  <a:lnTo>
                    <a:pt x="9158" y="611"/>
                  </a:lnTo>
                  <a:lnTo>
                    <a:pt x="8792" y="489"/>
                  </a:lnTo>
                  <a:lnTo>
                    <a:pt x="8466" y="367"/>
                  </a:lnTo>
                  <a:lnTo>
                    <a:pt x="8100" y="245"/>
                  </a:lnTo>
                  <a:lnTo>
                    <a:pt x="7733" y="163"/>
                  </a:lnTo>
                  <a:lnTo>
                    <a:pt x="7367" y="123"/>
                  </a:lnTo>
                  <a:lnTo>
                    <a:pt x="7042" y="41"/>
                  </a:lnTo>
                  <a:lnTo>
                    <a:pt x="6675" y="1"/>
                  </a:lnTo>
                  <a:close/>
                </a:path>
              </a:pathLst>
            </a:custGeom>
            <a:solidFill>
              <a:schemeClr val="accent4"/>
            </a:solidFill>
            <a:ln w="76200" cap="flat" cmpd="sng">
              <a:solidFill>
                <a:schemeClr val="accent4"/>
              </a:solidFill>
              <a:prstDash val="solid"/>
              <a:round/>
              <a:headEnd type="none" w="sm" len="sm"/>
              <a:tailEnd type="none" w="sm" len="sm"/>
            </a:ln>
            <a:effectLst>
              <a:outerShdw blurRad="57150" algn="bl" rotWithShape="0">
                <a:schemeClr val="dk1">
                  <a:alpha val="2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75" name="Google Shape;1775;p47"/>
            <p:cNvGrpSpPr/>
            <p:nvPr/>
          </p:nvGrpSpPr>
          <p:grpSpPr>
            <a:xfrm>
              <a:off x="7355039" y="3390492"/>
              <a:ext cx="1226206" cy="1847477"/>
              <a:chOff x="4038425" y="1856275"/>
              <a:chExt cx="459925" cy="692925"/>
            </a:xfrm>
          </p:grpSpPr>
          <p:sp>
            <p:nvSpPr>
              <p:cNvPr id="1776" name="Google Shape;1776;p47"/>
              <p:cNvSpPr/>
              <p:nvPr/>
            </p:nvSpPr>
            <p:spPr>
              <a:xfrm>
                <a:off x="4038425" y="1856275"/>
                <a:ext cx="376475" cy="401925"/>
              </a:xfrm>
              <a:custGeom>
                <a:avLst/>
                <a:gdLst/>
                <a:ahLst/>
                <a:cxnLst/>
                <a:rect l="l" t="t" r="r" b="b"/>
                <a:pathLst>
                  <a:path w="15059" h="16077" extrusionOk="0">
                    <a:moveTo>
                      <a:pt x="5983" y="1"/>
                    </a:moveTo>
                    <a:lnTo>
                      <a:pt x="5657" y="41"/>
                    </a:lnTo>
                    <a:lnTo>
                      <a:pt x="5291" y="82"/>
                    </a:lnTo>
                    <a:lnTo>
                      <a:pt x="4965" y="245"/>
                    </a:lnTo>
                    <a:lnTo>
                      <a:pt x="4640" y="408"/>
                    </a:lnTo>
                    <a:lnTo>
                      <a:pt x="4273" y="611"/>
                    </a:lnTo>
                    <a:lnTo>
                      <a:pt x="3948" y="855"/>
                    </a:lnTo>
                    <a:lnTo>
                      <a:pt x="3582" y="1100"/>
                    </a:lnTo>
                    <a:lnTo>
                      <a:pt x="3256" y="1384"/>
                    </a:lnTo>
                    <a:lnTo>
                      <a:pt x="2605" y="1954"/>
                    </a:lnTo>
                    <a:lnTo>
                      <a:pt x="2035" y="2565"/>
                    </a:lnTo>
                    <a:lnTo>
                      <a:pt x="1506" y="3135"/>
                    </a:lnTo>
                    <a:lnTo>
                      <a:pt x="1140" y="3623"/>
                    </a:lnTo>
                    <a:lnTo>
                      <a:pt x="936" y="3867"/>
                    </a:lnTo>
                    <a:lnTo>
                      <a:pt x="814" y="4111"/>
                    </a:lnTo>
                    <a:lnTo>
                      <a:pt x="651" y="4355"/>
                    </a:lnTo>
                    <a:lnTo>
                      <a:pt x="529" y="4640"/>
                    </a:lnTo>
                    <a:lnTo>
                      <a:pt x="407" y="4966"/>
                    </a:lnTo>
                    <a:lnTo>
                      <a:pt x="285" y="5292"/>
                    </a:lnTo>
                    <a:lnTo>
                      <a:pt x="204" y="5658"/>
                    </a:lnTo>
                    <a:lnTo>
                      <a:pt x="122" y="6024"/>
                    </a:lnTo>
                    <a:lnTo>
                      <a:pt x="41" y="6431"/>
                    </a:lnTo>
                    <a:lnTo>
                      <a:pt x="0" y="6838"/>
                    </a:lnTo>
                    <a:lnTo>
                      <a:pt x="0" y="7327"/>
                    </a:lnTo>
                    <a:lnTo>
                      <a:pt x="0" y="7774"/>
                    </a:lnTo>
                    <a:lnTo>
                      <a:pt x="0" y="8303"/>
                    </a:lnTo>
                    <a:lnTo>
                      <a:pt x="41" y="8832"/>
                    </a:lnTo>
                    <a:lnTo>
                      <a:pt x="81" y="9361"/>
                    </a:lnTo>
                    <a:lnTo>
                      <a:pt x="204" y="9931"/>
                    </a:lnTo>
                    <a:lnTo>
                      <a:pt x="285" y="10542"/>
                    </a:lnTo>
                    <a:lnTo>
                      <a:pt x="407" y="11071"/>
                    </a:lnTo>
                    <a:lnTo>
                      <a:pt x="529" y="11559"/>
                    </a:lnTo>
                    <a:lnTo>
                      <a:pt x="692" y="12048"/>
                    </a:lnTo>
                    <a:lnTo>
                      <a:pt x="855" y="12455"/>
                    </a:lnTo>
                    <a:lnTo>
                      <a:pt x="1017" y="12862"/>
                    </a:lnTo>
                    <a:lnTo>
                      <a:pt x="1140" y="13187"/>
                    </a:lnTo>
                    <a:lnTo>
                      <a:pt x="1302" y="13553"/>
                    </a:lnTo>
                    <a:lnTo>
                      <a:pt x="1506" y="13838"/>
                    </a:lnTo>
                    <a:lnTo>
                      <a:pt x="1628" y="14123"/>
                    </a:lnTo>
                    <a:lnTo>
                      <a:pt x="1954" y="14571"/>
                    </a:lnTo>
                    <a:lnTo>
                      <a:pt x="2320" y="14978"/>
                    </a:lnTo>
                    <a:lnTo>
                      <a:pt x="2605" y="15263"/>
                    </a:lnTo>
                    <a:lnTo>
                      <a:pt x="2930" y="15507"/>
                    </a:lnTo>
                    <a:lnTo>
                      <a:pt x="3256" y="15670"/>
                    </a:lnTo>
                    <a:lnTo>
                      <a:pt x="3582" y="15833"/>
                    </a:lnTo>
                    <a:lnTo>
                      <a:pt x="3866" y="15914"/>
                    </a:lnTo>
                    <a:lnTo>
                      <a:pt x="4151" y="15995"/>
                    </a:lnTo>
                    <a:lnTo>
                      <a:pt x="4396" y="16077"/>
                    </a:lnTo>
                    <a:lnTo>
                      <a:pt x="4599" y="16077"/>
                    </a:lnTo>
                    <a:lnTo>
                      <a:pt x="4273" y="14937"/>
                    </a:lnTo>
                    <a:lnTo>
                      <a:pt x="4029" y="13960"/>
                    </a:lnTo>
                    <a:lnTo>
                      <a:pt x="3826" y="13065"/>
                    </a:lnTo>
                    <a:lnTo>
                      <a:pt x="4192" y="12984"/>
                    </a:lnTo>
                    <a:lnTo>
                      <a:pt x="4558" y="12862"/>
                    </a:lnTo>
                    <a:lnTo>
                      <a:pt x="4884" y="12780"/>
                    </a:lnTo>
                    <a:lnTo>
                      <a:pt x="5250" y="12739"/>
                    </a:lnTo>
                    <a:lnTo>
                      <a:pt x="5576" y="12699"/>
                    </a:lnTo>
                    <a:lnTo>
                      <a:pt x="5901" y="12699"/>
                    </a:lnTo>
                    <a:lnTo>
                      <a:pt x="6227" y="12658"/>
                    </a:lnTo>
                    <a:lnTo>
                      <a:pt x="6553" y="12699"/>
                    </a:lnTo>
                    <a:lnTo>
                      <a:pt x="7122" y="12739"/>
                    </a:lnTo>
                    <a:lnTo>
                      <a:pt x="7692" y="12862"/>
                    </a:lnTo>
                    <a:lnTo>
                      <a:pt x="8221" y="12984"/>
                    </a:lnTo>
                    <a:lnTo>
                      <a:pt x="8669" y="13187"/>
                    </a:lnTo>
                    <a:lnTo>
                      <a:pt x="9117" y="13391"/>
                    </a:lnTo>
                    <a:lnTo>
                      <a:pt x="9483" y="13553"/>
                    </a:lnTo>
                    <a:lnTo>
                      <a:pt x="9849" y="13757"/>
                    </a:lnTo>
                    <a:lnTo>
                      <a:pt x="10134" y="13960"/>
                    </a:lnTo>
                    <a:lnTo>
                      <a:pt x="10500" y="14205"/>
                    </a:lnTo>
                    <a:lnTo>
                      <a:pt x="10623" y="14327"/>
                    </a:lnTo>
                    <a:lnTo>
                      <a:pt x="11314" y="13920"/>
                    </a:lnTo>
                    <a:lnTo>
                      <a:pt x="11966" y="13472"/>
                    </a:lnTo>
                    <a:lnTo>
                      <a:pt x="12495" y="13065"/>
                    </a:lnTo>
                    <a:lnTo>
                      <a:pt x="12983" y="12658"/>
                    </a:lnTo>
                    <a:lnTo>
                      <a:pt x="13390" y="12251"/>
                    </a:lnTo>
                    <a:lnTo>
                      <a:pt x="13756" y="11885"/>
                    </a:lnTo>
                    <a:lnTo>
                      <a:pt x="14041" y="11478"/>
                    </a:lnTo>
                    <a:lnTo>
                      <a:pt x="14326" y="11152"/>
                    </a:lnTo>
                    <a:lnTo>
                      <a:pt x="14530" y="10827"/>
                    </a:lnTo>
                    <a:lnTo>
                      <a:pt x="14692" y="10542"/>
                    </a:lnTo>
                    <a:lnTo>
                      <a:pt x="14815" y="10257"/>
                    </a:lnTo>
                    <a:lnTo>
                      <a:pt x="14896" y="10053"/>
                    </a:lnTo>
                    <a:lnTo>
                      <a:pt x="14977" y="9728"/>
                    </a:lnTo>
                    <a:lnTo>
                      <a:pt x="15059" y="9646"/>
                    </a:lnTo>
                    <a:lnTo>
                      <a:pt x="14937" y="9036"/>
                    </a:lnTo>
                    <a:lnTo>
                      <a:pt x="14774" y="8507"/>
                    </a:lnTo>
                    <a:lnTo>
                      <a:pt x="14652" y="7937"/>
                    </a:lnTo>
                    <a:lnTo>
                      <a:pt x="14489" y="7408"/>
                    </a:lnTo>
                    <a:lnTo>
                      <a:pt x="14326" y="6920"/>
                    </a:lnTo>
                    <a:lnTo>
                      <a:pt x="14123" y="6390"/>
                    </a:lnTo>
                    <a:lnTo>
                      <a:pt x="13878" y="5902"/>
                    </a:lnTo>
                    <a:lnTo>
                      <a:pt x="13634" y="5454"/>
                    </a:lnTo>
                    <a:lnTo>
                      <a:pt x="13390" y="5007"/>
                    </a:lnTo>
                    <a:lnTo>
                      <a:pt x="13146" y="4559"/>
                    </a:lnTo>
                    <a:lnTo>
                      <a:pt x="12861" y="4111"/>
                    </a:lnTo>
                    <a:lnTo>
                      <a:pt x="12617" y="3704"/>
                    </a:lnTo>
                    <a:lnTo>
                      <a:pt x="12047" y="2972"/>
                    </a:lnTo>
                    <a:lnTo>
                      <a:pt x="11437" y="2280"/>
                    </a:lnTo>
                    <a:lnTo>
                      <a:pt x="11152" y="1995"/>
                    </a:lnTo>
                    <a:lnTo>
                      <a:pt x="10826" y="1710"/>
                    </a:lnTo>
                    <a:lnTo>
                      <a:pt x="10500" y="1466"/>
                    </a:lnTo>
                    <a:lnTo>
                      <a:pt x="10175" y="1222"/>
                    </a:lnTo>
                    <a:lnTo>
                      <a:pt x="9849" y="977"/>
                    </a:lnTo>
                    <a:lnTo>
                      <a:pt x="9483" y="815"/>
                    </a:lnTo>
                    <a:lnTo>
                      <a:pt x="9117" y="652"/>
                    </a:lnTo>
                    <a:lnTo>
                      <a:pt x="8791" y="489"/>
                    </a:lnTo>
                    <a:lnTo>
                      <a:pt x="8425" y="367"/>
                    </a:lnTo>
                    <a:lnTo>
                      <a:pt x="8058" y="286"/>
                    </a:lnTo>
                    <a:lnTo>
                      <a:pt x="7692" y="163"/>
                    </a:lnTo>
                    <a:lnTo>
                      <a:pt x="7326" y="123"/>
                    </a:lnTo>
                    <a:lnTo>
                      <a:pt x="7000" y="41"/>
                    </a:lnTo>
                    <a:lnTo>
                      <a:pt x="6634" y="41"/>
                    </a:lnTo>
                    <a:lnTo>
                      <a:pt x="5983" y="1"/>
                    </a:ln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7" name="Google Shape;1777;p47"/>
              <p:cNvSpPr/>
              <p:nvPr/>
            </p:nvSpPr>
            <p:spPr>
              <a:xfrm>
                <a:off x="4090300" y="1935650"/>
                <a:ext cx="408050" cy="613550"/>
              </a:xfrm>
              <a:custGeom>
                <a:avLst/>
                <a:gdLst/>
                <a:ahLst/>
                <a:cxnLst/>
                <a:rect l="l" t="t" r="r" b="b"/>
                <a:pathLst>
                  <a:path w="16322" h="24542" extrusionOk="0">
                    <a:moveTo>
                      <a:pt x="1669" y="0"/>
                    </a:moveTo>
                    <a:lnTo>
                      <a:pt x="1588" y="122"/>
                    </a:lnTo>
                    <a:lnTo>
                      <a:pt x="1384" y="448"/>
                    </a:lnTo>
                    <a:lnTo>
                      <a:pt x="1059" y="1018"/>
                    </a:lnTo>
                    <a:lnTo>
                      <a:pt x="896" y="1343"/>
                    </a:lnTo>
                    <a:lnTo>
                      <a:pt x="733" y="1750"/>
                    </a:lnTo>
                    <a:lnTo>
                      <a:pt x="570" y="2157"/>
                    </a:lnTo>
                    <a:lnTo>
                      <a:pt x="408" y="2646"/>
                    </a:lnTo>
                    <a:lnTo>
                      <a:pt x="286" y="3175"/>
                    </a:lnTo>
                    <a:lnTo>
                      <a:pt x="163" y="3745"/>
                    </a:lnTo>
                    <a:lnTo>
                      <a:pt x="82" y="4314"/>
                    </a:lnTo>
                    <a:lnTo>
                      <a:pt x="1" y="4965"/>
                    </a:lnTo>
                    <a:lnTo>
                      <a:pt x="1" y="5617"/>
                    </a:lnTo>
                    <a:lnTo>
                      <a:pt x="41" y="6309"/>
                    </a:lnTo>
                    <a:lnTo>
                      <a:pt x="82" y="6960"/>
                    </a:lnTo>
                    <a:lnTo>
                      <a:pt x="204" y="7570"/>
                    </a:lnTo>
                    <a:lnTo>
                      <a:pt x="367" y="8140"/>
                    </a:lnTo>
                    <a:lnTo>
                      <a:pt x="530" y="8628"/>
                    </a:lnTo>
                    <a:lnTo>
                      <a:pt x="693" y="9076"/>
                    </a:lnTo>
                    <a:lnTo>
                      <a:pt x="896" y="9483"/>
                    </a:lnTo>
                    <a:lnTo>
                      <a:pt x="1100" y="9809"/>
                    </a:lnTo>
                    <a:lnTo>
                      <a:pt x="1344" y="10134"/>
                    </a:lnTo>
                    <a:lnTo>
                      <a:pt x="1547" y="10378"/>
                    </a:lnTo>
                    <a:lnTo>
                      <a:pt x="1791" y="10623"/>
                    </a:lnTo>
                    <a:lnTo>
                      <a:pt x="1995" y="10785"/>
                    </a:lnTo>
                    <a:lnTo>
                      <a:pt x="2198" y="10908"/>
                    </a:lnTo>
                    <a:lnTo>
                      <a:pt x="2361" y="11030"/>
                    </a:lnTo>
                    <a:lnTo>
                      <a:pt x="2524" y="11111"/>
                    </a:lnTo>
                    <a:lnTo>
                      <a:pt x="2646" y="11111"/>
                    </a:lnTo>
                    <a:lnTo>
                      <a:pt x="2768" y="11152"/>
                    </a:lnTo>
                    <a:lnTo>
                      <a:pt x="2972" y="11111"/>
                    </a:lnTo>
                    <a:lnTo>
                      <a:pt x="3257" y="11030"/>
                    </a:lnTo>
                    <a:lnTo>
                      <a:pt x="3989" y="10826"/>
                    </a:lnTo>
                    <a:lnTo>
                      <a:pt x="4925" y="10541"/>
                    </a:lnTo>
                    <a:lnTo>
                      <a:pt x="5129" y="11274"/>
                    </a:lnTo>
                    <a:lnTo>
                      <a:pt x="5292" y="11844"/>
                    </a:lnTo>
                    <a:lnTo>
                      <a:pt x="5332" y="12088"/>
                    </a:lnTo>
                    <a:lnTo>
                      <a:pt x="5332" y="12251"/>
                    </a:lnTo>
                    <a:lnTo>
                      <a:pt x="5332" y="12291"/>
                    </a:lnTo>
                    <a:lnTo>
                      <a:pt x="5292" y="12332"/>
                    </a:lnTo>
                    <a:lnTo>
                      <a:pt x="5169" y="12413"/>
                    </a:lnTo>
                    <a:lnTo>
                      <a:pt x="4722" y="12617"/>
                    </a:lnTo>
                    <a:lnTo>
                      <a:pt x="4071" y="12902"/>
                    </a:lnTo>
                    <a:lnTo>
                      <a:pt x="3297" y="13227"/>
                    </a:lnTo>
                    <a:lnTo>
                      <a:pt x="2890" y="13431"/>
                    </a:lnTo>
                    <a:lnTo>
                      <a:pt x="2483" y="13634"/>
                    </a:lnTo>
                    <a:lnTo>
                      <a:pt x="2076" y="13879"/>
                    </a:lnTo>
                    <a:lnTo>
                      <a:pt x="1669" y="14123"/>
                    </a:lnTo>
                    <a:lnTo>
                      <a:pt x="1303" y="14408"/>
                    </a:lnTo>
                    <a:lnTo>
                      <a:pt x="1018" y="14733"/>
                    </a:lnTo>
                    <a:lnTo>
                      <a:pt x="774" y="15018"/>
                    </a:lnTo>
                    <a:lnTo>
                      <a:pt x="652" y="15181"/>
                    </a:lnTo>
                    <a:lnTo>
                      <a:pt x="570" y="15344"/>
                    </a:lnTo>
                    <a:lnTo>
                      <a:pt x="489" y="15547"/>
                    </a:lnTo>
                    <a:lnTo>
                      <a:pt x="448" y="15751"/>
                    </a:lnTo>
                    <a:lnTo>
                      <a:pt x="326" y="16158"/>
                    </a:lnTo>
                    <a:lnTo>
                      <a:pt x="286" y="16687"/>
                    </a:lnTo>
                    <a:lnTo>
                      <a:pt x="245" y="17216"/>
                    </a:lnTo>
                    <a:lnTo>
                      <a:pt x="286" y="17786"/>
                    </a:lnTo>
                    <a:lnTo>
                      <a:pt x="286" y="18396"/>
                    </a:lnTo>
                    <a:lnTo>
                      <a:pt x="367" y="19047"/>
                    </a:lnTo>
                    <a:lnTo>
                      <a:pt x="489" y="19699"/>
                    </a:lnTo>
                    <a:lnTo>
                      <a:pt x="611" y="20350"/>
                    </a:lnTo>
                    <a:lnTo>
                      <a:pt x="733" y="21001"/>
                    </a:lnTo>
                    <a:lnTo>
                      <a:pt x="896" y="21693"/>
                    </a:lnTo>
                    <a:lnTo>
                      <a:pt x="1059" y="22303"/>
                    </a:lnTo>
                    <a:lnTo>
                      <a:pt x="1384" y="23524"/>
                    </a:lnTo>
                    <a:lnTo>
                      <a:pt x="1751" y="24542"/>
                    </a:lnTo>
                    <a:lnTo>
                      <a:pt x="16280" y="24542"/>
                    </a:lnTo>
                    <a:lnTo>
                      <a:pt x="16321" y="23565"/>
                    </a:lnTo>
                    <a:lnTo>
                      <a:pt x="16321" y="22425"/>
                    </a:lnTo>
                    <a:lnTo>
                      <a:pt x="16280" y="21082"/>
                    </a:lnTo>
                    <a:lnTo>
                      <a:pt x="16280" y="20309"/>
                    </a:lnTo>
                    <a:lnTo>
                      <a:pt x="16199" y="19536"/>
                    </a:lnTo>
                    <a:lnTo>
                      <a:pt x="16118" y="18722"/>
                    </a:lnTo>
                    <a:lnTo>
                      <a:pt x="16077" y="17908"/>
                    </a:lnTo>
                    <a:lnTo>
                      <a:pt x="15914" y="17094"/>
                    </a:lnTo>
                    <a:lnTo>
                      <a:pt x="15792" y="16280"/>
                    </a:lnTo>
                    <a:lnTo>
                      <a:pt x="15589" y="15547"/>
                    </a:lnTo>
                    <a:lnTo>
                      <a:pt x="15385" y="14815"/>
                    </a:lnTo>
                    <a:lnTo>
                      <a:pt x="15141" y="14163"/>
                    </a:lnTo>
                    <a:lnTo>
                      <a:pt x="14897" y="13594"/>
                    </a:lnTo>
                    <a:lnTo>
                      <a:pt x="14693" y="13105"/>
                    </a:lnTo>
                    <a:lnTo>
                      <a:pt x="14449" y="12658"/>
                    </a:lnTo>
                    <a:lnTo>
                      <a:pt x="14205" y="12291"/>
                    </a:lnTo>
                    <a:lnTo>
                      <a:pt x="14001" y="11966"/>
                    </a:lnTo>
                    <a:lnTo>
                      <a:pt x="13757" y="11681"/>
                    </a:lnTo>
                    <a:lnTo>
                      <a:pt x="13554" y="11477"/>
                    </a:lnTo>
                    <a:lnTo>
                      <a:pt x="13350" y="11315"/>
                    </a:lnTo>
                    <a:lnTo>
                      <a:pt x="13106" y="11192"/>
                    </a:lnTo>
                    <a:lnTo>
                      <a:pt x="12902" y="11070"/>
                    </a:lnTo>
                    <a:lnTo>
                      <a:pt x="12699" y="10989"/>
                    </a:lnTo>
                    <a:lnTo>
                      <a:pt x="12495" y="10989"/>
                    </a:lnTo>
                    <a:lnTo>
                      <a:pt x="12292" y="10948"/>
                    </a:lnTo>
                    <a:lnTo>
                      <a:pt x="11885" y="10948"/>
                    </a:lnTo>
                    <a:lnTo>
                      <a:pt x="11478" y="10989"/>
                    </a:lnTo>
                    <a:lnTo>
                      <a:pt x="11030" y="11070"/>
                    </a:lnTo>
                    <a:lnTo>
                      <a:pt x="10013" y="11274"/>
                    </a:lnTo>
                    <a:lnTo>
                      <a:pt x="9239" y="11477"/>
                    </a:lnTo>
                    <a:lnTo>
                      <a:pt x="8914" y="11599"/>
                    </a:lnTo>
                    <a:lnTo>
                      <a:pt x="8710" y="11192"/>
                    </a:lnTo>
                    <a:lnTo>
                      <a:pt x="8548" y="10745"/>
                    </a:lnTo>
                    <a:lnTo>
                      <a:pt x="8344" y="10134"/>
                    </a:lnTo>
                    <a:lnTo>
                      <a:pt x="8141" y="9361"/>
                    </a:lnTo>
                    <a:lnTo>
                      <a:pt x="7937" y="8506"/>
                    </a:lnTo>
                    <a:lnTo>
                      <a:pt x="7856" y="8018"/>
                    </a:lnTo>
                    <a:lnTo>
                      <a:pt x="7774" y="7489"/>
                    </a:lnTo>
                    <a:lnTo>
                      <a:pt x="7734" y="6960"/>
                    </a:lnTo>
                    <a:lnTo>
                      <a:pt x="7693" y="6431"/>
                    </a:lnTo>
                    <a:lnTo>
                      <a:pt x="7856" y="6349"/>
                    </a:lnTo>
                    <a:lnTo>
                      <a:pt x="8018" y="6268"/>
                    </a:lnTo>
                    <a:lnTo>
                      <a:pt x="8222" y="6146"/>
                    </a:lnTo>
                    <a:lnTo>
                      <a:pt x="8425" y="5983"/>
                    </a:lnTo>
                    <a:lnTo>
                      <a:pt x="8670" y="5779"/>
                    </a:lnTo>
                    <a:lnTo>
                      <a:pt x="8873" y="5535"/>
                    </a:lnTo>
                    <a:lnTo>
                      <a:pt x="8955" y="5372"/>
                    </a:lnTo>
                    <a:lnTo>
                      <a:pt x="9036" y="5210"/>
                    </a:lnTo>
                    <a:lnTo>
                      <a:pt x="9117" y="4925"/>
                    </a:lnTo>
                    <a:lnTo>
                      <a:pt x="9158" y="4640"/>
                    </a:lnTo>
                    <a:lnTo>
                      <a:pt x="9117" y="4396"/>
                    </a:lnTo>
                    <a:lnTo>
                      <a:pt x="9077" y="4192"/>
                    </a:lnTo>
                    <a:lnTo>
                      <a:pt x="8955" y="4029"/>
                    </a:lnTo>
                    <a:lnTo>
                      <a:pt x="8873" y="3948"/>
                    </a:lnTo>
                    <a:lnTo>
                      <a:pt x="8751" y="3867"/>
                    </a:lnTo>
                    <a:lnTo>
                      <a:pt x="8629" y="3826"/>
                    </a:lnTo>
                    <a:lnTo>
                      <a:pt x="8507" y="3867"/>
                    </a:lnTo>
                    <a:lnTo>
                      <a:pt x="8385" y="3867"/>
                    </a:lnTo>
                    <a:lnTo>
                      <a:pt x="8263" y="3948"/>
                    </a:lnTo>
                    <a:lnTo>
                      <a:pt x="8181" y="4029"/>
                    </a:lnTo>
                    <a:lnTo>
                      <a:pt x="8059" y="4152"/>
                    </a:lnTo>
                    <a:lnTo>
                      <a:pt x="7978" y="4233"/>
                    </a:lnTo>
                    <a:lnTo>
                      <a:pt x="7896" y="4396"/>
                    </a:lnTo>
                    <a:lnTo>
                      <a:pt x="7815" y="4558"/>
                    </a:lnTo>
                    <a:lnTo>
                      <a:pt x="7652" y="4803"/>
                    </a:lnTo>
                    <a:lnTo>
                      <a:pt x="7530" y="4965"/>
                    </a:lnTo>
                    <a:lnTo>
                      <a:pt x="7449" y="5047"/>
                    </a:lnTo>
                    <a:lnTo>
                      <a:pt x="7245" y="5047"/>
                    </a:lnTo>
                    <a:lnTo>
                      <a:pt x="7204" y="4925"/>
                    </a:lnTo>
                    <a:lnTo>
                      <a:pt x="7042" y="4762"/>
                    </a:lnTo>
                    <a:lnTo>
                      <a:pt x="6920" y="4518"/>
                    </a:lnTo>
                    <a:lnTo>
                      <a:pt x="6797" y="4192"/>
                    </a:lnTo>
                    <a:lnTo>
                      <a:pt x="6594" y="3826"/>
                    </a:lnTo>
                    <a:lnTo>
                      <a:pt x="6472" y="3419"/>
                    </a:lnTo>
                    <a:lnTo>
                      <a:pt x="6350" y="3012"/>
                    </a:lnTo>
                    <a:lnTo>
                      <a:pt x="6268" y="2524"/>
                    </a:lnTo>
                    <a:lnTo>
                      <a:pt x="6187" y="2605"/>
                    </a:lnTo>
                    <a:lnTo>
                      <a:pt x="5902" y="2646"/>
                    </a:lnTo>
                    <a:lnTo>
                      <a:pt x="5699" y="2686"/>
                    </a:lnTo>
                    <a:lnTo>
                      <a:pt x="5169" y="2686"/>
                    </a:lnTo>
                    <a:lnTo>
                      <a:pt x="4885" y="2646"/>
                    </a:lnTo>
                    <a:lnTo>
                      <a:pt x="4518" y="2524"/>
                    </a:lnTo>
                    <a:lnTo>
                      <a:pt x="4193" y="2401"/>
                    </a:lnTo>
                    <a:lnTo>
                      <a:pt x="3786" y="2198"/>
                    </a:lnTo>
                    <a:lnTo>
                      <a:pt x="3379" y="1913"/>
                    </a:lnTo>
                    <a:lnTo>
                      <a:pt x="2972" y="1587"/>
                    </a:lnTo>
                    <a:lnTo>
                      <a:pt x="2565" y="1140"/>
                    </a:lnTo>
                    <a:lnTo>
                      <a:pt x="2117" y="611"/>
                    </a:lnTo>
                    <a:lnTo>
                      <a:pt x="1669" y="0"/>
                    </a:lnTo>
                    <a:close/>
                  </a:path>
                </a:pathLst>
              </a:custGeom>
              <a:solidFill>
                <a:srgbClr val="FFD5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8" name="Google Shape;1778;p47"/>
              <p:cNvSpPr/>
              <p:nvPr/>
            </p:nvSpPr>
            <p:spPr>
              <a:xfrm>
                <a:off x="4194100" y="2041450"/>
                <a:ext cx="18325" cy="32600"/>
              </a:xfrm>
              <a:custGeom>
                <a:avLst/>
                <a:gdLst/>
                <a:ahLst/>
                <a:cxnLst/>
                <a:rect l="l" t="t" r="r" b="b"/>
                <a:pathLst>
                  <a:path w="733" h="1304" extrusionOk="0">
                    <a:moveTo>
                      <a:pt x="285" y="1"/>
                    </a:moveTo>
                    <a:lnTo>
                      <a:pt x="244" y="42"/>
                    </a:lnTo>
                    <a:lnTo>
                      <a:pt x="163" y="82"/>
                    </a:lnTo>
                    <a:lnTo>
                      <a:pt x="122" y="164"/>
                    </a:lnTo>
                    <a:lnTo>
                      <a:pt x="41" y="408"/>
                    </a:lnTo>
                    <a:lnTo>
                      <a:pt x="0" y="611"/>
                    </a:lnTo>
                    <a:lnTo>
                      <a:pt x="41" y="896"/>
                    </a:lnTo>
                    <a:lnTo>
                      <a:pt x="122" y="1100"/>
                    </a:lnTo>
                    <a:lnTo>
                      <a:pt x="163" y="1181"/>
                    </a:lnTo>
                    <a:lnTo>
                      <a:pt x="244" y="1222"/>
                    </a:lnTo>
                    <a:lnTo>
                      <a:pt x="285" y="1263"/>
                    </a:lnTo>
                    <a:lnTo>
                      <a:pt x="366" y="1303"/>
                    </a:lnTo>
                    <a:lnTo>
                      <a:pt x="448" y="1263"/>
                    </a:lnTo>
                    <a:lnTo>
                      <a:pt x="529" y="1222"/>
                    </a:lnTo>
                    <a:lnTo>
                      <a:pt x="570" y="1181"/>
                    </a:lnTo>
                    <a:lnTo>
                      <a:pt x="610" y="1100"/>
                    </a:lnTo>
                    <a:lnTo>
                      <a:pt x="692" y="896"/>
                    </a:lnTo>
                    <a:lnTo>
                      <a:pt x="733" y="611"/>
                    </a:lnTo>
                    <a:lnTo>
                      <a:pt x="692" y="408"/>
                    </a:lnTo>
                    <a:lnTo>
                      <a:pt x="610" y="164"/>
                    </a:lnTo>
                    <a:lnTo>
                      <a:pt x="570" y="82"/>
                    </a:lnTo>
                    <a:lnTo>
                      <a:pt x="529" y="42"/>
                    </a:lnTo>
                    <a:lnTo>
                      <a:pt x="448" y="1"/>
                    </a:lnTo>
                    <a:close/>
                  </a:path>
                </a:pathLst>
              </a:custGeom>
              <a:solidFill>
                <a:srgbClr val="1D1D1B"/>
              </a:solidFill>
              <a:ln w="3050" cap="rnd" cmpd="sng">
                <a:solidFill>
                  <a:srgbClr val="1D1D1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9" name="Google Shape;1779;p47"/>
              <p:cNvSpPr/>
              <p:nvPr/>
            </p:nvSpPr>
            <p:spPr>
              <a:xfrm>
                <a:off x="4109625" y="2047575"/>
                <a:ext cx="17325" cy="32575"/>
              </a:xfrm>
              <a:custGeom>
                <a:avLst/>
                <a:gdLst/>
                <a:ahLst/>
                <a:cxnLst/>
                <a:rect l="l" t="t" r="r" b="b"/>
                <a:pathLst>
                  <a:path w="693" h="1303" extrusionOk="0">
                    <a:moveTo>
                      <a:pt x="327" y="0"/>
                    </a:moveTo>
                    <a:lnTo>
                      <a:pt x="286" y="41"/>
                    </a:lnTo>
                    <a:lnTo>
                      <a:pt x="204" y="81"/>
                    </a:lnTo>
                    <a:lnTo>
                      <a:pt x="164" y="163"/>
                    </a:lnTo>
                    <a:lnTo>
                      <a:pt x="82" y="204"/>
                    </a:lnTo>
                    <a:lnTo>
                      <a:pt x="1" y="448"/>
                    </a:lnTo>
                    <a:lnTo>
                      <a:pt x="1" y="692"/>
                    </a:lnTo>
                    <a:lnTo>
                      <a:pt x="1" y="936"/>
                    </a:lnTo>
                    <a:lnTo>
                      <a:pt x="82" y="1140"/>
                    </a:lnTo>
                    <a:lnTo>
                      <a:pt x="164" y="1221"/>
                    </a:lnTo>
                    <a:lnTo>
                      <a:pt x="204" y="1262"/>
                    </a:lnTo>
                    <a:lnTo>
                      <a:pt x="286" y="1302"/>
                    </a:lnTo>
                    <a:lnTo>
                      <a:pt x="408" y="1302"/>
                    </a:lnTo>
                    <a:lnTo>
                      <a:pt x="489" y="1262"/>
                    </a:lnTo>
                    <a:lnTo>
                      <a:pt x="530" y="1221"/>
                    </a:lnTo>
                    <a:lnTo>
                      <a:pt x="611" y="1140"/>
                    </a:lnTo>
                    <a:lnTo>
                      <a:pt x="693" y="936"/>
                    </a:lnTo>
                    <a:lnTo>
                      <a:pt x="693" y="692"/>
                    </a:lnTo>
                    <a:lnTo>
                      <a:pt x="693" y="448"/>
                    </a:lnTo>
                    <a:lnTo>
                      <a:pt x="611" y="204"/>
                    </a:lnTo>
                    <a:lnTo>
                      <a:pt x="530" y="163"/>
                    </a:lnTo>
                    <a:lnTo>
                      <a:pt x="489" y="81"/>
                    </a:lnTo>
                    <a:lnTo>
                      <a:pt x="408" y="41"/>
                    </a:lnTo>
                    <a:lnTo>
                      <a:pt x="327" y="0"/>
                    </a:lnTo>
                    <a:close/>
                  </a:path>
                </a:pathLst>
              </a:custGeom>
              <a:solidFill>
                <a:srgbClr val="1D1D1B"/>
              </a:solidFill>
              <a:ln w="3050" cap="rnd" cmpd="sng">
                <a:solidFill>
                  <a:srgbClr val="1D1D1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0" name="Google Shape;1780;p47"/>
              <p:cNvSpPr/>
              <p:nvPr/>
            </p:nvSpPr>
            <p:spPr>
              <a:xfrm>
                <a:off x="4147275" y="2030275"/>
                <a:ext cx="35650" cy="94650"/>
              </a:xfrm>
              <a:custGeom>
                <a:avLst/>
                <a:gdLst/>
                <a:ahLst/>
                <a:cxnLst/>
                <a:rect l="l" t="t" r="r" b="b"/>
                <a:pathLst>
                  <a:path w="1426" h="3786" extrusionOk="0">
                    <a:moveTo>
                      <a:pt x="571" y="0"/>
                    </a:moveTo>
                    <a:lnTo>
                      <a:pt x="530" y="41"/>
                    </a:lnTo>
                    <a:lnTo>
                      <a:pt x="449" y="82"/>
                    </a:lnTo>
                    <a:lnTo>
                      <a:pt x="408" y="204"/>
                    </a:lnTo>
                    <a:lnTo>
                      <a:pt x="326" y="367"/>
                    </a:lnTo>
                    <a:lnTo>
                      <a:pt x="204" y="896"/>
                    </a:lnTo>
                    <a:lnTo>
                      <a:pt x="123" y="1262"/>
                    </a:lnTo>
                    <a:lnTo>
                      <a:pt x="82" y="1669"/>
                    </a:lnTo>
                    <a:lnTo>
                      <a:pt x="1" y="2117"/>
                    </a:lnTo>
                    <a:lnTo>
                      <a:pt x="42" y="2564"/>
                    </a:lnTo>
                    <a:lnTo>
                      <a:pt x="82" y="2971"/>
                    </a:lnTo>
                    <a:lnTo>
                      <a:pt x="123" y="3215"/>
                    </a:lnTo>
                    <a:lnTo>
                      <a:pt x="204" y="3460"/>
                    </a:lnTo>
                    <a:lnTo>
                      <a:pt x="286" y="3582"/>
                    </a:lnTo>
                    <a:lnTo>
                      <a:pt x="326" y="3663"/>
                    </a:lnTo>
                    <a:lnTo>
                      <a:pt x="449" y="3704"/>
                    </a:lnTo>
                    <a:lnTo>
                      <a:pt x="611" y="3785"/>
                    </a:lnTo>
                    <a:lnTo>
                      <a:pt x="815" y="3785"/>
                    </a:lnTo>
                    <a:lnTo>
                      <a:pt x="1100" y="3745"/>
                    </a:lnTo>
                    <a:lnTo>
                      <a:pt x="1222" y="3704"/>
                    </a:lnTo>
                    <a:lnTo>
                      <a:pt x="1344" y="3663"/>
                    </a:lnTo>
                    <a:lnTo>
                      <a:pt x="1425" y="3582"/>
                    </a:lnTo>
                    <a:lnTo>
                      <a:pt x="1425" y="3500"/>
                    </a:lnTo>
                    <a:lnTo>
                      <a:pt x="1425" y="3378"/>
                    </a:lnTo>
                    <a:lnTo>
                      <a:pt x="1425" y="3175"/>
                    </a:lnTo>
                    <a:lnTo>
                      <a:pt x="1303" y="2605"/>
                    </a:lnTo>
                    <a:lnTo>
                      <a:pt x="1140" y="1994"/>
                    </a:lnTo>
                    <a:lnTo>
                      <a:pt x="1018" y="1384"/>
                    </a:lnTo>
                    <a:lnTo>
                      <a:pt x="937" y="773"/>
                    </a:lnTo>
                    <a:lnTo>
                      <a:pt x="896" y="489"/>
                    </a:lnTo>
                    <a:lnTo>
                      <a:pt x="815" y="285"/>
                    </a:lnTo>
                    <a:lnTo>
                      <a:pt x="693" y="82"/>
                    </a:lnTo>
                    <a:lnTo>
                      <a:pt x="693" y="41"/>
                    </a:lnTo>
                    <a:lnTo>
                      <a:pt x="611" y="0"/>
                    </a:lnTo>
                    <a:close/>
                  </a:path>
                </a:pathLst>
              </a:custGeom>
              <a:solidFill>
                <a:srgbClr val="000000">
                  <a:alpha val="95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1" name="Google Shape;1781;p47"/>
              <p:cNvSpPr/>
              <p:nvPr/>
            </p:nvSpPr>
            <p:spPr>
              <a:xfrm>
                <a:off x="4145250" y="2134050"/>
                <a:ext cx="60050" cy="41750"/>
              </a:xfrm>
              <a:custGeom>
                <a:avLst/>
                <a:gdLst/>
                <a:ahLst/>
                <a:cxnLst/>
                <a:rect l="l" t="t" r="r" b="b"/>
                <a:pathLst>
                  <a:path w="2402" h="1670" extrusionOk="0">
                    <a:moveTo>
                      <a:pt x="1669" y="1"/>
                    </a:moveTo>
                    <a:lnTo>
                      <a:pt x="977" y="41"/>
                    </a:lnTo>
                    <a:lnTo>
                      <a:pt x="652" y="123"/>
                    </a:lnTo>
                    <a:lnTo>
                      <a:pt x="367" y="163"/>
                    </a:lnTo>
                    <a:lnTo>
                      <a:pt x="163" y="245"/>
                    </a:lnTo>
                    <a:lnTo>
                      <a:pt x="82" y="285"/>
                    </a:lnTo>
                    <a:lnTo>
                      <a:pt x="41" y="326"/>
                    </a:lnTo>
                    <a:lnTo>
                      <a:pt x="0" y="367"/>
                    </a:lnTo>
                    <a:lnTo>
                      <a:pt x="0" y="489"/>
                    </a:lnTo>
                    <a:lnTo>
                      <a:pt x="41" y="692"/>
                    </a:lnTo>
                    <a:lnTo>
                      <a:pt x="123" y="937"/>
                    </a:lnTo>
                    <a:lnTo>
                      <a:pt x="245" y="1181"/>
                    </a:lnTo>
                    <a:lnTo>
                      <a:pt x="326" y="1303"/>
                    </a:lnTo>
                    <a:lnTo>
                      <a:pt x="407" y="1384"/>
                    </a:lnTo>
                    <a:lnTo>
                      <a:pt x="530" y="1506"/>
                    </a:lnTo>
                    <a:lnTo>
                      <a:pt x="652" y="1588"/>
                    </a:lnTo>
                    <a:lnTo>
                      <a:pt x="814" y="1628"/>
                    </a:lnTo>
                    <a:lnTo>
                      <a:pt x="977" y="1669"/>
                    </a:lnTo>
                    <a:lnTo>
                      <a:pt x="1506" y="1669"/>
                    </a:lnTo>
                    <a:lnTo>
                      <a:pt x="1669" y="1588"/>
                    </a:lnTo>
                    <a:lnTo>
                      <a:pt x="1832" y="1506"/>
                    </a:lnTo>
                    <a:lnTo>
                      <a:pt x="1995" y="1384"/>
                    </a:lnTo>
                    <a:lnTo>
                      <a:pt x="2076" y="1262"/>
                    </a:lnTo>
                    <a:lnTo>
                      <a:pt x="2198" y="1140"/>
                    </a:lnTo>
                    <a:lnTo>
                      <a:pt x="2280" y="977"/>
                    </a:lnTo>
                    <a:lnTo>
                      <a:pt x="2320" y="855"/>
                    </a:lnTo>
                    <a:lnTo>
                      <a:pt x="2402" y="692"/>
                    </a:lnTo>
                    <a:lnTo>
                      <a:pt x="2402" y="530"/>
                    </a:lnTo>
                    <a:lnTo>
                      <a:pt x="2402" y="408"/>
                    </a:lnTo>
                    <a:lnTo>
                      <a:pt x="2402" y="285"/>
                    </a:lnTo>
                    <a:lnTo>
                      <a:pt x="2402" y="163"/>
                    </a:lnTo>
                    <a:lnTo>
                      <a:pt x="2320" y="123"/>
                    </a:lnTo>
                    <a:lnTo>
                      <a:pt x="2280" y="41"/>
                    </a:lnTo>
                    <a:lnTo>
                      <a:pt x="2198" y="41"/>
                    </a:lnTo>
                    <a:lnTo>
                      <a:pt x="1954" y="1"/>
                    </a:lnTo>
                    <a:close/>
                  </a:path>
                </a:pathLst>
              </a:custGeom>
              <a:solidFill>
                <a:srgbClr val="1D1D1B"/>
              </a:solidFill>
              <a:ln w="3050" cap="rnd" cmpd="sng">
                <a:solidFill>
                  <a:srgbClr val="1D1D1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2" name="Google Shape;1782;p47"/>
              <p:cNvSpPr/>
              <p:nvPr/>
            </p:nvSpPr>
            <p:spPr>
              <a:xfrm>
                <a:off x="4157450" y="2154400"/>
                <a:ext cx="39725" cy="21400"/>
              </a:xfrm>
              <a:custGeom>
                <a:avLst/>
                <a:gdLst/>
                <a:ahLst/>
                <a:cxnLst/>
                <a:rect l="l" t="t" r="r" b="b"/>
                <a:pathLst>
                  <a:path w="1589" h="856" extrusionOk="0">
                    <a:moveTo>
                      <a:pt x="693" y="0"/>
                    </a:moveTo>
                    <a:lnTo>
                      <a:pt x="530" y="41"/>
                    </a:lnTo>
                    <a:lnTo>
                      <a:pt x="408" y="123"/>
                    </a:lnTo>
                    <a:lnTo>
                      <a:pt x="286" y="163"/>
                    </a:lnTo>
                    <a:lnTo>
                      <a:pt x="204" y="285"/>
                    </a:lnTo>
                    <a:lnTo>
                      <a:pt x="123" y="367"/>
                    </a:lnTo>
                    <a:lnTo>
                      <a:pt x="42" y="530"/>
                    </a:lnTo>
                    <a:lnTo>
                      <a:pt x="1" y="652"/>
                    </a:lnTo>
                    <a:lnTo>
                      <a:pt x="164" y="733"/>
                    </a:lnTo>
                    <a:lnTo>
                      <a:pt x="367" y="855"/>
                    </a:lnTo>
                    <a:lnTo>
                      <a:pt x="815" y="855"/>
                    </a:lnTo>
                    <a:lnTo>
                      <a:pt x="1059" y="814"/>
                    </a:lnTo>
                    <a:lnTo>
                      <a:pt x="1263" y="733"/>
                    </a:lnTo>
                    <a:lnTo>
                      <a:pt x="1425" y="570"/>
                    </a:lnTo>
                    <a:lnTo>
                      <a:pt x="1588" y="448"/>
                    </a:lnTo>
                    <a:lnTo>
                      <a:pt x="1466" y="245"/>
                    </a:lnTo>
                    <a:lnTo>
                      <a:pt x="1303" y="123"/>
                    </a:lnTo>
                    <a:lnTo>
                      <a:pt x="1181" y="82"/>
                    </a:lnTo>
                    <a:lnTo>
                      <a:pt x="1100" y="41"/>
                    </a:lnTo>
                    <a:lnTo>
                      <a:pt x="937" y="0"/>
                    </a:lnTo>
                    <a:close/>
                  </a:path>
                </a:pathLst>
              </a:custGeom>
              <a:solidFill>
                <a:srgbClr val="F27089"/>
              </a:solidFill>
              <a:ln w="3050" cap="rnd" cmpd="sng">
                <a:solidFill>
                  <a:srgbClr val="F2708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3" name="Google Shape;1783;p47"/>
              <p:cNvSpPr/>
              <p:nvPr/>
            </p:nvSpPr>
            <p:spPr>
              <a:xfrm>
                <a:off x="4213425" y="2181875"/>
                <a:ext cx="39700" cy="33600"/>
              </a:xfrm>
              <a:custGeom>
                <a:avLst/>
                <a:gdLst/>
                <a:ahLst/>
                <a:cxnLst/>
                <a:rect l="l" t="t" r="r" b="b"/>
                <a:pathLst>
                  <a:path w="1588" h="1344" extrusionOk="0">
                    <a:moveTo>
                      <a:pt x="1588" y="0"/>
                    </a:moveTo>
                    <a:lnTo>
                      <a:pt x="0" y="692"/>
                    </a:lnTo>
                    <a:lnTo>
                      <a:pt x="204" y="1343"/>
                    </a:lnTo>
                    <a:lnTo>
                      <a:pt x="367" y="1181"/>
                    </a:lnTo>
                    <a:lnTo>
                      <a:pt x="733" y="936"/>
                    </a:lnTo>
                    <a:lnTo>
                      <a:pt x="977" y="733"/>
                    </a:lnTo>
                    <a:lnTo>
                      <a:pt x="1181" y="489"/>
                    </a:lnTo>
                    <a:lnTo>
                      <a:pt x="1384" y="245"/>
                    </a:lnTo>
                    <a:lnTo>
                      <a:pt x="1588" y="0"/>
                    </a:lnTo>
                    <a:close/>
                  </a:path>
                </a:pathLst>
              </a:custGeom>
              <a:solidFill>
                <a:srgbClr val="000000">
                  <a:alpha val="95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4" name="Google Shape;1784;p47"/>
              <p:cNvSpPr/>
              <p:nvPr/>
            </p:nvSpPr>
            <p:spPr>
              <a:xfrm>
                <a:off x="4096400" y="2238850"/>
                <a:ext cx="401950" cy="310350"/>
              </a:xfrm>
              <a:custGeom>
                <a:avLst/>
                <a:gdLst/>
                <a:ahLst/>
                <a:cxnLst/>
                <a:rect l="l" t="t" r="r" b="b"/>
                <a:pathLst>
                  <a:path w="16078" h="12414" extrusionOk="0">
                    <a:moveTo>
                      <a:pt x="13879" y="1"/>
                    </a:moveTo>
                    <a:lnTo>
                      <a:pt x="13472" y="489"/>
                    </a:lnTo>
                    <a:lnTo>
                      <a:pt x="12943" y="1018"/>
                    </a:lnTo>
                    <a:lnTo>
                      <a:pt x="12618" y="1344"/>
                    </a:lnTo>
                    <a:lnTo>
                      <a:pt x="12251" y="1669"/>
                    </a:lnTo>
                    <a:lnTo>
                      <a:pt x="11885" y="1995"/>
                    </a:lnTo>
                    <a:lnTo>
                      <a:pt x="11478" y="2320"/>
                    </a:lnTo>
                    <a:lnTo>
                      <a:pt x="11030" y="2646"/>
                    </a:lnTo>
                    <a:lnTo>
                      <a:pt x="10583" y="2931"/>
                    </a:lnTo>
                    <a:lnTo>
                      <a:pt x="10094" y="3256"/>
                    </a:lnTo>
                    <a:lnTo>
                      <a:pt x="9606" y="3501"/>
                    </a:lnTo>
                    <a:lnTo>
                      <a:pt x="9077" y="3745"/>
                    </a:lnTo>
                    <a:lnTo>
                      <a:pt x="8507" y="3948"/>
                    </a:lnTo>
                    <a:lnTo>
                      <a:pt x="7897" y="4152"/>
                    </a:lnTo>
                    <a:lnTo>
                      <a:pt x="7327" y="4274"/>
                    </a:lnTo>
                    <a:lnTo>
                      <a:pt x="6757" y="4355"/>
                    </a:lnTo>
                    <a:lnTo>
                      <a:pt x="6146" y="4396"/>
                    </a:lnTo>
                    <a:lnTo>
                      <a:pt x="5577" y="4437"/>
                    </a:lnTo>
                    <a:lnTo>
                      <a:pt x="5048" y="4437"/>
                    </a:lnTo>
                    <a:lnTo>
                      <a:pt x="4518" y="4396"/>
                    </a:lnTo>
                    <a:lnTo>
                      <a:pt x="4030" y="4355"/>
                    </a:lnTo>
                    <a:lnTo>
                      <a:pt x="3501" y="4274"/>
                    </a:lnTo>
                    <a:lnTo>
                      <a:pt x="3053" y="4193"/>
                    </a:lnTo>
                    <a:lnTo>
                      <a:pt x="2606" y="4111"/>
                    </a:lnTo>
                    <a:lnTo>
                      <a:pt x="2158" y="3989"/>
                    </a:lnTo>
                    <a:lnTo>
                      <a:pt x="1425" y="3745"/>
                    </a:lnTo>
                    <a:lnTo>
                      <a:pt x="815" y="3501"/>
                    </a:lnTo>
                    <a:lnTo>
                      <a:pt x="286" y="3297"/>
                    </a:lnTo>
                    <a:lnTo>
                      <a:pt x="245" y="3501"/>
                    </a:lnTo>
                    <a:lnTo>
                      <a:pt x="164" y="3704"/>
                    </a:lnTo>
                    <a:lnTo>
                      <a:pt x="82" y="4152"/>
                    </a:lnTo>
                    <a:lnTo>
                      <a:pt x="42" y="4640"/>
                    </a:lnTo>
                    <a:lnTo>
                      <a:pt x="1" y="5169"/>
                    </a:lnTo>
                    <a:lnTo>
                      <a:pt x="42" y="5739"/>
                    </a:lnTo>
                    <a:lnTo>
                      <a:pt x="82" y="6350"/>
                    </a:lnTo>
                    <a:lnTo>
                      <a:pt x="164" y="7001"/>
                    </a:lnTo>
                    <a:lnTo>
                      <a:pt x="245" y="7652"/>
                    </a:lnTo>
                    <a:lnTo>
                      <a:pt x="367" y="8303"/>
                    </a:lnTo>
                    <a:lnTo>
                      <a:pt x="489" y="8954"/>
                    </a:lnTo>
                    <a:lnTo>
                      <a:pt x="652" y="9605"/>
                    </a:lnTo>
                    <a:lnTo>
                      <a:pt x="815" y="10216"/>
                    </a:lnTo>
                    <a:lnTo>
                      <a:pt x="1140" y="11396"/>
                    </a:lnTo>
                    <a:lnTo>
                      <a:pt x="1507" y="12414"/>
                    </a:lnTo>
                    <a:lnTo>
                      <a:pt x="16036" y="12414"/>
                    </a:lnTo>
                    <a:lnTo>
                      <a:pt x="16077" y="11437"/>
                    </a:lnTo>
                    <a:lnTo>
                      <a:pt x="16077" y="10297"/>
                    </a:lnTo>
                    <a:lnTo>
                      <a:pt x="16036" y="8954"/>
                    </a:lnTo>
                    <a:lnTo>
                      <a:pt x="16036" y="8181"/>
                    </a:lnTo>
                    <a:lnTo>
                      <a:pt x="15955" y="7408"/>
                    </a:lnTo>
                    <a:lnTo>
                      <a:pt x="15874" y="6594"/>
                    </a:lnTo>
                    <a:lnTo>
                      <a:pt x="15833" y="5780"/>
                    </a:lnTo>
                    <a:lnTo>
                      <a:pt x="15670" y="4966"/>
                    </a:lnTo>
                    <a:lnTo>
                      <a:pt x="15548" y="4152"/>
                    </a:lnTo>
                    <a:lnTo>
                      <a:pt x="15345" y="3419"/>
                    </a:lnTo>
                    <a:lnTo>
                      <a:pt x="15141" y="2687"/>
                    </a:lnTo>
                    <a:lnTo>
                      <a:pt x="14815" y="1832"/>
                    </a:lnTo>
                    <a:lnTo>
                      <a:pt x="14490" y="1099"/>
                    </a:lnTo>
                    <a:lnTo>
                      <a:pt x="14164" y="489"/>
                    </a:lnTo>
                    <a:lnTo>
                      <a:pt x="1387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5" name="Google Shape;1785;p47"/>
              <p:cNvSpPr/>
              <p:nvPr/>
            </p:nvSpPr>
            <p:spPr>
              <a:xfrm>
                <a:off x="4434225" y="2337550"/>
                <a:ext cx="18325" cy="211650"/>
              </a:xfrm>
              <a:custGeom>
                <a:avLst/>
                <a:gdLst/>
                <a:ahLst/>
                <a:cxnLst/>
                <a:rect l="l" t="t" r="r" b="b"/>
                <a:pathLst>
                  <a:path w="733" h="8466" extrusionOk="0">
                    <a:moveTo>
                      <a:pt x="122" y="0"/>
                    </a:moveTo>
                    <a:lnTo>
                      <a:pt x="244" y="570"/>
                    </a:lnTo>
                    <a:lnTo>
                      <a:pt x="326" y="1099"/>
                    </a:lnTo>
                    <a:lnTo>
                      <a:pt x="366" y="1710"/>
                    </a:lnTo>
                    <a:lnTo>
                      <a:pt x="407" y="2320"/>
                    </a:lnTo>
                    <a:lnTo>
                      <a:pt x="407" y="2890"/>
                    </a:lnTo>
                    <a:lnTo>
                      <a:pt x="407" y="3500"/>
                    </a:lnTo>
                    <a:lnTo>
                      <a:pt x="407" y="4721"/>
                    </a:lnTo>
                    <a:lnTo>
                      <a:pt x="326" y="5820"/>
                    </a:lnTo>
                    <a:lnTo>
                      <a:pt x="204" y="6878"/>
                    </a:lnTo>
                    <a:lnTo>
                      <a:pt x="122" y="7774"/>
                    </a:lnTo>
                    <a:lnTo>
                      <a:pt x="0" y="8466"/>
                    </a:lnTo>
                    <a:lnTo>
                      <a:pt x="529" y="8466"/>
                    </a:lnTo>
                    <a:lnTo>
                      <a:pt x="651" y="7530"/>
                    </a:lnTo>
                    <a:lnTo>
                      <a:pt x="692" y="6634"/>
                    </a:lnTo>
                    <a:lnTo>
                      <a:pt x="733" y="5820"/>
                    </a:lnTo>
                    <a:lnTo>
                      <a:pt x="733" y="5006"/>
                    </a:lnTo>
                    <a:lnTo>
                      <a:pt x="733" y="4233"/>
                    </a:lnTo>
                    <a:lnTo>
                      <a:pt x="692" y="3582"/>
                    </a:lnTo>
                    <a:lnTo>
                      <a:pt x="651" y="2931"/>
                    </a:lnTo>
                    <a:lnTo>
                      <a:pt x="611" y="2320"/>
                    </a:lnTo>
                    <a:lnTo>
                      <a:pt x="448" y="1343"/>
                    </a:lnTo>
                    <a:lnTo>
                      <a:pt x="285" y="611"/>
                    </a:lnTo>
                    <a:lnTo>
                      <a:pt x="204" y="163"/>
                    </a:lnTo>
                    <a:lnTo>
                      <a:pt x="122" y="0"/>
                    </a:lnTo>
                    <a:close/>
                  </a:path>
                </a:pathLst>
              </a:custGeom>
              <a:solidFill>
                <a:srgbClr val="000000">
                  <a:alpha val="95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6" name="Google Shape;1786;p47"/>
              <p:cNvSpPr/>
              <p:nvPr/>
            </p:nvSpPr>
            <p:spPr>
              <a:xfrm>
                <a:off x="4165600" y="2395550"/>
                <a:ext cx="25" cy="1025"/>
              </a:xfrm>
              <a:custGeom>
                <a:avLst/>
                <a:gdLst/>
                <a:ahLst/>
                <a:cxnLst/>
                <a:rect l="l" t="t" r="r" b="b"/>
                <a:pathLst>
                  <a:path w="1" h="41" extrusionOk="0">
                    <a:moveTo>
                      <a:pt x="0" y="41"/>
                    </a:moveTo>
                    <a:lnTo>
                      <a:pt x="0" y="41"/>
                    </a:lnTo>
                    <a:lnTo>
                      <a:pt x="0" y="0"/>
                    </a:lnTo>
                    <a:lnTo>
                      <a:pt x="0" y="0"/>
                    </a:lnTo>
                    <a:lnTo>
                      <a:pt x="0" y="41"/>
                    </a:lnTo>
                    <a:lnTo>
                      <a:pt x="0" y="41"/>
                    </a:lnTo>
                    <a:lnTo>
                      <a:pt x="0" y="41"/>
                    </a:lnTo>
                    <a:close/>
                  </a:path>
                </a:pathLst>
              </a:custGeom>
              <a:solidFill>
                <a:srgbClr val="FFD5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7" name="Google Shape;1787;p47"/>
              <p:cNvSpPr/>
              <p:nvPr/>
            </p:nvSpPr>
            <p:spPr>
              <a:xfrm>
                <a:off x="4163575" y="2396550"/>
                <a:ext cx="67175" cy="152650"/>
              </a:xfrm>
              <a:custGeom>
                <a:avLst/>
                <a:gdLst/>
                <a:ahLst/>
                <a:cxnLst/>
                <a:rect l="l" t="t" r="r" b="b"/>
                <a:pathLst>
                  <a:path w="2687" h="6106" extrusionOk="0">
                    <a:moveTo>
                      <a:pt x="81" y="1"/>
                    </a:moveTo>
                    <a:lnTo>
                      <a:pt x="41" y="164"/>
                    </a:lnTo>
                    <a:lnTo>
                      <a:pt x="41" y="326"/>
                    </a:lnTo>
                    <a:lnTo>
                      <a:pt x="81" y="1"/>
                    </a:lnTo>
                    <a:close/>
                    <a:moveTo>
                      <a:pt x="41" y="326"/>
                    </a:moveTo>
                    <a:lnTo>
                      <a:pt x="0" y="611"/>
                    </a:lnTo>
                    <a:lnTo>
                      <a:pt x="0" y="1222"/>
                    </a:lnTo>
                    <a:lnTo>
                      <a:pt x="41" y="1751"/>
                    </a:lnTo>
                    <a:lnTo>
                      <a:pt x="122" y="2199"/>
                    </a:lnTo>
                    <a:lnTo>
                      <a:pt x="244" y="2646"/>
                    </a:lnTo>
                    <a:lnTo>
                      <a:pt x="448" y="3013"/>
                    </a:lnTo>
                    <a:lnTo>
                      <a:pt x="611" y="3338"/>
                    </a:lnTo>
                    <a:lnTo>
                      <a:pt x="814" y="3664"/>
                    </a:lnTo>
                    <a:lnTo>
                      <a:pt x="1058" y="3949"/>
                    </a:lnTo>
                    <a:lnTo>
                      <a:pt x="1262" y="4152"/>
                    </a:lnTo>
                    <a:lnTo>
                      <a:pt x="1669" y="4559"/>
                    </a:lnTo>
                    <a:lnTo>
                      <a:pt x="1994" y="4803"/>
                    </a:lnTo>
                    <a:lnTo>
                      <a:pt x="2076" y="4885"/>
                    </a:lnTo>
                    <a:lnTo>
                      <a:pt x="2157" y="4966"/>
                    </a:lnTo>
                    <a:lnTo>
                      <a:pt x="2157" y="5088"/>
                    </a:lnTo>
                    <a:lnTo>
                      <a:pt x="2198" y="5210"/>
                    </a:lnTo>
                    <a:lnTo>
                      <a:pt x="2198" y="5495"/>
                    </a:lnTo>
                    <a:lnTo>
                      <a:pt x="2157" y="5821"/>
                    </a:lnTo>
                    <a:lnTo>
                      <a:pt x="2157" y="6106"/>
                    </a:lnTo>
                    <a:lnTo>
                      <a:pt x="2686" y="6106"/>
                    </a:lnTo>
                    <a:lnTo>
                      <a:pt x="2686" y="5658"/>
                    </a:lnTo>
                    <a:lnTo>
                      <a:pt x="2686" y="5292"/>
                    </a:lnTo>
                    <a:lnTo>
                      <a:pt x="2645" y="5007"/>
                    </a:lnTo>
                    <a:lnTo>
                      <a:pt x="2605" y="4803"/>
                    </a:lnTo>
                    <a:lnTo>
                      <a:pt x="2564" y="4681"/>
                    </a:lnTo>
                    <a:lnTo>
                      <a:pt x="2564" y="4559"/>
                    </a:lnTo>
                    <a:lnTo>
                      <a:pt x="2483" y="4518"/>
                    </a:lnTo>
                    <a:lnTo>
                      <a:pt x="1994" y="4152"/>
                    </a:lnTo>
                    <a:lnTo>
                      <a:pt x="1587" y="3786"/>
                    </a:lnTo>
                    <a:lnTo>
                      <a:pt x="1262" y="3460"/>
                    </a:lnTo>
                    <a:lnTo>
                      <a:pt x="936" y="3094"/>
                    </a:lnTo>
                    <a:lnTo>
                      <a:pt x="692" y="2728"/>
                    </a:lnTo>
                    <a:lnTo>
                      <a:pt x="488" y="2361"/>
                    </a:lnTo>
                    <a:lnTo>
                      <a:pt x="366" y="2036"/>
                    </a:lnTo>
                    <a:lnTo>
                      <a:pt x="244" y="1670"/>
                    </a:lnTo>
                    <a:lnTo>
                      <a:pt x="163" y="1344"/>
                    </a:lnTo>
                    <a:lnTo>
                      <a:pt x="81" y="1059"/>
                    </a:lnTo>
                    <a:lnTo>
                      <a:pt x="81" y="815"/>
                    </a:lnTo>
                    <a:lnTo>
                      <a:pt x="41" y="571"/>
                    </a:lnTo>
                    <a:lnTo>
                      <a:pt x="41" y="326"/>
                    </a:lnTo>
                    <a:close/>
                  </a:path>
                </a:pathLst>
              </a:custGeom>
              <a:solidFill>
                <a:srgbClr val="000000">
                  <a:alpha val="95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1792" name="Google Shape;1792;p47"/>
          <p:cNvPicPr preferRelativeResize="0"/>
          <p:nvPr/>
        </p:nvPicPr>
        <p:blipFill rotWithShape="1">
          <a:blip r:embed="rId3">
            <a:alphaModFix/>
          </a:blip>
          <a:srcRect/>
          <a:stretch/>
        </p:blipFill>
        <p:spPr>
          <a:xfrm rot="827397">
            <a:off x="8165599" y="4205575"/>
            <a:ext cx="530352" cy="530376"/>
          </a:xfrm>
          <a:prstGeom prst="rect">
            <a:avLst/>
          </a:prstGeom>
          <a:noFill/>
          <a:ln>
            <a:noFill/>
          </a:ln>
          <a:effectLst>
            <a:outerShdw blurRad="57150" algn="bl" rotWithShape="0">
              <a:schemeClr val="dk1">
                <a:alpha val="25000"/>
              </a:schemeClr>
            </a:outerShdw>
          </a:effectLst>
        </p:spPr>
      </p:pic>
      <p:pic>
        <p:nvPicPr>
          <p:cNvPr id="1793" name="Google Shape;1793;p47"/>
          <p:cNvPicPr preferRelativeResize="0"/>
          <p:nvPr/>
        </p:nvPicPr>
        <p:blipFill rotWithShape="1">
          <a:blip r:embed="rId3">
            <a:alphaModFix/>
          </a:blip>
          <a:srcRect/>
          <a:stretch/>
        </p:blipFill>
        <p:spPr>
          <a:xfrm rot="-827397" flipH="1">
            <a:off x="561361" y="4245987"/>
            <a:ext cx="530352" cy="530376"/>
          </a:xfrm>
          <a:prstGeom prst="rect">
            <a:avLst/>
          </a:prstGeom>
          <a:noFill/>
          <a:ln>
            <a:noFill/>
          </a:ln>
          <a:effectLst>
            <a:outerShdw blurRad="57150" algn="bl" rotWithShape="0">
              <a:schemeClr val="dk1">
                <a:alpha val="25000"/>
              </a:schemeClr>
            </a:outerShdw>
          </a:effectLst>
        </p:spPr>
      </p:pic>
      <p:grpSp>
        <p:nvGrpSpPr>
          <p:cNvPr id="1794" name="Google Shape;1794;p47"/>
          <p:cNvGrpSpPr/>
          <p:nvPr/>
        </p:nvGrpSpPr>
        <p:grpSpPr>
          <a:xfrm rot="-1299594">
            <a:off x="504168" y="315330"/>
            <a:ext cx="475705" cy="570052"/>
            <a:chOff x="1241695" y="1217822"/>
            <a:chExt cx="475700" cy="570047"/>
          </a:xfrm>
        </p:grpSpPr>
        <p:sp>
          <p:nvSpPr>
            <p:cNvPr id="1795" name="Google Shape;1795;p47"/>
            <p:cNvSpPr/>
            <p:nvPr/>
          </p:nvSpPr>
          <p:spPr>
            <a:xfrm>
              <a:off x="1241725" y="1217822"/>
              <a:ext cx="475670" cy="570047"/>
            </a:xfrm>
            <a:custGeom>
              <a:avLst/>
              <a:gdLst/>
              <a:ahLst/>
              <a:cxnLst/>
              <a:rect l="l" t="t" r="r" b="b"/>
              <a:pathLst>
                <a:path w="7913" h="9483" extrusionOk="0">
                  <a:moveTo>
                    <a:pt x="59" y="5062"/>
                  </a:moveTo>
                  <a:lnTo>
                    <a:pt x="59" y="5062"/>
                  </a:lnTo>
                  <a:lnTo>
                    <a:pt x="175" y="5760"/>
                  </a:lnTo>
                  <a:lnTo>
                    <a:pt x="408" y="6458"/>
                  </a:lnTo>
                  <a:lnTo>
                    <a:pt x="640" y="7098"/>
                  </a:lnTo>
                  <a:lnTo>
                    <a:pt x="931" y="7679"/>
                  </a:lnTo>
                  <a:lnTo>
                    <a:pt x="1280" y="8261"/>
                  </a:lnTo>
                  <a:lnTo>
                    <a:pt x="1688" y="8727"/>
                  </a:lnTo>
                  <a:lnTo>
                    <a:pt x="2095" y="9134"/>
                  </a:lnTo>
                  <a:lnTo>
                    <a:pt x="2560" y="9483"/>
                  </a:lnTo>
                  <a:lnTo>
                    <a:pt x="2968" y="9425"/>
                  </a:lnTo>
                  <a:lnTo>
                    <a:pt x="3317" y="9367"/>
                  </a:lnTo>
                  <a:lnTo>
                    <a:pt x="4480" y="9192"/>
                  </a:lnTo>
                  <a:lnTo>
                    <a:pt x="4771" y="9192"/>
                  </a:lnTo>
                  <a:lnTo>
                    <a:pt x="5934" y="9017"/>
                  </a:lnTo>
                  <a:lnTo>
                    <a:pt x="6284" y="8959"/>
                  </a:lnTo>
                  <a:lnTo>
                    <a:pt x="6574" y="8959"/>
                  </a:lnTo>
                  <a:lnTo>
                    <a:pt x="6574" y="8959"/>
                  </a:lnTo>
                  <a:lnTo>
                    <a:pt x="6923" y="8494"/>
                  </a:lnTo>
                  <a:lnTo>
                    <a:pt x="7214" y="8028"/>
                  </a:lnTo>
                  <a:lnTo>
                    <a:pt x="7447" y="7447"/>
                  </a:lnTo>
                  <a:lnTo>
                    <a:pt x="7680" y="6865"/>
                  </a:lnTo>
                  <a:lnTo>
                    <a:pt x="7796" y="6167"/>
                  </a:lnTo>
                  <a:lnTo>
                    <a:pt x="7912" y="5527"/>
                  </a:lnTo>
                  <a:lnTo>
                    <a:pt x="7912" y="4829"/>
                  </a:lnTo>
                  <a:lnTo>
                    <a:pt x="7854" y="4073"/>
                  </a:lnTo>
                  <a:lnTo>
                    <a:pt x="7854" y="4073"/>
                  </a:lnTo>
                  <a:lnTo>
                    <a:pt x="7680" y="3258"/>
                  </a:lnTo>
                  <a:lnTo>
                    <a:pt x="7447" y="2444"/>
                  </a:lnTo>
                  <a:lnTo>
                    <a:pt x="7447" y="2444"/>
                  </a:lnTo>
                  <a:lnTo>
                    <a:pt x="7447" y="2444"/>
                  </a:lnTo>
                  <a:lnTo>
                    <a:pt x="7214" y="1920"/>
                  </a:lnTo>
                  <a:lnTo>
                    <a:pt x="6982" y="1396"/>
                  </a:lnTo>
                  <a:lnTo>
                    <a:pt x="6982" y="1396"/>
                  </a:lnTo>
                  <a:lnTo>
                    <a:pt x="6982" y="1396"/>
                  </a:lnTo>
                  <a:lnTo>
                    <a:pt x="6691" y="989"/>
                  </a:lnTo>
                  <a:lnTo>
                    <a:pt x="6400" y="640"/>
                  </a:lnTo>
                  <a:lnTo>
                    <a:pt x="6109" y="291"/>
                  </a:lnTo>
                  <a:lnTo>
                    <a:pt x="5818" y="0"/>
                  </a:lnTo>
                  <a:lnTo>
                    <a:pt x="5004" y="117"/>
                  </a:lnTo>
                  <a:lnTo>
                    <a:pt x="4596" y="175"/>
                  </a:lnTo>
                  <a:lnTo>
                    <a:pt x="3666" y="291"/>
                  </a:lnTo>
                  <a:lnTo>
                    <a:pt x="3317" y="349"/>
                  </a:lnTo>
                  <a:lnTo>
                    <a:pt x="2386" y="466"/>
                  </a:lnTo>
                  <a:lnTo>
                    <a:pt x="2037" y="524"/>
                  </a:lnTo>
                  <a:lnTo>
                    <a:pt x="1048" y="640"/>
                  </a:lnTo>
                  <a:lnTo>
                    <a:pt x="1048" y="640"/>
                  </a:lnTo>
                  <a:lnTo>
                    <a:pt x="815" y="989"/>
                  </a:lnTo>
                  <a:lnTo>
                    <a:pt x="582" y="1396"/>
                  </a:lnTo>
                  <a:lnTo>
                    <a:pt x="408" y="1804"/>
                  </a:lnTo>
                  <a:lnTo>
                    <a:pt x="291" y="2211"/>
                  </a:lnTo>
                  <a:lnTo>
                    <a:pt x="291" y="2211"/>
                  </a:lnTo>
                  <a:lnTo>
                    <a:pt x="291" y="2211"/>
                  </a:lnTo>
                  <a:lnTo>
                    <a:pt x="117" y="2909"/>
                  </a:lnTo>
                  <a:lnTo>
                    <a:pt x="117" y="2909"/>
                  </a:lnTo>
                  <a:lnTo>
                    <a:pt x="117" y="2909"/>
                  </a:lnTo>
                  <a:lnTo>
                    <a:pt x="59" y="3142"/>
                  </a:lnTo>
                  <a:lnTo>
                    <a:pt x="59" y="3142"/>
                  </a:lnTo>
                  <a:lnTo>
                    <a:pt x="59" y="3258"/>
                  </a:lnTo>
                  <a:lnTo>
                    <a:pt x="59" y="3258"/>
                  </a:lnTo>
                  <a:lnTo>
                    <a:pt x="59" y="3433"/>
                  </a:lnTo>
                  <a:lnTo>
                    <a:pt x="59" y="3433"/>
                  </a:lnTo>
                  <a:lnTo>
                    <a:pt x="59" y="3433"/>
                  </a:lnTo>
                  <a:lnTo>
                    <a:pt x="1" y="4247"/>
                  </a:lnTo>
                  <a:lnTo>
                    <a:pt x="59" y="5062"/>
                  </a:lnTo>
                  <a:lnTo>
                    <a:pt x="59" y="5062"/>
                  </a:lnTo>
                  <a:close/>
                </a:path>
              </a:pathLst>
            </a:custGeom>
            <a:solidFill>
              <a:schemeClr val="accent4"/>
            </a:solidFill>
            <a:ln w="76200" cap="flat" cmpd="sng">
              <a:solidFill>
                <a:schemeClr val="accent4"/>
              </a:solidFill>
              <a:prstDash val="solid"/>
              <a:round/>
              <a:headEnd type="none" w="sm" len="sm"/>
              <a:tailEnd type="none" w="sm" len="sm"/>
            </a:ln>
            <a:effectLst>
              <a:outerShdw blurRad="57150" algn="bl" rotWithShape="0">
                <a:schemeClr val="accent3">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96" name="Google Shape;1796;p47"/>
            <p:cNvGrpSpPr/>
            <p:nvPr/>
          </p:nvGrpSpPr>
          <p:grpSpPr>
            <a:xfrm>
              <a:off x="1241695" y="1219537"/>
              <a:ext cx="475670" cy="566560"/>
              <a:chOff x="1241725" y="1191800"/>
              <a:chExt cx="197825" cy="235625"/>
            </a:xfrm>
          </p:grpSpPr>
          <p:sp>
            <p:nvSpPr>
              <p:cNvPr id="1797" name="Google Shape;1797;p47"/>
              <p:cNvSpPr/>
              <p:nvPr/>
            </p:nvSpPr>
            <p:spPr>
              <a:xfrm>
                <a:off x="1241725" y="1203425"/>
                <a:ext cx="74200" cy="224000"/>
              </a:xfrm>
              <a:custGeom>
                <a:avLst/>
                <a:gdLst/>
                <a:ahLst/>
                <a:cxnLst/>
                <a:rect l="l" t="t" r="r" b="b"/>
                <a:pathLst>
                  <a:path w="2968" h="8960" extrusionOk="0">
                    <a:moveTo>
                      <a:pt x="2037" y="1"/>
                    </a:moveTo>
                    <a:lnTo>
                      <a:pt x="1048" y="117"/>
                    </a:lnTo>
                    <a:lnTo>
                      <a:pt x="757" y="582"/>
                    </a:lnTo>
                    <a:lnTo>
                      <a:pt x="524" y="1048"/>
                    </a:lnTo>
                    <a:lnTo>
                      <a:pt x="291" y="1571"/>
                    </a:lnTo>
                    <a:lnTo>
                      <a:pt x="175" y="2153"/>
                    </a:lnTo>
                    <a:lnTo>
                      <a:pt x="59" y="2735"/>
                    </a:lnTo>
                    <a:lnTo>
                      <a:pt x="1" y="3317"/>
                    </a:lnTo>
                    <a:lnTo>
                      <a:pt x="1" y="3957"/>
                    </a:lnTo>
                    <a:lnTo>
                      <a:pt x="59" y="4597"/>
                    </a:lnTo>
                    <a:lnTo>
                      <a:pt x="175" y="5295"/>
                    </a:lnTo>
                    <a:lnTo>
                      <a:pt x="408" y="5993"/>
                    </a:lnTo>
                    <a:lnTo>
                      <a:pt x="640" y="6633"/>
                    </a:lnTo>
                    <a:lnTo>
                      <a:pt x="931" y="7214"/>
                    </a:lnTo>
                    <a:lnTo>
                      <a:pt x="1280" y="7738"/>
                    </a:lnTo>
                    <a:lnTo>
                      <a:pt x="1688" y="8203"/>
                    </a:lnTo>
                    <a:lnTo>
                      <a:pt x="2095" y="8611"/>
                    </a:lnTo>
                    <a:lnTo>
                      <a:pt x="2560" y="8960"/>
                    </a:lnTo>
                    <a:lnTo>
                      <a:pt x="2968" y="8902"/>
                    </a:lnTo>
                    <a:lnTo>
                      <a:pt x="2560" y="7971"/>
                    </a:lnTo>
                    <a:lnTo>
                      <a:pt x="2211" y="7040"/>
                    </a:lnTo>
                    <a:lnTo>
                      <a:pt x="1920" y="6109"/>
                    </a:lnTo>
                    <a:lnTo>
                      <a:pt x="1746" y="5295"/>
                    </a:lnTo>
                    <a:lnTo>
                      <a:pt x="1629" y="4480"/>
                    </a:lnTo>
                    <a:lnTo>
                      <a:pt x="1571" y="3724"/>
                    </a:lnTo>
                    <a:lnTo>
                      <a:pt x="1571" y="3084"/>
                    </a:lnTo>
                    <a:lnTo>
                      <a:pt x="1571" y="2444"/>
                    </a:lnTo>
                    <a:lnTo>
                      <a:pt x="1629" y="1688"/>
                    </a:lnTo>
                    <a:lnTo>
                      <a:pt x="1746" y="1048"/>
                    </a:lnTo>
                    <a:lnTo>
                      <a:pt x="203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8" name="Google Shape;1798;p47"/>
              <p:cNvSpPr/>
              <p:nvPr/>
            </p:nvSpPr>
            <p:spPr>
              <a:xfrm>
                <a:off x="1333350" y="1194700"/>
                <a:ext cx="65475" cy="225450"/>
              </a:xfrm>
              <a:custGeom>
                <a:avLst/>
                <a:gdLst/>
                <a:ahLst/>
                <a:cxnLst/>
                <a:rect l="l" t="t" r="r" b="b"/>
                <a:pathLst>
                  <a:path w="2619" h="9018" extrusionOk="0">
                    <a:moveTo>
                      <a:pt x="931" y="1"/>
                    </a:moveTo>
                    <a:lnTo>
                      <a:pt x="1" y="175"/>
                    </a:lnTo>
                    <a:lnTo>
                      <a:pt x="1106" y="9018"/>
                    </a:lnTo>
                    <a:lnTo>
                      <a:pt x="2269" y="8901"/>
                    </a:lnTo>
                    <a:lnTo>
                      <a:pt x="2444" y="8029"/>
                    </a:lnTo>
                    <a:lnTo>
                      <a:pt x="2560" y="7214"/>
                    </a:lnTo>
                    <a:lnTo>
                      <a:pt x="2619" y="6458"/>
                    </a:lnTo>
                    <a:lnTo>
                      <a:pt x="2619" y="5702"/>
                    </a:lnTo>
                    <a:lnTo>
                      <a:pt x="2560" y="5004"/>
                    </a:lnTo>
                    <a:lnTo>
                      <a:pt x="2502" y="4364"/>
                    </a:lnTo>
                    <a:lnTo>
                      <a:pt x="2269" y="3142"/>
                    </a:lnTo>
                    <a:lnTo>
                      <a:pt x="1979" y="2095"/>
                    </a:lnTo>
                    <a:lnTo>
                      <a:pt x="1630" y="1222"/>
                    </a:lnTo>
                    <a:lnTo>
                      <a:pt x="1280" y="524"/>
                    </a:lnTo>
                    <a:lnTo>
                      <a:pt x="9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9" name="Google Shape;1799;p47"/>
              <p:cNvSpPr/>
              <p:nvPr/>
            </p:nvSpPr>
            <p:spPr>
              <a:xfrm>
                <a:off x="1288275" y="1199075"/>
                <a:ext cx="65475" cy="226900"/>
              </a:xfrm>
              <a:custGeom>
                <a:avLst/>
                <a:gdLst/>
                <a:ahLst/>
                <a:cxnLst/>
                <a:rect l="l" t="t" r="r" b="b"/>
                <a:pathLst>
                  <a:path w="2619" h="9076" extrusionOk="0">
                    <a:moveTo>
                      <a:pt x="1455" y="0"/>
                    </a:moveTo>
                    <a:lnTo>
                      <a:pt x="524" y="116"/>
                    </a:lnTo>
                    <a:lnTo>
                      <a:pt x="349" y="698"/>
                    </a:lnTo>
                    <a:lnTo>
                      <a:pt x="175" y="1454"/>
                    </a:lnTo>
                    <a:lnTo>
                      <a:pt x="58" y="2443"/>
                    </a:lnTo>
                    <a:lnTo>
                      <a:pt x="0" y="3491"/>
                    </a:lnTo>
                    <a:lnTo>
                      <a:pt x="117" y="4712"/>
                    </a:lnTo>
                    <a:lnTo>
                      <a:pt x="175" y="5410"/>
                    </a:lnTo>
                    <a:lnTo>
                      <a:pt x="349" y="6050"/>
                    </a:lnTo>
                    <a:lnTo>
                      <a:pt x="524" y="6807"/>
                    </a:lnTo>
                    <a:lnTo>
                      <a:pt x="815" y="7505"/>
                    </a:lnTo>
                    <a:lnTo>
                      <a:pt x="1106" y="8261"/>
                    </a:lnTo>
                    <a:lnTo>
                      <a:pt x="1455" y="9076"/>
                    </a:lnTo>
                    <a:lnTo>
                      <a:pt x="2618" y="8901"/>
                    </a:lnTo>
                    <a:lnTo>
                      <a:pt x="145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0" name="Google Shape;1800;p47"/>
              <p:cNvSpPr/>
              <p:nvPr/>
            </p:nvSpPr>
            <p:spPr>
              <a:xfrm>
                <a:off x="1366800" y="1191800"/>
                <a:ext cx="72750" cy="224000"/>
              </a:xfrm>
              <a:custGeom>
                <a:avLst/>
                <a:gdLst/>
                <a:ahLst/>
                <a:cxnLst/>
                <a:rect l="l" t="t" r="r" b="b"/>
                <a:pathLst>
                  <a:path w="2910" h="8960" extrusionOk="0">
                    <a:moveTo>
                      <a:pt x="815" y="0"/>
                    </a:moveTo>
                    <a:lnTo>
                      <a:pt x="1" y="117"/>
                    </a:lnTo>
                    <a:lnTo>
                      <a:pt x="466" y="1047"/>
                    </a:lnTo>
                    <a:lnTo>
                      <a:pt x="757" y="1629"/>
                    </a:lnTo>
                    <a:lnTo>
                      <a:pt x="1048" y="2327"/>
                    </a:lnTo>
                    <a:lnTo>
                      <a:pt x="1222" y="2909"/>
                    </a:lnTo>
                    <a:lnTo>
                      <a:pt x="1339" y="3607"/>
                    </a:lnTo>
                    <a:lnTo>
                      <a:pt x="1455" y="4305"/>
                    </a:lnTo>
                    <a:lnTo>
                      <a:pt x="1571" y="5120"/>
                    </a:lnTo>
                    <a:lnTo>
                      <a:pt x="1571" y="5992"/>
                    </a:lnTo>
                    <a:lnTo>
                      <a:pt x="1571" y="6923"/>
                    </a:lnTo>
                    <a:lnTo>
                      <a:pt x="1455" y="7912"/>
                    </a:lnTo>
                    <a:lnTo>
                      <a:pt x="1281" y="8959"/>
                    </a:lnTo>
                    <a:lnTo>
                      <a:pt x="1571" y="8901"/>
                    </a:lnTo>
                    <a:lnTo>
                      <a:pt x="1920" y="8494"/>
                    </a:lnTo>
                    <a:lnTo>
                      <a:pt x="2211" y="7970"/>
                    </a:lnTo>
                    <a:lnTo>
                      <a:pt x="2444" y="7447"/>
                    </a:lnTo>
                    <a:lnTo>
                      <a:pt x="2677" y="6807"/>
                    </a:lnTo>
                    <a:lnTo>
                      <a:pt x="2793" y="6167"/>
                    </a:lnTo>
                    <a:lnTo>
                      <a:pt x="2909" y="5469"/>
                    </a:lnTo>
                    <a:lnTo>
                      <a:pt x="2909" y="4771"/>
                    </a:lnTo>
                    <a:lnTo>
                      <a:pt x="2851" y="4073"/>
                    </a:lnTo>
                    <a:lnTo>
                      <a:pt x="2735" y="3433"/>
                    </a:lnTo>
                    <a:lnTo>
                      <a:pt x="2560" y="2793"/>
                    </a:lnTo>
                    <a:lnTo>
                      <a:pt x="2386" y="2211"/>
                    </a:lnTo>
                    <a:lnTo>
                      <a:pt x="2153" y="1687"/>
                    </a:lnTo>
                    <a:lnTo>
                      <a:pt x="1862" y="1222"/>
                    </a:lnTo>
                    <a:lnTo>
                      <a:pt x="1513" y="756"/>
                    </a:lnTo>
                    <a:lnTo>
                      <a:pt x="1164" y="349"/>
                    </a:lnTo>
                    <a:lnTo>
                      <a:pt x="81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1" name="Google Shape;1801;p47"/>
              <p:cNvSpPr/>
              <p:nvPr/>
            </p:nvSpPr>
            <p:spPr>
              <a:xfrm>
                <a:off x="1281000" y="1201975"/>
                <a:ext cx="43650" cy="224000"/>
              </a:xfrm>
              <a:custGeom>
                <a:avLst/>
                <a:gdLst/>
                <a:ahLst/>
                <a:cxnLst/>
                <a:rect l="l" t="t" r="r" b="b"/>
                <a:pathLst>
                  <a:path w="1746" h="8960" extrusionOk="0">
                    <a:moveTo>
                      <a:pt x="815" y="0"/>
                    </a:moveTo>
                    <a:lnTo>
                      <a:pt x="466" y="59"/>
                    </a:lnTo>
                    <a:lnTo>
                      <a:pt x="175" y="1106"/>
                    </a:lnTo>
                    <a:lnTo>
                      <a:pt x="58" y="1746"/>
                    </a:lnTo>
                    <a:lnTo>
                      <a:pt x="0" y="2502"/>
                    </a:lnTo>
                    <a:lnTo>
                      <a:pt x="0" y="3142"/>
                    </a:lnTo>
                    <a:lnTo>
                      <a:pt x="0" y="3782"/>
                    </a:lnTo>
                    <a:lnTo>
                      <a:pt x="58" y="4538"/>
                    </a:lnTo>
                    <a:lnTo>
                      <a:pt x="175" y="5353"/>
                    </a:lnTo>
                    <a:lnTo>
                      <a:pt x="349" y="6167"/>
                    </a:lnTo>
                    <a:lnTo>
                      <a:pt x="640" y="7098"/>
                    </a:lnTo>
                    <a:lnTo>
                      <a:pt x="989" y="8029"/>
                    </a:lnTo>
                    <a:lnTo>
                      <a:pt x="1397" y="8960"/>
                    </a:lnTo>
                    <a:lnTo>
                      <a:pt x="1746" y="8960"/>
                    </a:lnTo>
                    <a:lnTo>
                      <a:pt x="1397" y="8145"/>
                    </a:lnTo>
                    <a:lnTo>
                      <a:pt x="1106" y="7389"/>
                    </a:lnTo>
                    <a:lnTo>
                      <a:pt x="815" y="6691"/>
                    </a:lnTo>
                    <a:lnTo>
                      <a:pt x="640" y="5934"/>
                    </a:lnTo>
                    <a:lnTo>
                      <a:pt x="466" y="5294"/>
                    </a:lnTo>
                    <a:lnTo>
                      <a:pt x="408" y="4596"/>
                    </a:lnTo>
                    <a:lnTo>
                      <a:pt x="291" y="3375"/>
                    </a:lnTo>
                    <a:lnTo>
                      <a:pt x="349" y="2327"/>
                    </a:lnTo>
                    <a:lnTo>
                      <a:pt x="466" y="1338"/>
                    </a:lnTo>
                    <a:lnTo>
                      <a:pt x="640" y="582"/>
                    </a:lnTo>
                    <a:lnTo>
                      <a:pt x="81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2" name="Google Shape;1802;p47"/>
              <p:cNvSpPr/>
              <p:nvPr/>
            </p:nvSpPr>
            <p:spPr>
              <a:xfrm>
                <a:off x="1356625" y="1194700"/>
                <a:ext cx="49475" cy="222550"/>
              </a:xfrm>
              <a:custGeom>
                <a:avLst/>
                <a:gdLst/>
                <a:ahLst/>
                <a:cxnLst/>
                <a:rect l="l" t="t" r="r" b="b"/>
                <a:pathLst>
                  <a:path w="1979" h="8902" extrusionOk="0">
                    <a:moveTo>
                      <a:pt x="0" y="1"/>
                    </a:moveTo>
                    <a:lnTo>
                      <a:pt x="349" y="524"/>
                    </a:lnTo>
                    <a:lnTo>
                      <a:pt x="699" y="1222"/>
                    </a:lnTo>
                    <a:lnTo>
                      <a:pt x="1048" y="2095"/>
                    </a:lnTo>
                    <a:lnTo>
                      <a:pt x="1338" y="3142"/>
                    </a:lnTo>
                    <a:lnTo>
                      <a:pt x="1571" y="4364"/>
                    </a:lnTo>
                    <a:lnTo>
                      <a:pt x="1629" y="5004"/>
                    </a:lnTo>
                    <a:lnTo>
                      <a:pt x="1688" y="5702"/>
                    </a:lnTo>
                    <a:lnTo>
                      <a:pt x="1688" y="6458"/>
                    </a:lnTo>
                    <a:lnTo>
                      <a:pt x="1629" y="7214"/>
                    </a:lnTo>
                    <a:lnTo>
                      <a:pt x="1513" y="8029"/>
                    </a:lnTo>
                    <a:lnTo>
                      <a:pt x="1338" y="8901"/>
                    </a:lnTo>
                    <a:lnTo>
                      <a:pt x="1338" y="8901"/>
                    </a:lnTo>
                    <a:lnTo>
                      <a:pt x="1688" y="8843"/>
                    </a:lnTo>
                    <a:lnTo>
                      <a:pt x="1862" y="7796"/>
                    </a:lnTo>
                    <a:lnTo>
                      <a:pt x="1978" y="6807"/>
                    </a:lnTo>
                    <a:lnTo>
                      <a:pt x="1978" y="5876"/>
                    </a:lnTo>
                    <a:lnTo>
                      <a:pt x="1978" y="5004"/>
                    </a:lnTo>
                    <a:lnTo>
                      <a:pt x="1862" y="4189"/>
                    </a:lnTo>
                    <a:lnTo>
                      <a:pt x="1746" y="3491"/>
                    </a:lnTo>
                    <a:lnTo>
                      <a:pt x="1629" y="2793"/>
                    </a:lnTo>
                    <a:lnTo>
                      <a:pt x="1455" y="2211"/>
                    </a:lnTo>
                    <a:lnTo>
                      <a:pt x="1164" y="1513"/>
                    </a:lnTo>
                    <a:lnTo>
                      <a:pt x="873" y="931"/>
                    </a:lnTo>
                    <a:lnTo>
                      <a:pt x="40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3" name="Google Shape;1803;p47"/>
              <p:cNvSpPr/>
              <p:nvPr/>
            </p:nvSpPr>
            <p:spPr>
              <a:xfrm>
                <a:off x="1324625" y="1199075"/>
                <a:ext cx="36375" cy="222550"/>
              </a:xfrm>
              <a:custGeom>
                <a:avLst/>
                <a:gdLst/>
                <a:ahLst/>
                <a:cxnLst/>
                <a:rect l="l" t="t" r="r" b="b"/>
                <a:pathLst>
                  <a:path w="1455" h="8902" extrusionOk="0">
                    <a:moveTo>
                      <a:pt x="1" y="0"/>
                    </a:moveTo>
                    <a:lnTo>
                      <a:pt x="1164" y="8901"/>
                    </a:lnTo>
                    <a:lnTo>
                      <a:pt x="1455" y="8843"/>
                    </a:lnTo>
                    <a:lnTo>
                      <a:pt x="3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4" name="Google Shape;1804;p47"/>
              <p:cNvSpPr/>
              <p:nvPr/>
            </p:nvSpPr>
            <p:spPr>
              <a:xfrm>
                <a:off x="1243175" y="1225250"/>
                <a:ext cx="184750" cy="50925"/>
              </a:xfrm>
              <a:custGeom>
                <a:avLst/>
                <a:gdLst/>
                <a:ahLst/>
                <a:cxnLst/>
                <a:rect l="l" t="t" r="r" b="b"/>
                <a:pathLst>
                  <a:path w="7390" h="2037" extrusionOk="0">
                    <a:moveTo>
                      <a:pt x="6924" y="0"/>
                    </a:moveTo>
                    <a:lnTo>
                      <a:pt x="233" y="873"/>
                    </a:lnTo>
                    <a:lnTo>
                      <a:pt x="59" y="1455"/>
                    </a:lnTo>
                    <a:lnTo>
                      <a:pt x="1" y="2036"/>
                    </a:lnTo>
                    <a:lnTo>
                      <a:pt x="1" y="2036"/>
                    </a:lnTo>
                    <a:lnTo>
                      <a:pt x="7389" y="1106"/>
                    </a:lnTo>
                    <a:lnTo>
                      <a:pt x="7156" y="524"/>
                    </a:lnTo>
                    <a:lnTo>
                      <a:pt x="692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5" name="Google Shape;1805;p47"/>
              <p:cNvSpPr/>
              <p:nvPr/>
            </p:nvSpPr>
            <p:spPr>
              <a:xfrm>
                <a:off x="1256275" y="1343050"/>
                <a:ext cx="181825" cy="50925"/>
              </a:xfrm>
              <a:custGeom>
                <a:avLst/>
                <a:gdLst/>
                <a:ahLst/>
                <a:cxnLst/>
                <a:rect l="l" t="t" r="r" b="b"/>
                <a:pathLst>
                  <a:path w="7273" h="2037" extrusionOk="0">
                    <a:moveTo>
                      <a:pt x="7272" y="1"/>
                    </a:moveTo>
                    <a:lnTo>
                      <a:pt x="0" y="931"/>
                    </a:lnTo>
                    <a:lnTo>
                      <a:pt x="291" y="1513"/>
                    </a:lnTo>
                    <a:lnTo>
                      <a:pt x="582" y="2037"/>
                    </a:lnTo>
                    <a:lnTo>
                      <a:pt x="6923" y="1222"/>
                    </a:lnTo>
                    <a:lnTo>
                      <a:pt x="7156" y="640"/>
                    </a:lnTo>
                    <a:lnTo>
                      <a:pt x="727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59" name="Google Shape;1751;p47"/>
          <p:cNvSpPr txBox="1">
            <a:spLocks/>
          </p:cNvSpPr>
          <p:nvPr/>
        </p:nvSpPr>
        <p:spPr>
          <a:xfrm>
            <a:off x="1361815" y="1127990"/>
            <a:ext cx="3680145"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McLaren"/>
              <a:buNone/>
              <a:defRPr sz="3000" b="1" i="0" u="none" strike="noStrike" cap="none">
                <a:solidFill>
                  <a:schemeClr val="dk1"/>
                </a:solidFill>
                <a:latin typeface="McLaren"/>
                <a:ea typeface="McLaren"/>
                <a:cs typeface="McLaren"/>
                <a:sym typeface="McLaren"/>
              </a:defRPr>
            </a:lvl1pPr>
            <a:lvl2pPr marR="0" lvl="1" algn="ctr"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2pPr>
            <a:lvl3pPr marR="0" lvl="2" algn="ctr"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3pPr>
            <a:lvl4pPr marR="0" lvl="3" algn="ctr"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4pPr>
            <a:lvl5pPr marR="0" lvl="4" algn="ctr"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5pPr>
            <a:lvl6pPr marR="0" lvl="5" algn="ctr"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6pPr>
            <a:lvl7pPr marR="0" lvl="6" algn="ctr"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7pPr>
            <a:lvl8pPr marR="0" lvl="7" algn="ctr"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8pPr>
            <a:lvl9pPr marR="0" lvl="8" algn="ctr"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9pPr>
          </a:lstStyle>
          <a:p>
            <a:r>
              <a:rPr lang="es-ES" sz="1200" dirty="0" smtClean="0">
                <a:solidFill>
                  <a:schemeClr val="accent3"/>
                </a:solidFill>
              </a:rPr>
              <a:t>Personal life</a:t>
            </a:r>
            <a:endParaRPr lang="es-ES" sz="1200" dirty="0">
              <a:solidFill>
                <a:schemeClr val="accent3"/>
              </a:solidFill>
            </a:endParaRPr>
          </a:p>
        </p:txBody>
      </p:sp>
      <p:sp>
        <p:nvSpPr>
          <p:cNvPr id="65" name="Google Shape;1751;p47"/>
          <p:cNvSpPr txBox="1">
            <a:spLocks/>
          </p:cNvSpPr>
          <p:nvPr/>
        </p:nvSpPr>
        <p:spPr>
          <a:xfrm>
            <a:off x="4563510" y="1105449"/>
            <a:ext cx="3680145"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McLaren"/>
              <a:buNone/>
              <a:defRPr sz="3000" b="1" i="0" u="none" strike="noStrike" cap="none">
                <a:solidFill>
                  <a:schemeClr val="dk1"/>
                </a:solidFill>
                <a:latin typeface="McLaren"/>
                <a:ea typeface="McLaren"/>
                <a:cs typeface="McLaren"/>
                <a:sym typeface="McLaren"/>
              </a:defRPr>
            </a:lvl1pPr>
            <a:lvl2pPr marR="0" lvl="1" algn="ctr"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2pPr>
            <a:lvl3pPr marR="0" lvl="2" algn="ctr"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3pPr>
            <a:lvl4pPr marR="0" lvl="3" algn="ctr"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4pPr>
            <a:lvl5pPr marR="0" lvl="4" algn="ctr"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5pPr>
            <a:lvl6pPr marR="0" lvl="5" algn="ctr"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6pPr>
            <a:lvl7pPr marR="0" lvl="6" algn="ctr"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7pPr>
            <a:lvl8pPr marR="0" lvl="7" algn="ctr"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8pPr>
            <a:lvl9pPr marR="0" lvl="8" algn="ctr"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9pPr>
          </a:lstStyle>
          <a:p>
            <a:r>
              <a:rPr lang="es-ES" sz="1200" dirty="0" smtClean="0">
                <a:solidFill>
                  <a:schemeClr val="accent3"/>
                </a:solidFill>
              </a:rPr>
              <a:t>Professional life</a:t>
            </a:r>
            <a:endParaRPr lang="es-ES" sz="1200" dirty="0">
              <a:solidFill>
                <a:schemeClr val="accent3"/>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67"/>
        <p:cNvGrpSpPr/>
        <p:nvPr/>
      </p:nvGrpSpPr>
      <p:grpSpPr>
        <a:xfrm>
          <a:off x="0" y="0"/>
          <a:ext cx="0" cy="0"/>
          <a:chOff x="0" y="0"/>
          <a:chExt cx="0" cy="0"/>
        </a:xfrm>
      </p:grpSpPr>
      <p:sp>
        <p:nvSpPr>
          <p:cNvPr id="968" name="Google Shape;968;p38"/>
          <p:cNvSpPr txBox="1">
            <a:spLocks noGrp="1"/>
          </p:cNvSpPr>
          <p:nvPr>
            <p:ph type="title"/>
          </p:nvPr>
        </p:nvSpPr>
        <p:spPr>
          <a:xfrm>
            <a:off x="2307683" y="1314382"/>
            <a:ext cx="4155716" cy="1534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400" dirty="0" smtClean="0"/>
              <a:t>¿Have you learned or are you learning a foreign language?</a:t>
            </a:r>
            <a:endParaRPr sz="2400" dirty="0"/>
          </a:p>
        </p:txBody>
      </p:sp>
      <p:pic>
        <p:nvPicPr>
          <p:cNvPr id="972" name="Google Shape;972;p38"/>
          <p:cNvPicPr preferRelativeResize="0"/>
          <p:nvPr/>
        </p:nvPicPr>
        <p:blipFill rotWithShape="1">
          <a:blip r:embed="rId3">
            <a:alphaModFix/>
          </a:blip>
          <a:srcRect l="16752" r="16745"/>
          <a:stretch/>
        </p:blipFill>
        <p:spPr>
          <a:xfrm rot="907958">
            <a:off x="5955016" y="2420387"/>
            <a:ext cx="467719" cy="467719"/>
          </a:xfrm>
          <a:prstGeom prst="ellipse">
            <a:avLst/>
          </a:prstGeom>
          <a:noFill/>
          <a:ln w="28575" cap="flat" cmpd="sng">
            <a:solidFill>
              <a:srgbClr val="FFFFFF"/>
            </a:solidFill>
            <a:prstDash val="solid"/>
            <a:round/>
            <a:headEnd type="none" w="sm" len="sm"/>
            <a:tailEnd type="none" w="sm" len="sm"/>
          </a:ln>
          <a:effectLst>
            <a:outerShdw blurRad="57150" algn="bl" rotWithShape="0">
              <a:schemeClr val="dk1">
                <a:alpha val="25000"/>
              </a:schemeClr>
            </a:outerShdw>
          </a:effectLst>
        </p:spPr>
      </p:pic>
      <p:grpSp>
        <p:nvGrpSpPr>
          <p:cNvPr id="973" name="Google Shape;973;p38"/>
          <p:cNvGrpSpPr/>
          <p:nvPr/>
        </p:nvGrpSpPr>
        <p:grpSpPr>
          <a:xfrm rot="-520524">
            <a:off x="736989" y="2726070"/>
            <a:ext cx="898247" cy="2232976"/>
            <a:chOff x="1030219" y="3959326"/>
            <a:chExt cx="613070" cy="1524046"/>
          </a:xfrm>
        </p:grpSpPr>
        <p:sp>
          <p:nvSpPr>
            <p:cNvPr id="974" name="Google Shape;974;p38"/>
            <p:cNvSpPr/>
            <p:nvPr/>
          </p:nvSpPr>
          <p:spPr>
            <a:xfrm>
              <a:off x="1030400" y="3959326"/>
              <a:ext cx="612889" cy="1524046"/>
            </a:xfrm>
            <a:custGeom>
              <a:avLst/>
              <a:gdLst/>
              <a:ahLst/>
              <a:cxnLst/>
              <a:rect l="l" t="t" r="r" b="b"/>
              <a:pathLst>
                <a:path w="8844" h="21992" extrusionOk="0">
                  <a:moveTo>
                    <a:pt x="8669" y="21468"/>
                  </a:moveTo>
                  <a:lnTo>
                    <a:pt x="8203" y="21468"/>
                  </a:lnTo>
                  <a:lnTo>
                    <a:pt x="6982" y="17861"/>
                  </a:lnTo>
                  <a:lnTo>
                    <a:pt x="6982" y="17861"/>
                  </a:lnTo>
                  <a:lnTo>
                    <a:pt x="7098" y="17744"/>
                  </a:lnTo>
                  <a:lnTo>
                    <a:pt x="7214" y="17628"/>
                  </a:lnTo>
                  <a:lnTo>
                    <a:pt x="7273" y="17453"/>
                  </a:lnTo>
                  <a:lnTo>
                    <a:pt x="7273" y="17279"/>
                  </a:lnTo>
                  <a:lnTo>
                    <a:pt x="7273" y="17279"/>
                  </a:lnTo>
                  <a:lnTo>
                    <a:pt x="7273" y="17046"/>
                  </a:lnTo>
                  <a:lnTo>
                    <a:pt x="7156" y="16872"/>
                  </a:lnTo>
                  <a:lnTo>
                    <a:pt x="7040" y="16755"/>
                  </a:lnTo>
                  <a:lnTo>
                    <a:pt x="6923" y="16639"/>
                  </a:lnTo>
                  <a:lnTo>
                    <a:pt x="6923" y="15883"/>
                  </a:lnTo>
                  <a:lnTo>
                    <a:pt x="6458" y="15883"/>
                  </a:lnTo>
                  <a:lnTo>
                    <a:pt x="6458" y="15883"/>
                  </a:lnTo>
                  <a:lnTo>
                    <a:pt x="6167" y="14545"/>
                  </a:lnTo>
                  <a:lnTo>
                    <a:pt x="5993" y="13788"/>
                  </a:lnTo>
                  <a:lnTo>
                    <a:pt x="5934" y="13032"/>
                  </a:lnTo>
                  <a:lnTo>
                    <a:pt x="5934" y="13032"/>
                  </a:lnTo>
                  <a:lnTo>
                    <a:pt x="6051" y="12974"/>
                  </a:lnTo>
                  <a:lnTo>
                    <a:pt x="6167" y="12916"/>
                  </a:lnTo>
                  <a:lnTo>
                    <a:pt x="6225" y="12799"/>
                  </a:lnTo>
                  <a:lnTo>
                    <a:pt x="6284" y="12625"/>
                  </a:lnTo>
                  <a:lnTo>
                    <a:pt x="6284" y="12625"/>
                  </a:lnTo>
                  <a:lnTo>
                    <a:pt x="6225" y="12508"/>
                  </a:lnTo>
                  <a:lnTo>
                    <a:pt x="6167" y="12392"/>
                  </a:lnTo>
                  <a:lnTo>
                    <a:pt x="6167" y="12392"/>
                  </a:lnTo>
                  <a:lnTo>
                    <a:pt x="6284" y="12334"/>
                  </a:lnTo>
                  <a:lnTo>
                    <a:pt x="6342" y="12159"/>
                  </a:lnTo>
                  <a:lnTo>
                    <a:pt x="6342" y="12159"/>
                  </a:lnTo>
                  <a:lnTo>
                    <a:pt x="6284" y="12043"/>
                  </a:lnTo>
                  <a:lnTo>
                    <a:pt x="6109" y="11985"/>
                  </a:lnTo>
                  <a:lnTo>
                    <a:pt x="5702" y="11985"/>
                  </a:lnTo>
                  <a:lnTo>
                    <a:pt x="5702" y="11985"/>
                  </a:lnTo>
                  <a:lnTo>
                    <a:pt x="5644" y="11461"/>
                  </a:lnTo>
                  <a:lnTo>
                    <a:pt x="5469" y="10240"/>
                  </a:lnTo>
                  <a:lnTo>
                    <a:pt x="5469" y="10240"/>
                  </a:lnTo>
                  <a:lnTo>
                    <a:pt x="5295" y="8552"/>
                  </a:lnTo>
                  <a:lnTo>
                    <a:pt x="5120" y="6749"/>
                  </a:lnTo>
                  <a:lnTo>
                    <a:pt x="4946" y="3491"/>
                  </a:lnTo>
                  <a:lnTo>
                    <a:pt x="4946" y="3491"/>
                  </a:lnTo>
                  <a:lnTo>
                    <a:pt x="5062" y="3375"/>
                  </a:lnTo>
                  <a:lnTo>
                    <a:pt x="5178" y="3258"/>
                  </a:lnTo>
                  <a:lnTo>
                    <a:pt x="5236" y="3142"/>
                  </a:lnTo>
                  <a:lnTo>
                    <a:pt x="5236" y="2968"/>
                  </a:lnTo>
                  <a:lnTo>
                    <a:pt x="5236" y="2968"/>
                  </a:lnTo>
                  <a:lnTo>
                    <a:pt x="5178" y="2677"/>
                  </a:lnTo>
                  <a:lnTo>
                    <a:pt x="5062" y="2502"/>
                  </a:lnTo>
                  <a:lnTo>
                    <a:pt x="5236" y="2502"/>
                  </a:lnTo>
                  <a:lnTo>
                    <a:pt x="5236" y="2502"/>
                  </a:lnTo>
                  <a:lnTo>
                    <a:pt x="5295" y="2444"/>
                  </a:lnTo>
                  <a:lnTo>
                    <a:pt x="5353" y="2328"/>
                  </a:lnTo>
                  <a:lnTo>
                    <a:pt x="5353" y="2328"/>
                  </a:lnTo>
                  <a:lnTo>
                    <a:pt x="5295" y="2211"/>
                  </a:lnTo>
                  <a:lnTo>
                    <a:pt x="5236" y="2153"/>
                  </a:lnTo>
                  <a:lnTo>
                    <a:pt x="5120" y="2153"/>
                  </a:lnTo>
                  <a:lnTo>
                    <a:pt x="5120" y="2153"/>
                  </a:lnTo>
                  <a:lnTo>
                    <a:pt x="5062" y="1862"/>
                  </a:lnTo>
                  <a:lnTo>
                    <a:pt x="4946" y="1630"/>
                  </a:lnTo>
                  <a:lnTo>
                    <a:pt x="4713" y="1455"/>
                  </a:lnTo>
                  <a:lnTo>
                    <a:pt x="4422" y="1397"/>
                  </a:lnTo>
                  <a:lnTo>
                    <a:pt x="4422" y="1397"/>
                  </a:lnTo>
                  <a:lnTo>
                    <a:pt x="4422" y="59"/>
                  </a:lnTo>
                  <a:lnTo>
                    <a:pt x="4422" y="59"/>
                  </a:lnTo>
                  <a:lnTo>
                    <a:pt x="4422" y="1"/>
                  </a:lnTo>
                  <a:lnTo>
                    <a:pt x="4364" y="1"/>
                  </a:lnTo>
                  <a:lnTo>
                    <a:pt x="4364" y="1"/>
                  </a:lnTo>
                  <a:lnTo>
                    <a:pt x="4306" y="1"/>
                  </a:lnTo>
                  <a:lnTo>
                    <a:pt x="4306" y="59"/>
                  </a:lnTo>
                  <a:lnTo>
                    <a:pt x="4306" y="1397"/>
                  </a:lnTo>
                  <a:lnTo>
                    <a:pt x="4306" y="1397"/>
                  </a:lnTo>
                  <a:lnTo>
                    <a:pt x="4306" y="1397"/>
                  </a:lnTo>
                  <a:lnTo>
                    <a:pt x="4015" y="1455"/>
                  </a:lnTo>
                  <a:lnTo>
                    <a:pt x="3840" y="1630"/>
                  </a:lnTo>
                  <a:lnTo>
                    <a:pt x="3666" y="1862"/>
                  </a:lnTo>
                  <a:lnTo>
                    <a:pt x="3607" y="2153"/>
                  </a:lnTo>
                  <a:lnTo>
                    <a:pt x="3549" y="2153"/>
                  </a:lnTo>
                  <a:lnTo>
                    <a:pt x="3549" y="2153"/>
                  </a:lnTo>
                  <a:lnTo>
                    <a:pt x="3433" y="2211"/>
                  </a:lnTo>
                  <a:lnTo>
                    <a:pt x="3375" y="2328"/>
                  </a:lnTo>
                  <a:lnTo>
                    <a:pt x="3375" y="2328"/>
                  </a:lnTo>
                  <a:lnTo>
                    <a:pt x="3433" y="2444"/>
                  </a:lnTo>
                  <a:lnTo>
                    <a:pt x="3549" y="2502"/>
                  </a:lnTo>
                  <a:lnTo>
                    <a:pt x="3724" y="2502"/>
                  </a:lnTo>
                  <a:lnTo>
                    <a:pt x="3724" y="2502"/>
                  </a:lnTo>
                  <a:lnTo>
                    <a:pt x="3607" y="2677"/>
                  </a:lnTo>
                  <a:lnTo>
                    <a:pt x="3549" y="2968"/>
                  </a:lnTo>
                  <a:lnTo>
                    <a:pt x="3549" y="2968"/>
                  </a:lnTo>
                  <a:lnTo>
                    <a:pt x="3549" y="3142"/>
                  </a:lnTo>
                  <a:lnTo>
                    <a:pt x="3607" y="3258"/>
                  </a:lnTo>
                  <a:lnTo>
                    <a:pt x="3666" y="3375"/>
                  </a:lnTo>
                  <a:lnTo>
                    <a:pt x="3782" y="3491"/>
                  </a:lnTo>
                  <a:lnTo>
                    <a:pt x="3782" y="3491"/>
                  </a:lnTo>
                  <a:lnTo>
                    <a:pt x="3607" y="6749"/>
                  </a:lnTo>
                  <a:lnTo>
                    <a:pt x="3491" y="8552"/>
                  </a:lnTo>
                  <a:lnTo>
                    <a:pt x="3317" y="10240"/>
                  </a:lnTo>
                  <a:lnTo>
                    <a:pt x="3317" y="10240"/>
                  </a:lnTo>
                  <a:lnTo>
                    <a:pt x="3142" y="11461"/>
                  </a:lnTo>
                  <a:lnTo>
                    <a:pt x="3026" y="11985"/>
                  </a:lnTo>
                  <a:lnTo>
                    <a:pt x="2618" y="11985"/>
                  </a:lnTo>
                  <a:lnTo>
                    <a:pt x="2618" y="11985"/>
                  </a:lnTo>
                  <a:lnTo>
                    <a:pt x="2502" y="12043"/>
                  </a:lnTo>
                  <a:lnTo>
                    <a:pt x="2444" y="12159"/>
                  </a:lnTo>
                  <a:lnTo>
                    <a:pt x="2444" y="12159"/>
                  </a:lnTo>
                  <a:lnTo>
                    <a:pt x="2502" y="12334"/>
                  </a:lnTo>
                  <a:lnTo>
                    <a:pt x="2618" y="12392"/>
                  </a:lnTo>
                  <a:lnTo>
                    <a:pt x="2618" y="12392"/>
                  </a:lnTo>
                  <a:lnTo>
                    <a:pt x="2560" y="12508"/>
                  </a:lnTo>
                  <a:lnTo>
                    <a:pt x="2502" y="12625"/>
                  </a:lnTo>
                  <a:lnTo>
                    <a:pt x="2502" y="12625"/>
                  </a:lnTo>
                  <a:lnTo>
                    <a:pt x="2560" y="12799"/>
                  </a:lnTo>
                  <a:lnTo>
                    <a:pt x="2618" y="12916"/>
                  </a:lnTo>
                  <a:lnTo>
                    <a:pt x="2735" y="12974"/>
                  </a:lnTo>
                  <a:lnTo>
                    <a:pt x="2851" y="13032"/>
                  </a:lnTo>
                  <a:lnTo>
                    <a:pt x="2851" y="13032"/>
                  </a:lnTo>
                  <a:lnTo>
                    <a:pt x="2735" y="13788"/>
                  </a:lnTo>
                  <a:lnTo>
                    <a:pt x="2618" y="14545"/>
                  </a:lnTo>
                  <a:lnTo>
                    <a:pt x="2328" y="15883"/>
                  </a:lnTo>
                  <a:lnTo>
                    <a:pt x="1920" y="15883"/>
                  </a:lnTo>
                  <a:lnTo>
                    <a:pt x="1920" y="16639"/>
                  </a:lnTo>
                  <a:lnTo>
                    <a:pt x="1920" y="16639"/>
                  </a:lnTo>
                  <a:lnTo>
                    <a:pt x="1746" y="16697"/>
                  </a:lnTo>
                  <a:lnTo>
                    <a:pt x="1629" y="16872"/>
                  </a:lnTo>
                  <a:lnTo>
                    <a:pt x="1513" y="17046"/>
                  </a:lnTo>
                  <a:lnTo>
                    <a:pt x="1455" y="17279"/>
                  </a:lnTo>
                  <a:lnTo>
                    <a:pt x="1455" y="17279"/>
                  </a:lnTo>
                  <a:lnTo>
                    <a:pt x="1513" y="17453"/>
                  </a:lnTo>
                  <a:lnTo>
                    <a:pt x="1571" y="17628"/>
                  </a:lnTo>
                  <a:lnTo>
                    <a:pt x="1688" y="17744"/>
                  </a:lnTo>
                  <a:lnTo>
                    <a:pt x="1804" y="17861"/>
                  </a:lnTo>
                  <a:lnTo>
                    <a:pt x="582" y="21468"/>
                  </a:lnTo>
                  <a:lnTo>
                    <a:pt x="175" y="21468"/>
                  </a:lnTo>
                  <a:lnTo>
                    <a:pt x="175" y="21468"/>
                  </a:lnTo>
                  <a:lnTo>
                    <a:pt x="59" y="21468"/>
                  </a:lnTo>
                  <a:lnTo>
                    <a:pt x="1" y="21526"/>
                  </a:lnTo>
                  <a:lnTo>
                    <a:pt x="1" y="21875"/>
                  </a:lnTo>
                  <a:lnTo>
                    <a:pt x="1" y="21875"/>
                  </a:lnTo>
                  <a:lnTo>
                    <a:pt x="59" y="21933"/>
                  </a:lnTo>
                  <a:lnTo>
                    <a:pt x="175" y="21991"/>
                  </a:lnTo>
                  <a:lnTo>
                    <a:pt x="2444" y="21991"/>
                  </a:lnTo>
                  <a:lnTo>
                    <a:pt x="2444" y="21991"/>
                  </a:lnTo>
                  <a:lnTo>
                    <a:pt x="2560" y="21933"/>
                  </a:lnTo>
                  <a:lnTo>
                    <a:pt x="2618" y="21875"/>
                  </a:lnTo>
                  <a:lnTo>
                    <a:pt x="2618" y="21526"/>
                  </a:lnTo>
                  <a:lnTo>
                    <a:pt x="2618" y="21526"/>
                  </a:lnTo>
                  <a:lnTo>
                    <a:pt x="2560" y="21468"/>
                  </a:lnTo>
                  <a:lnTo>
                    <a:pt x="2444" y="21468"/>
                  </a:lnTo>
                  <a:lnTo>
                    <a:pt x="2095" y="21468"/>
                  </a:lnTo>
                  <a:lnTo>
                    <a:pt x="2444" y="20537"/>
                  </a:lnTo>
                  <a:lnTo>
                    <a:pt x="2444" y="20537"/>
                  </a:lnTo>
                  <a:lnTo>
                    <a:pt x="2444" y="20537"/>
                  </a:lnTo>
                  <a:lnTo>
                    <a:pt x="2793" y="19490"/>
                  </a:lnTo>
                  <a:lnTo>
                    <a:pt x="2793" y="19490"/>
                  </a:lnTo>
                  <a:lnTo>
                    <a:pt x="3026" y="19257"/>
                  </a:lnTo>
                  <a:lnTo>
                    <a:pt x="3375" y="18966"/>
                  </a:lnTo>
                  <a:lnTo>
                    <a:pt x="3549" y="18850"/>
                  </a:lnTo>
                  <a:lnTo>
                    <a:pt x="3840" y="18791"/>
                  </a:lnTo>
                  <a:lnTo>
                    <a:pt x="4073" y="18733"/>
                  </a:lnTo>
                  <a:lnTo>
                    <a:pt x="4422" y="18733"/>
                  </a:lnTo>
                  <a:lnTo>
                    <a:pt x="4422" y="18733"/>
                  </a:lnTo>
                  <a:lnTo>
                    <a:pt x="4713" y="18733"/>
                  </a:lnTo>
                  <a:lnTo>
                    <a:pt x="5004" y="18791"/>
                  </a:lnTo>
                  <a:lnTo>
                    <a:pt x="5295" y="18908"/>
                  </a:lnTo>
                  <a:lnTo>
                    <a:pt x="5527" y="19024"/>
                  </a:lnTo>
                  <a:lnTo>
                    <a:pt x="5527" y="19024"/>
                  </a:lnTo>
                  <a:lnTo>
                    <a:pt x="5818" y="19199"/>
                  </a:lnTo>
                  <a:lnTo>
                    <a:pt x="5993" y="19490"/>
                  </a:lnTo>
                  <a:lnTo>
                    <a:pt x="6400" y="20537"/>
                  </a:lnTo>
                  <a:lnTo>
                    <a:pt x="6400" y="20537"/>
                  </a:lnTo>
                  <a:lnTo>
                    <a:pt x="6400" y="20537"/>
                  </a:lnTo>
                  <a:lnTo>
                    <a:pt x="6691" y="21468"/>
                  </a:lnTo>
                  <a:lnTo>
                    <a:pt x="6400" y="21468"/>
                  </a:lnTo>
                  <a:lnTo>
                    <a:pt x="6400" y="21468"/>
                  </a:lnTo>
                  <a:lnTo>
                    <a:pt x="6284" y="21468"/>
                  </a:lnTo>
                  <a:lnTo>
                    <a:pt x="6225" y="21526"/>
                  </a:lnTo>
                  <a:lnTo>
                    <a:pt x="6225" y="21875"/>
                  </a:lnTo>
                  <a:lnTo>
                    <a:pt x="6225" y="21875"/>
                  </a:lnTo>
                  <a:lnTo>
                    <a:pt x="6284" y="21933"/>
                  </a:lnTo>
                  <a:lnTo>
                    <a:pt x="6400" y="21991"/>
                  </a:lnTo>
                  <a:lnTo>
                    <a:pt x="8669" y="21991"/>
                  </a:lnTo>
                  <a:lnTo>
                    <a:pt x="8669" y="21991"/>
                  </a:lnTo>
                  <a:lnTo>
                    <a:pt x="8785" y="21933"/>
                  </a:lnTo>
                  <a:lnTo>
                    <a:pt x="8843" y="21875"/>
                  </a:lnTo>
                  <a:lnTo>
                    <a:pt x="8843" y="21526"/>
                  </a:lnTo>
                  <a:lnTo>
                    <a:pt x="8843" y="21526"/>
                  </a:lnTo>
                  <a:lnTo>
                    <a:pt x="8785" y="21468"/>
                  </a:lnTo>
                  <a:lnTo>
                    <a:pt x="8669" y="21468"/>
                  </a:lnTo>
                  <a:lnTo>
                    <a:pt x="8669" y="21468"/>
                  </a:lnTo>
                  <a:close/>
                </a:path>
              </a:pathLst>
            </a:custGeom>
            <a:solidFill>
              <a:schemeClr val="accent4"/>
            </a:solidFill>
            <a:ln w="76200" cap="flat" cmpd="sng">
              <a:solidFill>
                <a:schemeClr val="accent4"/>
              </a:solidFill>
              <a:prstDash val="solid"/>
              <a:round/>
              <a:headEnd type="none" w="sm" len="sm"/>
              <a:tailEnd type="none" w="sm" len="sm"/>
            </a:ln>
            <a:effectLst>
              <a:outerShdw blurRad="57150" algn="bl" rotWithShape="0">
                <a:schemeClr val="dk1">
                  <a:alpha val="2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75" name="Google Shape;975;p38"/>
            <p:cNvGrpSpPr/>
            <p:nvPr/>
          </p:nvGrpSpPr>
          <p:grpSpPr>
            <a:xfrm>
              <a:off x="1030219" y="3961272"/>
              <a:ext cx="612889" cy="1519957"/>
              <a:chOff x="3698725" y="2019750"/>
              <a:chExt cx="221100" cy="548325"/>
            </a:xfrm>
          </p:grpSpPr>
          <p:sp>
            <p:nvSpPr>
              <p:cNvPr id="976" name="Google Shape;976;p38"/>
              <p:cNvSpPr/>
              <p:nvPr/>
            </p:nvSpPr>
            <p:spPr>
              <a:xfrm>
                <a:off x="3713275" y="2464800"/>
                <a:ext cx="206550" cy="103275"/>
              </a:xfrm>
              <a:custGeom>
                <a:avLst/>
                <a:gdLst/>
                <a:ahLst/>
                <a:cxnLst/>
                <a:rect l="l" t="t" r="r" b="b"/>
                <a:pathLst>
                  <a:path w="8262" h="4131" extrusionOk="0">
                    <a:moveTo>
                      <a:pt x="1280" y="291"/>
                    </a:moveTo>
                    <a:lnTo>
                      <a:pt x="1455" y="524"/>
                    </a:lnTo>
                    <a:lnTo>
                      <a:pt x="1222" y="524"/>
                    </a:lnTo>
                    <a:lnTo>
                      <a:pt x="1280" y="291"/>
                    </a:lnTo>
                    <a:close/>
                    <a:moveTo>
                      <a:pt x="1338" y="117"/>
                    </a:moveTo>
                    <a:lnTo>
                      <a:pt x="1687" y="524"/>
                    </a:lnTo>
                    <a:lnTo>
                      <a:pt x="1571" y="524"/>
                    </a:lnTo>
                    <a:lnTo>
                      <a:pt x="1338" y="175"/>
                    </a:lnTo>
                    <a:lnTo>
                      <a:pt x="1338" y="117"/>
                    </a:lnTo>
                    <a:close/>
                    <a:moveTo>
                      <a:pt x="6341" y="175"/>
                    </a:moveTo>
                    <a:lnTo>
                      <a:pt x="6341" y="233"/>
                    </a:lnTo>
                    <a:lnTo>
                      <a:pt x="6109" y="524"/>
                    </a:lnTo>
                    <a:lnTo>
                      <a:pt x="6051" y="524"/>
                    </a:lnTo>
                    <a:lnTo>
                      <a:pt x="6341" y="175"/>
                    </a:lnTo>
                    <a:close/>
                    <a:moveTo>
                      <a:pt x="6400" y="350"/>
                    </a:moveTo>
                    <a:lnTo>
                      <a:pt x="6458" y="524"/>
                    </a:lnTo>
                    <a:lnTo>
                      <a:pt x="6283" y="524"/>
                    </a:lnTo>
                    <a:lnTo>
                      <a:pt x="6400" y="350"/>
                    </a:lnTo>
                    <a:close/>
                    <a:moveTo>
                      <a:pt x="3782" y="640"/>
                    </a:moveTo>
                    <a:lnTo>
                      <a:pt x="3782" y="757"/>
                    </a:lnTo>
                    <a:lnTo>
                      <a:pt x="3433" y="815"/>
                    </a:lnTo>
                    <a:lnTo>
                      <a:pt x="3375" y="640"/>
                    </a:lnTo>
                    <a:close/>
                    <a:moveTo>
                      <a:pt x="4247" y="640"/>
                    </a:moveTo>
                    <a:lnTo>
                      <a:pt x="4247" y="815"/>
                    </a:lnTo>
                    <a:lnTo>
                      <a:pt x="3898" y="757"/>
                    </a:lnTo>
                    <a:lnTo>
                      <a:pt x="3898" y="640"/>
                    </a:lnTo>
                    <a:close/>
                    <a:moveTo>
                      <a:pt x="3258" y="640"/>
                    </a:moveTo>
                    <a:lnTo>
                      <a:pt x="3316" y="815"/>
                    </a:lnTo>
                    <a:lnTo>
                      <a:pt x="3025" y="873"/>
                    </a:lnTo>
                    <a:lnTo>
                      <a:pt x="2909" y="640"/>
                    </a:lnTo>
                    <a:close/>
                    <a:moveTo>
                      <a:pt x="4713" y="640"/>
                    </a:moveTo>
                    <a:lnTo>
                      <a:pt x="4596" y="873"/>
                    </a:lnTo>
                    <a:lnTo>
                      <a:pt x="4364" y="815"/>
                    </a:lnTo>
                    <a:lnTo>
                      <a:pt x="4422" y="640"/>
                    </a:lnTo>
                    <a:close/>
                    <a:moveTo>
                      <a:pt x="2793" y="640"/>
                    </a:moveTo>
                    <a:lnTo>
                      <a:pt x="2909" y="931"/>
                    </a:lnTo>
                    <a:lnTo>
                      <a:pt x="2735" y="1048"/>
                    </a:lnTo>
                    <a:lnTo>
                      <a:pt x="2560" y="815"/>
                    </a:lnTo>
                    <a:lnTo>
                      <a:pt x="2618" y="640"/>
                    </a:lnTo>
                    <a:close/>
                    <a:moveTo>
                      <a:pt x="5062" y="640"/>
                    </a:moveTo>
                    <a:lnTo>
                      <a:pt x="5120" y="815"/>
                    </a:lnTo>
                    <a:lnTo>
                      <a:pt x="4945" y="1048"/>
                    </a:lnTo>
                    <a:lnTo>
                      <a:pt x="4713" y="931"/>
                    </a:lnTo>
                    <a:lnTo>
                      <a:pt x="4887" y="640"/>
                    </a:lnTo>
                    <a:close/>
                    <a:moveTo>
                      <a:pt x="2502" y="931"/>
                    </a:moveTo>
                    <a:lnTo>
                      <a:pt x="2618" y="1106"/>
                    </a:lnTo>
                    <a:lnTo>
                      <a:pt x="2327" y="1339"/>
                    </a:lnTo>
                    <a:lnTo>
                      <a:pt x="2502" y="931"/>
                    </a:lnTo>
                    <a:close/>
                    <a:moveTo>
                      <a:pt x="5178" y="931"/>
                    </a:moveTo>
                    <a:lnTo>
                      <a:pt x="5294" y="1339"/>
                    </a:lnTo>
                    <a:lnTo>
                      <a:pt x="5003" y="1106"/>
                    </a:lnTo>
                    <a:lnTo>
                      <a:pt x="5178" y="931"/>
                    </a:lnTo>
                    <a:close/>
                    <a:moveTo>
                      <a:pt x="1746" y="640"/>
                    </a:moveTo>
                    <a:lnTo>
                      <a:pt x="1629" y="989"/>
                    </a:lnTo>
                    <a:lnTo>
                      <a:pt x="1571" y="1280"/>
                    </a:lnTo>
                    <a:lnTo>
                      <a:pt x="1455" y="1571"/>
                    </a:lnTo>
                    <a:lnTo>
                      <a:pt x="873" y="1571"/>
                    </a:lnTo>
                    <a:lnTo>
                      <a:pt x="873" y="1513"/>
                    </a:lnTo>
                    <a:lnTo>
                      <a:pt x="1164" y="699"/>
                    </a:lnTo>
                    <a:lnTo>
                      <a:pt x="1164" y="640"/>
                    </a:lnTo>
                    <a:close/>
                    <a:moveTo>
                      <a:pt x="2444" y="640"/>
                    </a:moveTo>
                    <a:lnTo>
                      <a:pt x="2444" y="699"/>
                    </a:lnTo>
                    <a:lnTo>
                      <a:pt x="2153" y="1513"/>
                    </a:lnTo>
                    <a:lnTo>
                      <a:pt x="2153" y="1571"/>
                    </a:lnTo>
                    <a:lnTo>
                      <a:pt x="1571" y="1571"/>
                    </a:lnTo>
                    <a:lnTo>
                      <a:pt x="1687" y="1222"/>
                    </a:lnTo>
                    <a:lnTo>
                      <a:pt x="1804" y="989"/>
                    </a:lnTo>
                    <a:lnTo>
                      <a:pt x="1920" y="640"/>
                    </a:lnTo>
                    <a:close/>
                    <a:moveTo>
                      <a:pt x="5818" y="640"/>
                    </a:moveTo>
                    <a:lnTo>
                      <a:pt x="5934" y="931"/>
                    </a:lnTo>
                    <a:lnTo>
                      <a:pt x="5992" y="1280"/>
                    </a:lnTo>
                    <a:lnTo>
                      <a:pt x="6109" y="1571"/>
                    </a:lnTo>
                    <a:lnTo>
                      <a:pt x="5527" y="1571"/>
                    </a:lnTo>
                    <a:lnTo>
                      <a:pt x="5236" y="699"/>
                    </a:lnTo>
                    <a:lnTo>
                      <a:pt x="5236" y="640"/>
                    </a:lnTo>
                    <a:close/>
                    <a:moveTo>
                      <a:pt x="6458" y="640"/>
                    </a:moveTo>
                    <a:lnTo>
                      <a:pt x="6516" y="757"/>
                    </a:lnTo>
                    <a:lnTo>
                      <a:pt x="6749" y="1513"/>
                    </a:lnTo>
                    <a:lnTo>
                      <a:pt x="6807" y="1571"/>
                    </a:lnTo>
                    <a:lnTo>
                      <a:pt x="6283" y="1571"/>
                    </a:lnTo>
                    <a:lnTo>
                      <a:pt x="6167" y="1222"/>
                    </a:lnTo>
                    <a:lnTo>
                      <a:pt x="6051" y="1048"/>
                    </a:lnTo>
                    <a:lnTo>
                      <a:pt x="5934" y="640"/>
                    </a:lnTo>
                    <a:close/>
                    <a:moveTo>
                      <a:pt x="6167" y="1746"/>
                    </a:moveTo>
                    <a:lnTo>
                      <a:pt x="6400" y="2386"/>
                    </a:lnTo>
                    <a:lnTo>
                      <a:pt x="6458" y="2618"/>
                    </a:lnTo>
                    <a:lnTo>
                      <a:pt x="5876" y="2618"/>
                    </a:lnTo>
                    <a:lnTo>
                      <a:pt x="5643" y="1804"/>
                    </a:lnTo>
                    <a:lnTo>
                      <a:pt x="5585" y="1746"/>
                    </a:lnTo>
                    <a:close/>
                    <a:moveTo>
                      <a:pt x="6865" y="1746"/>
                    </a:moveTo>
                    <a:lnTo>
                      <a:pt x="6923" y="1862"/>
                    </a:lnTo>
                    <a:lnTo>
                      <a:pt x="7156" y="2618"/>
                    </a:lnTo>
                    <a:lnTo>
                      <a:pt x="6574" y="2618"/>
                    </a:lnTo>
                    <a:lnTo>
                      <a:pt x="6574" y="2502"/>
                    </a:lnTo>
                    <a:lnTo>
                      <a:pt x="6283" y="1746"/>
                    </a:lnTo>
                    <a:close/>
                    <a:moveTo>
                      <a:pt x="1397" y="1688"/>
                    </a:moveTo>
                    <a:lnTo>
                      <a:pt x="1164" y="2444"/>
                    </a:lnTo>
                    <a:lnTo>
                      <a:pt x="1047" y="2851"/>
                    </a:lnTo>
                    <a:lnTo>
                      <a:pt x="757" y="3549"/>
                    </a:lnTo>
                    <a:lnTo>
                      <a:pt x="175" y="3549"/>
                    </a:lnTo>
                    <a:lnTo>
                      <a:pt x="233" y="3375"/>
                    </a:lnTo>
                    <a:lnTo>
                      <a:pt x="466" y="2735"/>
                    </a:lnTo>
                    <a:lnTo>
                      <a:pt x="524" y="2618"/>
                    </a:lnTo>
                    <a:lnTo>
                      <a:pt x="815" y="1746"/>
                    </a:lnTo>
                    <a:lnTo>
                      <a:pt x="815" y="1688"/>
                    </a:lnTo>
                    <a:close/>
                    <a:moveTo>
                      <a:pt x="2095" y="1688"/>
                    </a:moveTo>
                    <a:lnTo>
                      <a:pt x="1978" y="1920"/>
                    </a:lnTo>
                    <a:lnTo>
                      <a:pt x="1746" y="2618"/>
                    </a:lnTo>
                    <a:lnTo>
                      <a:pt x="1746" y="2735"/>
                    </a:lnTo>
                    <a:lnTo>
                      <a:pt x="1455" y="3433"/>
                    </a:lnTo>
                    <a:lnTo>
                      <a:pt x="1397" y="3549"/>
                    </a:lnTo>
                    <a:lnTo>
                      <a:pt x="931" y="3549"/>
                    </a:lnTo>
                    <a:lnTo>
                      <a:pt x="1164" y="2851"/>
                    </a:lnTo>
                    <a:lnTo>
                      <a:pt x="1280" y="2386"/>
                    </a:lnTo>
                    <a:lnTo>
                      <a:pt x="1513" y="1688"/>
                    </a:lnTo>
                    <a:close/>
                    <a:moveTo>
                      <a:pt x="6516" y="2735"/>
                    </a:moveTo>
                    <a:lnTo>
                      <a:pt x="6574" y="2909"/>
                    </a:lnTo>
                    <a:lnTo>
                      <a:pt x="6807" y="3549"/>
                    </a:lnTo>
                    <a:lnTo>
                      <a:pt x="6225" y="3549"/>
                    </a:lnTo>
                    <a:lnTo>
                      <a:pt x="6225" y="3491"/>
                    </a:lnTo>
                    <a:lnTo>
                      <a:pt x="5934" y="2735"/>
                    </a:lnTo>
                    <a:close/>
                    <a:moveTo>
                      <a:pt x="7214" y="2735"/>
                    </a:moveTo>
                    <a:lnTo>
                      <a:pt x="7447" y="3375"/>
                    </a:lnTo>
                    <a:lnTo>
                      <a:pt x="7505" y="3549"/>
                    </a:lnTo>
                    <a:lnTo>
                      <a:pt x="6923" y="3549"/>
                    </a:lnTo>
                    <a:lnTo>
                      <a:pt x="6691" y="2851"/>
                    </a:lnTo>
                    <a:lnTo>
                      <a:pt x="6632" y="2735"/>
                    </a:lnTo>
                    <a:close/>
                    <a:moveTo>
                      <a:pt x="6400" y="0"/>
                    </a:moveTo>
                    <a:lnTo>
                      <a:pt x="6283" y="59"/>
                    </a:lnTo>
                    <a:lnTo>
                      <a:pt x="5934" y="524"/>
                    </a:lnTo>
                    <a:lnTo>
                      <a:pt x="5818" y="524"/>
                    </a:lnTo>
                    <a:lnTo>
                      <a:pt x="6225" y="117"/>
                    </a:lnTo>
                    <a:lnTo>
                      <a:pt x="6051" y="117"/>
                    </a:lnTo>
                    <a:lnTo>
                      <a:pt x="5702" y="524"/>
                    </a:lnTo>
                    <a:lnTo>
                      <a:pt x="5643" y="524"/>
                    </a:lnTo>
                    <a:lnTo>
                      <a:pt x="5992" y="117"/>
                    </a:lnTo>
                    <a:lnTo>
                      <a:pt x="5876" y="117"/>
                    </a:lnTo>
                    <a:lnTo>
                      <a:pt x="5527" y="524"/>
                    </a:lnTo>
                    <a:lnTo>
                      <a:pt x="5411" y="524"/>
                    </a:lnTo>
                    <a:lnTo>
                      <a:pt x="5760" y="117"/>
                    </a:lnTo>
                    <a:lnTo>
                      <a:pt x="5643" y="117"/>
                    </a:lnTo>
                    <a:lnTo>
                      <a:pt x="5294" y="524"/>
                    </a:lnTo>
                    <a:lnTo>
                      <a:pt x="5236" y="524"/>
                    </a:lnTo>
                    <a:lnTo>
                      <a:pt x="5585" y="117"/>
                    </a:lnTo>
                    <a:lnTo>
                      <a:pt x="5469" y="117"/>
                    </a:lnTo>
                    <a:lnTo>
                      <a:pt x="5120" y="466"/>
                    </a:lnTo>
                    <a:lnTo>
                      <a:pt x="5120" y="350"/>
                    </a:lnTo>
                    <a:lnTo>
                      <a:pt x="5352" y="117"/>
                    </a:lnTo>
                    <a:lnTo>
                      <a:pt x="5236" y="117"/>
                    </a:lnTo>
                    <a:lnTo>
                      <a:pt x="5062" y="291"/>
                    </a:lnTo>
                    <a:lnTo>
                      <a:pt x="5003" y="117"/>
                    </a:lnTo>
                    <a:lnTo>
                      <a:pt x="4887" y="117"/>
                    </a:lnTo>
                    <a:lnTo>
                      <a:pt x="5003" y="524"/>
                    </a:lnTo>
                    <a:lnTo>
                      <a:pt x="2618" y="524"/>
                    </a:lnTo>
                    <a:lnTo>
                      <a:pt x="2793" y="117"/>
                    </a:lnTo>
                    <a:lnTo>
                      <a:pt x="2618" y="117"/>
                    </a:lnTo>
                    <a:lnTo>
                      <a:pt x="2618" y="233"/>
                    </a:lnTo>
                    <a:lnTo>
                      <a:pt x="2502" y="117"/>
                    </a:lnTo>
                    <a:lnTo>
                      <a:pt x="2327" y="117"/>
                    </a:lnTo>
                    <a:lnTo>
                      <a:pt x="2560" y="350"/>
                    </a:lnTo>
                    <a:lnTo>
                      <a:pt x="2560" y="408"/>
                    </a:lnTo>
                    <a:lnTo>
                      <a:pt x="2269" y="117"/>
                    </a:lnTo>
                    <a:lnTo>
                      <a:pt x="2153" y="117"/>
                    </a:lnTo>
                    <a:lnTo>
                      <a:pt x="2502" y="524"/>
                    </a:lnTo>
                    <a:lnTo>
                      <a:pt x="2444" y="524"/>
                    </a:lnTo>
                    <a:lnTo>
                      <a:pt x="2095" y="117"/>
                    </a:lnTo>
                    <a:lnTo>
                      <a:pt x="1920" y="117"/>
                    </a:lnTo>
                    <a:lnTo>
                      <a:pt x="2269" y="524"/>
                    </a:lnTo>
                    <a:lnTo>
                      <a:pt x="2211" y="524"/>
                    </a:lnTo>
                    <a:lnTo>
                      <a:pt x="2211" y="466"/>
                    </a:lnTo>
                    <a:lnTo>
                      <a:pt x="1862" y="117"/>
                    </a:lnTo>
                    <a:lnTo>
                      <a:pt x="1746" y="117"/>
                    </a:lnTo>
                    <a:lnTo>
                      <a:pt x="2095" y="524"/>
                    </a:lnTo>
                    <a:lnTo>
                      <a:pt x="1978" y="524"/>
                    </a:lnTo>
                    <a:lnTo>
                      <a:pt x="1978" y="466"/>
                    </a:lnTo>
                    <a:lnTo>
                      <a:pt x="1629" y="117"/>
                    </a:lnTo>
                    <a:lnTo>
                      <a:pt x="1513" y="117"/>
                    </a:lnTo>
                    <a:lnTo>
                      <a:pt x="1862" y="524"/>
                    </a:lnTo>
                    <a:lnTo>
                      <a:pt x="1804" y="524"/>
                    </a:lnTo>
                    <a:lnTo>
                      <a:pt x="1455" y="117"/>
                    </a:lnTo>
                    <a:lnTo>
                      <a:pt x="1222" y="59"/>
                    </a:lnTo>
                    <a:lnTo>
                      <a:pt x="0" y="3607"/>
                    </a:lnTo>
                    <a:lnTo>
                      <a:pt x="1513" y="3607"/>
                    </a:lnTo>
                    <a:lnTo>
                      <a:pt x="1862" y="2735"/>
                    </a:lnTo>
                    <a:lnTo>
                      <a:pt x="2211" y="1688"/>
                    </a:lnTo>
                    <a:lnTo>
                      <a:pt x="2444" y="1397"/>
                    </a:lnTo>
                    <a:lnTo>
                      <a:pt x="2793" y="1164"/>
                    </a:lnTo>
                    <a:lnTo>
                      <a:pt x="2967" y="1048"/>
                    </a:lnTo>
                    <a:lnTo>
                      <a:pt x="3258" y="989"/>
                    </a:lnTo>
                    <a:lnTo>
                      <a:pt x="3491" y="931"/>
                    </a:lnTo>
                    <a:lnTo>
                      <a:pt x="3840" y="873"/>
                    </a:lnTo>
                    <a:lnTo>
                      <a:pt x="4131" y="931"/>
                    </a:lnTo>
                    <a:lnTo>
                      <a:pt x="4422" y="989"/>
                    </a:lnTo>
                    <a:lnTo>
                      <a:pt x="4713" y="1048"/>
                    </a:lnTo>
                    <a:lnTo>
                      <a:pt x="4945" y="1164"/>
                    </a:lnTo>
                    <a:lnTo>
                      <a:pt x="5236" y="1397"/>
                    </a:lnTo>
                    <a:lnTo>
                      <a:pt x="5411" y="1688"/>
                    </a:lnTo>
                    <a:lnTo>
                      <a:pt x="5818" y="2735"/>
                    </a:lnTo>
                    <a:lnTo>
                      <a:pt x="6109" y="3607"/>
                    </a:lnTo>
                    <a:lnTo>
                      <a:pt x="5818" y="3607"/>
                    </a:lnTo>
                    <a:lnTo>
                      <a:pt x="5702" y="3666"/>
                    </a:lnTo>
                    <a:lnTo>
                      <a:pt x="5643" y="3724"/>
                    </a:lnTo>
                    <a:lnTo>
                      <a:pt x="5643" y="4073"/>
                    </a:lnTo>
                    <a:lnTo>
                      <a:pt x="5702" y="4131"/>
                    </a:lnTo>
                    <a:lnTo>
                      <a:pt x="8203" y="4131"/>
                    </a:lnTo>
                    <a:lnTo>
                      <a:pt x="8261" y="4073"/>
                    </a:lnTo>
                    <a:lnTo>
                      <a:pt x="8261" y="3724"/>
                    </a:lnTo>
                    <a:lnTo>
                      <a:pt x="8203" y="3666"/>
                    </a:lnTo>
                    <a:lnTo>
                      <a:pt x="8087" y="3607"/>
                    </a:lnTo>
                    <a:lnTo>
                      <a:pt x="7621" y="3607"/>
                    </a:lnTo>
                    <a:lnTo>
                      <a:pt x="640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38"/>
              <p:cNvSpPr/>
              <p:nvPr/>
            </p:nvSpPr>
            <p:spPr>
              <a:xfrm>
                <a:off x="3698725" y="2554975"/>
                <a:ext cx="65475" cy="13100"/>
              </a:xfrm>
              <a:custGeom>
                <a:avLst/>
                <a:gdLst/>
                <a:ahLst/>
                <a:cxnLst/>
                <a:rect l="l" t="t" r="r" b="b"/>
                <a:pathLst>
                  <a:path w="2619" h="524" extrusionOk="0">
                    <a:moveTo>
                      <a:pt x="175" y="0"/>
                    </a:moveTo>
                    <a:lnTo>
                      <a:pt x="59" y="59"/>
                    </a:lnTo>
                    <a:lnTo>
                      <a:pt x="1" y="117"/>
                    </a:lnTo>
                    <a:lnTo>
                      <a:pt x="1" y="466"/>
                    </a:lnTo>
                    <a:lnTo>
                      <a:pt x="59" y="524"/>
                    </a:lnTo>
                    <a:lnTo>
                      <a:pt x="2560" y="524"/>
                    </a:lnTo>
                    <a:lnTo>
                      <a:pt x="2618" y="466"/>
                    </a:lnTo>
                    <a:lnTo>
                      <a:pt x="2618" y="117"/>
                    </a:lnTo>
                    <a:lnTo>
                      <a:pt x="2560" y="59"/>
                    </a:lnTo>
                    <a:lnTo>
                      <a:pt x="244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38"/>
              <p:cNvSpPr/>
              <p:nvPr/>
            </p:nvSpPr>
            <p:spPr>
              <a:xfrm>
                <a:off x="3746725" y="2328075"/>
                <a:ext cx="125100" cy="107650"/>
              </a:xfrm>
              <a:custGeom>
                <a:avLst/>
                <a:gdLst/>
                <a:ahLst/>
                <a:cxnLst/>
                <a:rect l="l" t="t" r="r" b="b"/>
                <a:pathLst>
                  <a:path w="5004" h="4306" extrusionOk="0">
                    <a:moveTo>
                      <a:pt x="1455" y="699"/>
                    </a:moveTo>
                    <a:lnTo>
                      <a:pt x="1397" y="1397"/>
                    </a:lnTo>
                    <a:lnTo>
                      <a:pt x="989" y="1397"/>
                    </a:lnTo>
                    <a:lnTo>
                      <a:pt x="1048" y="699"/>
                    </a:lnTo>
                    <a:close/>
                    <a:moveTo>
                      <a:pt x="2037" y="699"/>
                    </a:moveTo>
                    <a:lnTo>
                      <a:pt x="1978" y="1397"/>
                    </a:lnTo>
                    <a:lnTo>
                      <a:pt x="1513" y="1397"/>
                    </a:lnTo>
                    <a:lnTo>
                      <a:pt x="1571" y="699"/>
                    </a:lnTo>
                    <a:close/>
                    <a:moveTo>
                      <a:pt x="2793" y="699"/>
                    </a:moveTo>
                    <a:lnTo>
                      <a:pt x="2851" y="1397"/>
                    </a:lnTo>
                    <a:lnTo>
                      <a:pt x="2153" y="1397"/>
                    </a:lnTo>
                    <a:lnTo>
                      <a:pt x="2153" y="699"/>
                    </a:lnTo>
                    <a:close/>
                    <a:moveTo>
                      <a:pt x="3375" y="699"/>
                    </a:moveTo>
                    <a:lnTo>
                      <a:pt x="3433" y="1397"/>
                    </a:lnTo>
                    <a:lnTo>
                      <a:pt x="2967" y="1397"/>
                    </a:lnTo>
                    <a:lnTo>
                      <a:pt x="2909" y="699"/>
                    </a:lnTo>
                    <a:close/>
                    <a:moveTo>
                      <a:pt x="3898" y="699"/>
                    </a:moveTo>
                    <a:lnTo>
                      <a:pt x="3956" y="1397"/>
                    </a:lnTo>
                    <a:lnTo>
                      <a:pt x="3549" y="1397"/>
                    </a:lnTo>
                    <a:lnTo>
                      <a:pt x="3491" y="699"/>
                    </a:lnTo>
                    <a:close/>
                    <a:moveTo>
                      <a:pt x="1397" y="1514"/>
                    </a:moveTo>
                    <a:lnTo>
                      <a:pt x="1338" y="2153"/>
                    </a:lnTo>
                    <a:lnTo>
                      <a:pt x="1280" y="2328"/>
                    </a:lnTo>
                    <a:lnTo>
                      <a:pt x="815" y="2328"/>
                    </a:lnTo>
                    <a:lnTo>
                      <a:pt x="931" y="1572"/>
                    </a:lnTo>
                    <a:lnTo>
                      <a:pt x="931" y="1514"/>
                    </a:lnTo>
                    <a:close/>
                    <a:moveTo>
                      <a:pt x="1978" y="1514"/>
                    </a:moveTo>
                    <a:lnTo>
                      <a:pt x="1978" y="1688"/>
                    </a:lnTo>
                    <a:lnTo>
                      <a:pt x="1920" y="2328"/>
                    </a:lnTo>
                    <a:lnTo>
                      <a:pt x="1455" y="2328"/>
                    </a:lnTo>
                    <a:lnTo>
                      <a:pt x="1455" y="2153"/>
                    </a:lnTo>
                    <a:lnTo>
                      <a:pt x="1513" y="1514"/>
                    </a:lnTo>
                    <a:close/>
                    <a:moveTo>
                      <a:pt x="3433" y="1514"/>
                    </a:moveTo>
                    <a:lnTo>
                      <a:pt x="3491" y="2212"/>
                    </a:lnTo>
                    <a:lnTo>
                      <a:pt x="3491" y="2328"/>
                    </a:lnTo>
                    <a:lnTo>
                      <a:pt x="3026" y="2328"/>
                    </a:lnTo>
                    <a:lnTo>
                      <a:pt x="2967" y="1746"/>
                    </a:lnTo>
                    <a:lnTo>
                      <a:pt x="2967" y="1514"/>
                    </a:lnTo>
                    <a:close/>
                    <a:moveTo>
                      <a:pt x="3956" y="1514"/>
                    </a:moveTo>
                    <a:lnTo>
                      <a:pt x="4014" y="1630"/>
                    </a:lnTo>
                    <a:lnTo>
                      <a:pt x="4131" y="2328"/>
                    </a:lnTo>
                    <a:lnTo>
                      <a:pt x="3665" y="2328"/>
                    </a:lnTo>
                    <a:lnTo>
                      <a:pt x="3607" y="2153"/>
                    </a:lnTo>
                    <a:lnTo>
                      <a:pt x="3549" y="1514"/>
                    </a:lnTo>
                    <a:close/>
                    <a:moveTo>
                      <a:pt x="1280" y="2444"/>
                    </a:moveTo>
                    <a:lnTo>
                      <a:pt x="1280" y="2619"/>
                    </a:lnTo>
                    <a:lnTo>
                      <a:pt x="1164" y="3317"/>
                    </a:lnTo>
                    <a:lnTo>
                      <a:pt x="582" y="3317"/>
                    </a:lnTo>
                    <a:lnTo>
                      <a:pt x="582" y="3259"/>
                    </a:lnTo>
                    <a:lnTo>
                      <a:pt x="815" y="2444"/>
                    </a:lnTo>
                    <a:close/>
                    <a:moveTo>
                      <a:pt x="1920" y="2444"/>
                    </a:moveTo>
                    <a:lnTo>
                      <a:pt x="1804" y="3259"/>
                    </a:lnTo>
                    <a:lnTo>
                      <a:pt x="1804" y="3317"/>
                    </a:lnTo>
                    <a:lnTo>
                      <a:pt x="1338" y="3317"/>
                    </a:lnTo>
                    <a:lnTo>
                      <a:pt x="1397" y="2677"/>
                    </a:lnTo>
                    <a:lnTo>
                      <a:pt x="1397" y="2444"/>
                    </a:lnTo>
                    <a:close/>
                    <a:moveTo>
                      <a:pt x="3549" y="2444"/>
                    </a:moveTo>
                    <a:lnTo>
                      <a:pt x="3549" y="2677"/>
                    </a:lnTo>
                    <a:lnTo>
                      <a:pt x="3665" y="3317"/>
                    </a:lnTo>
                    <a:lnTo>
                      <a:pt x="3142" y="3317"/>
                    </a:lnTo>
                    <a:lnTo>
                      <a:pt x="3142" y="3259"/>
                    </a:lnTo>
                    <a:lnTo>
                      <a:pt x="3084" y="2444"/>
                    </a:lnTo>
                    <a:close/>
                    <a:moveTo>
                      <a:pt x="4131" y="2444"/>
                    </a:moveTo>
                    <a:lnTo>
                      <a:pt x="4305" y="3317"/>
                    </a:lnTo>
                    <a:lnTo>
                      <a:pt x="3782" y="3317"/>
                    </a:lnTo>
                    <a:lnTo>
                      <a:pt x="3665" y="2677"/>
                    </a:lnTo>
                    <a:lnTo>
                      <a:pt x="3665" y="2444"/>
                    </a:lnTo>
                    <a:close/>
                    <a:moveTo>
                      <a:pt x="1164" y="3491"/>
                    </a:moveTo>
                    <a:lnTo>
                      <a:pt x="1164" y="3550"/>
                    </a:lnTo>
                    <a:lnTo>
                      <a:pt x="524" y="3550"/>
                    </a:lnTo>
                    <a:lnTo>
                      <a:pt x="582" y="3491"/>
                    </a:lnTo>
                    <a:close/>
                    <a:moveTo>
                      <a:pt x="1804" y="3491"/>
                    </a:moveTo>
                    <a:lnTo>
                      <a:pt x="1746" y="3550"/>
                    </a:lnTo>
                    <a:lnTo>
                      <a:pt x="1280" y="3550"/>
                    </a:lnTo>
                    <a:lnTo>
                      <a:pt x="1280" y="3491"/>
                    </a:lnTo>
                    <a:close/>
                    <a:moveTo>
                      <a:pt x="2851" y="1514"/>
                    </a:moveTo>
                    <a:lnTo>
                      <a:pt x="2851" y="1572"/>
                    </a:lnTo>
                    <a:lnTo>
                      <a:pt x="2967" y="2619"/>
                    </a:lnTo>
                    <a:lnTo>
                      <a:pt x="3026" y="3433"/>
                    </a:lnTo>
                    <a:lnTo>
                      <a:pt x="3084" y="3550"/>
                    </a:lnTo>
                    <a:lnTo>
                      <a:pt x="1920" y="3550"/>
                    </a:lnTo>
                    <a:lnTo>
                      <a:pt x="1920" y="3433"/>
                    </a:lnTo>
                    <a:lnTo>
                      <a:pt x="2037" y="2619"/>
                    </a:lnTo>
                    <a:lnTo>
                      <a:pt x="2095" y="1514"/>
                    </a:lnTo>
                    <a:close/>
                    <a:moveTo>
                      <a:pt x="3665" y="3491"/>
                    </a:moveTo>
                    <a:lnTo>
                      <a:pt x="3665" y="3550"/>
                    </a:lnTo>
                    <a:lnTo>
                      <a:pt x="3200" y="3550"/>
                    </a:lnTo>
                    <a:lnTo>
                      <a:pt x="3200" y="3491"/>
                    </a:lnTo>
                    <a:close/>
                    <a:moveTo>
                      <a:pt x="4364" y="3491"/>
                    </a:moveTo>
                    <a:lnTo>
                      <a:pt x="4364" y="3550"/>
                    </a:lnTo>
                    <a:lnTo>
                      <a:pt x="3782" y="3550"/>
                    </a:lnTo>
                    <a:lnTo>
                      <a:pt x="3782" y="3491"/>
                    </a:lnTo>
                    <a:close/>
                    <a:moveTo>
                      <a:pt x="698" y="1"/>
                    </a:moveTo>
                    <a:lnTo>
                      <a:pt x="640" y="175"/>
                    </a:lnTo>
                    <a:lnTo>
                      <a:pt x="582" y="292"/>
                    </a:lnTo>
                    <a:lnTo>
                      <a:pt x="640" y="408"/>
                    </a:lnTo>
                    <a:lnTo>
                      <a:pt x="698" y="583"/>
                    </a:lnTo>
                    <a:lnTo>
                      <a:pt x="815" y="641"/>
                    </a:lnTo>
                    <a:lnTo>
                      <a:pt x="931" y="699"/>
                    </a:lnTo>
                    <a:lnTo>
                      <a:pt x="815" y="1455"/>
                    </a:lnTo>
                    <a:lnTo>
                      <a:pt x="698" y="2212"/>
                    </a:lnTo>
                    <a:lnTo>
                      <a:pt x="408" y="3550"/>
                    </a:lnTo>
                    <a:lnTo>
                      <a:pt x="0" y="3550"/>
                    </a:lnTo>
                    <a:lnTo>
                      <a:pt x="0" y="4248"/>
                    </a:lnTo>
                    <a:lnTo>
                      <a:pt x="117" y="4248"/>
                    </a:lnTo>
                    <a:lnTo>
                      <a:pt x="117" y="3666"/>
                    </a:lnTo>
                    <a:lnTo>
                      <a:pt x="349" y="3666"/>
                    </a:lnTo>
                    <a:lnTo>
                      <a:pt x="233" y="4248"/>
                    </a:lnTo>
                    <a:lnTo>
                      <a:pt x="349" y="4248"/>
                    </a:lnTo>
                    <a:lnTo>
                      <a:pt x="524" y="3666"/>
                    </a:lnTo>
                    <a:lnTo>
                      <a:pt x="582" y="3666"/>
                    </a:lnTo>
                    <a:lnTo>
                      <a:pt x="582" y="4248"/>
                    </a:lnTo>
                    <a:lnTo>
                      <a:pt x="698" y="4248"/>
                    </a:lnTo>
                    <a:lnTo>
                      <a:pt x="698" y="3666"/>
                    </a:lnTo>
                    <a:lnTo>
                      <a:pt x="1106" y="3666"/>
                    </a:lnTo>
                    <a:lnTo>
                      <a:pt x="1106" y="3957"/>
                    </a:lnTo>
                    <a:lnTo>
                      <a:pt x="1048" y="4248"/>
                    </a:lnTo>
                    <a:lnTo>
                      <a:pt x="1222" y="4248"/>
                    </a:lnTo>
                    <a:lnTo>
                      <a:pt x="1222" y="3957"/>
                    </a:lnTo>
                    <a:lnTo>
                      <a:pt x="1280" y="3666"/>
                    </a:lnTo>
                    <a:lnTo>
                      <a:pt x="1629" y="3666"/>
                    </a:lnTo>
                    <a:lnTo>
                      <a:pt x="1629" y="4248"/>
                    </a:lnTo>
                    <a:lnTo>
                      <a:pt x="1804" y="4248"/>
                    </a:lnTo>
                    <a:lnTo>
                      <a:pt x="1862" y="3666"/>
                    </a:lnTo>
                    <a:lnTo>
                      <a:pt x="2153" y="3666"/>
                    </a:lnTo>
                    <a:lnTo>
                      <a:pt x="2153" y="4248"/>
                    </a:lnTo>
                    <a:lnTo>
                      <a:pt x="2269" y="4248"/>
                    </a:lnTo>
                    <a:lnTo>
                      <a:pt x="2269" y="3666"/>
                    </a:lnTo>
                    <a:lnTo>
                      <a:pt x="2676" y="3666"/>
                    </a:lnTo>
                    <a:lnTo>
                      <a:pt x="2676" y="4248"/>
                    </a:lnTo>
                    <a:lnTo>
                      <a:pt x="2793" y="4248"/>
                    </a:lnTo>
                    <a:lnTo>
                      <a:pt x="2793" y="3666"/>
                    </a:lnTo>
                    <a:lnTo>
                      <a:pt x="3084" y="3666"/>
                    </a:lnTo>
                    <a:lnTo>
                      <a:pt x="3200" y="4248"/>
                    </a:lnTo>
                    <a:lnTo>
                      <a:pt x="3316" y="4248"/>
                    </a:lnTo>
                    <a:lnTo>
                      <a:pt x="3316" y="3666"/>
                    </a:lnTo>
                    <a:lnTo>
                      <a:pt x="3665" y="3666"/>
                    </a:lnTo>
                    <a:lnTo>
                      <a:pt x="3724" y="3782"/>
                    </a:lnTo>
                    <a:lnTo>
                      <a:pt x="3724" y="4248"/>
                    </a:lnTo>
                    <a:lnTo>
                      <a:pt x="3898" y="4248"/>
                    </a:lnTo>
                    <a:lnTo>
                      <a:pt x="3840" y="3782"/>
                    </a:lnTo>
                    <a:lnTo>
                      <a:pt x="3840" y="3666"/>
                    </a:lnTo>
                    <a:lnTo>
                      <a:pt x="4247" y="3666"/>
                    </a:lnTo>
                    <a:lnTo>
                      <a:pt x="4247" y="4248"/>
                    </a:lnTo>
                    <a:lnTo>
                      <a:pt x="4364" y="4248"/>
                    </a:lnTo>
                    <a:lnTo>
                      <a:pt x="4364" y="3666"/>
                    </a:lnTo>
                    <a:lnTo>
                      <a:pt x="4422" y="3666"/>
                    </a:lnTo>
                    <a:lnTo>
                      <a:pt x="4596" y="4248"/>
                    </a:lnTo>
                    <a:lnTo>
                      <a:pt x="4713" y="4248"/>
                    </a:lnTo>
                    <a:lnTo>
                      <a:pt x="4538" y="3666"/>
                    </a:lnTo>
                    <a:lnTo>
                      <a:pt x="4829" y="3666"/>
                    </a:lnTo>
                    <a:lnTo>
                      <a:pt x="4829" y="4248"/>
                    </a:lnTo>
                    <a:lnTo>
                      <a:pt x="5003" y="4306"/>
                    </a:lnTo>
                    <a:lnTo>
                      <a:pt x="5003" y="3550"/>
                    </a:lnTo>
                    <a:lnTo>
                      <a:pt x="4538" y="3550"/>
                    </a:lnTo>
                    <a:lnTo>
                      <a:pt x="4247" y="2212"/>
                    </a:lnTo>
                    <a:lnTo>
                      <a:pt x="4073" y="1455"/>
                    </a:lnTo>
                    <a:lnTo>
                      <a:pt x="4014" y="699"/>
                    </a:lnTo>
                    <a:lnTo>
                      <a:pt x="4131" y="641"/>
                    </a:lnTo>
                    <a:lnTo>
                      <a:pt x="4247" y="583"/>
                    </a:lnTo>
                    <a:lnTo>
                      <a:pt x="4305" y="408"/>
                    </a:lnTo>
                    <a:lnTo>
                      <a:pt x="4364" y="292"/>
                    </a:lnTo>
                    <a:lnTo>
                      <a:pt x="4305" y="175"/>
                    </a:lnTo>
                    <a:lnTo>
                      <a:pt x="424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38"/>
              <p:cNvSpPr/>
              <p:nvPr/>
            </p:nvSpPr>
            <p:spPr>
              <a:xfrm>
                <a:off x="3787450" y="2168100"/>
                <a:ext cx="10200" cy="82925"/>
              </a:xfrm>
              <a:custGeom>
                <a:avLst/>
                <a:gdLst/>
                <a:ahLst/>
                <a:cxnLst/>
                <a:rect l="l" t="t" r="r" b="b"/>
                <a:pathLst>
                  <a:path w="408" h="3317" extrusionOk="0">
                    <a:moveTo>
                      <a:pt x="291" y="1"/>
                    </a:moveTo>
                    <a:lnTo>
                      <a:pt x="233" y="59"/>
                    </a:lnTo>
                    <a:lnTo>
                      <a:pt x="233" y="117"/>
                    </a:lnTo>
                    <a:lnTo>
                      <a:pt x="408" y="350"/>
                    </a:lnTo>
                    <a:lnTo>
                      <a:pt x="408" y="117"/>
                    </a:lnTo>
                    <a:lnTo>
                      <a:pt x="349" y="1"/>
                    </a:lnTo>
                    <a:close/>
                    <a:moveTo>
                      <a:pt x="408" y="350"/>
                    </a:moveTo>
                    <a:lnTo>
                      <a:pt x="233" y="582"/>
                    </a:lnTo>
                    <a:lnTo>
                      <a:pt x="175" y="990"/>
                    </a:lnTo>
                    <a:lnTo>
                      <a:pt x="349" y="1222"/>
                    </a:lnTo>
                    <a:lnTo>
                      <a:pt x="175" y="1513"/>
                    </a:lnTo>
                    <a:lnTo>
                      <a:pt x="117" y="1804"/>
                    </a:lnTo>
                    <a:lnTo>
                      <a:pt x="328" y="2015"/>
                    </a:lnTo>
                    <a:lnTo>
                      <a:pt x="328" y="2015"/>
                    </a:lnTo>
                    <a:lnTo>
                      <a:pt x="349" y="1862"/>
                    </a:lnTo>
                    <a:lnTo>
                      <a:pt x="233" y="1746"/>
                    </a:lnTo>
                    <a:lnTo>
                      <a:pt x="349" y="1746"/>
                    </a:lnTo>
                    <a:lnTo>
                      <a:pt x="349" y="1571"/>
                    </a:lnTo>
                    <a:lnTo>
                      <a:pt x="233" y="1571"/>
                    </a:lnTo>
                    <a:lnTo>
                      <a:pt x="349" y="1455"/>
                    </a:lnTo>
                    <a:lnTo>
                      <a:pt x="408" y="1048"/>
                    </a:lnTo>
                    <a:lnTo>
                      <a:pt x="291" y="873"/>
                    </a:lnTo>
                    <a:lnTo>
                      <a:pt x="408" y="873"/>
                    </a:lnTo>
                    <a:lnTo>
                      <a:pt x="408" y="757"/>
                    </a:lnTo>
                    <a:lnTo>
                      <a:pt x="291" y="757"/>
                    </a:lnTo>
                    <a:lnTo>
                      <a:pt x="408" y="582"/>
                    </a:lnTo>
                    <a:lnTo>
                      <a:pt x="408" y="350"/>
                    </a:lnTo>
                    <a:close/>
                    <a:moveTo>
                      <a:pt x="328" y="2015"/>
                    </a:moveTo>
                    <a:lnTo>
                      <a:pt x="319" y="2075"/>
                    </a:lnTo>
                    <a:lnTo>
                      <a:pt x="349" y="2037"/>
                    </a:lnTo>
                    <a:lnTo>
                      <a:pt x="328" y="2015"/>
                    </a:lnTo>
                    <a:close/>
                    <a:moveTo>
                      <a:pt x="319" y="2075"/>
                    </a:moveTo>
                    <a:lnTo>
                      <a:pt x="117" y="2328"/>
                    </a:lnTo>
                    <a:lnTo>
                      <a:pt x="58" y="2677"/>
                    </a:lnTo>
                    <a:lnTo>
                      <a:pt x="291" y="2909"/>
                    </a:lnTo>
                    <a:lnTo>
                      <a:pt x="291" y="2735"/>
                    </a:lnTo>
                    <a:lnTo>
                      <a:pt x="175" y="2560"/>
                    </a:lnTo>
                    <a:lnTo>
                      <a:pt x="291" y="2560"/>
                    </a:lnTo>
                    <a:lnTo>
                      <a:pt x="291" y="2444"/>
                    </a:lnTo>
                    <a:lnTo>
                      <a:pt x="175" y="2444"/>
                    </a:lnTo>
                    <a:lnTo>
                      <a:pt x="291" y="2269"/>
                    </a:lnTo>
                    <a:lnTo>
                      <a:pt x="319" y="2075"/>
                    </a:lnTo>
                    <a:close/>
                    <a:moveTo>
                      <a:pt x="291" y="2909"/>
                    </a:moveTo>
                    <a:lnTo>
                      <a:pt x="0" y="3200"/>
                    </a:lnTo>
                    <a:lnTo>
                      <a:pt x="0" y="3317"/>
                    </a:lnTo>
                    <a:lnTo>
                      <a:pt x="117" y="3317"/>
                    </a:lnTo>
                    <a:lnTo>
                      <a:pt x="291" y="3142"/>
                    </a:lnTo>
                    <a:lnTo>
                      <a:pt x="291" y="2909"/>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38"/>
              <p:cNvSpPr/>
              <p:nvPr/>
            </p:nvSpPr>
            <p:spPr>
              <a:xfrm>
                <a:off x="3797625" y="2168100"/>
                <a:ext cx="7300" cy="82925"/>
              </a:xfrm>
              <a:custGeom>
                <a:avLst/>
                <a:gdLst/>
                <a:ahLst/>
                <a:cxnLst/>
                <a:rect l="l" t="t" r="r" b="b"/>
                <a:pathLst>
                  <a:path w="292" h="3317" extrusionOk="0">
                    <a:moveTo>
                      <a:pt x="233" y="1"/>
                    </a:moveTo>
                    <a:lnTo>
                      <a:pt x="175" y="175"/>
                    </a:lnTo>
                    <a:lnTo>
                      <a:pt x="117" y="524"/>
                    </a:lnTo>
                    <a:lnTo>
                      <a:pt x="233" y="757"/>
                    </a:lnTo>
                    <a:lnTo>
                      <a:pt x="117" y="757"/>
                    </a:lnTo>
                    <a:lnTo>
                      <a:pt x="117" y="873"/>
                    </a:lnTo>
                    <a:lnTo>
                      <a:pt x="233" y="873"/>
                    </a:lnTo>
                    <a:lnTo>
                      <a:pt x="117" y="1048"/>
                    </a:lnTo>
                    <a:lnTo>
                      <a:pt x="59" y="1455"/>
                    </a:lnTo>
                    <a:lnTo>
                      <a:pt x="175" y="1571"/>
                    </a:lnTo>
                    <a:lnTo>
                      <a:pt x="59" y="1571"/>
                    </a:lnTo>
                    <a:lnTo>
                      <a:pt x="59" y="1746"/>
                    </a:lnTo>
                    <a:lnTo>
                      <a:pt x="175" y="1746"/>
                    </a:lnTo>
                    <a:lnTo>
                      <a:pt x="59" y="1862"/>
                    </a:lnTo>
                    <a:lnTo>
                      <a:pt x="59" y="2037"/>
                    </a:lnTo>
                    <a:lnTo>
                      <a:pt x="291" y="1804"/>
                    </a:lnTo>
                    <a:lnTo>
                      <a:pt x="291" y="1513"/>
                    </a:lnTo>
                    <a:lnTo>
                      <a:pt x="117" y="1222"/>
                    </a:lnTo>
                    <a:lnTo>
                      <a:pt x="291" y="1048"/>
                    </a:lnTo>
                    <a:lnTo>
                      <a:pt x="291" y="582"/>
                    </a:lnTo>
                    <a:lnTo>
                      <a:pt x="175" y="350"/>
                    </a:lnTo>
                    <a:lnTo>
                      <a:pt x="291" y="175"/>
                    </a:lnTo>
                    <a:lnTo>
                      <a:pt x="291" y="1"/>
                    </a:lnTo>
                    <a:close/>
                    <a:moveTo>
                      <a:pt x="59" y="2037"/>
                    </a:moveTo>
                    <a:lnTo>
                      <a:pt x="59" y="2211"/>
                    </a:lnTo>
                    <a:lnTo>
                      <a:pt x="233" y="2444"/>
                    </a:lnTo>
                    <a:lnTo>
                      <a:pt x="233" y="2328"/>
                    </a:lnTo>
                    <a:lnTo>
                      <a:pt x="59" y="2037"/>
                    </a:lnTo>
                    <a:close/>
                    <a:moveTo>
                      <a:pt x="59" y="2444"/>
                    </a:moveTo>
                    <a:lnTo>
                      <a:pt x="1" y="2560"/>
                    </a:lnTo>
                    <a:lnTo>
                      <a:pt x="175" y="2560"/>
                    </a:lnTo>
                    <a:lnTo>
                      <a:pt x="1" y="2793"/>
                    </a:lnTo>
                    <a:lnTo>
                      <a:pt x="1" y="3084"/>
                    </a:lnTo>
                    <a:lnTo>
                      <a:pt x="175" y="3317"/>
                    </a:lnTo>
                    <a:lnTo>
                      <a:pt x="233" y="3317"/>
                    </a:lnTo>
                    <a:lnTo>
                      <a:pt x="233" y="3200"/>
                    </a:lnTo>
                    <a:lnTo>
                      <a:pt x="59" y="2968"/>
                    </a:lnTo>
                    <a:lnTo>
                      <a:pt x="233" y="2677"/>
                    </a:lnTo>
                    <a:lnTo>
                      <a:pt x="233" y="2444"/>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38"/>
              <p:cNvSpPr/>
              <p:nvPr/>
            </p:nvSpPr>
            <p:spPr>
              <a:xfrm>
                <a:off x="3817975" y="2168100"/>
                <a:ext cx="5850" cy="30575"/>
              </a:xfrm>
              <a:custGeom>
                <a:avLst/>
                <a:gdLst/>
                <a:ahLst/>
                <a:cxnLst/>
                <a:rect l="l" t="t" r="r" b="b"/>
                <a:pathLst>
                  <a:path w="234" h="1223" extrusionOk="0">
                    <a:moveTo>
                      <a:pt x="59" y="1"/>
                    </a:moveTo>
                    <a:lnTo>
                      <a:pt x="1" y="175"/>
                    </a:lnTo>
                    <a:lnTo>
                      <a:pt x="1" y="350"/>
                    </a:lnTo>
                    <a:lnTo>
                      <a:pt x="176" y="59"/>
                    </a:lnTo>
                    <a:lnTo>
                      <a:pt x="176" y="1"/>
                    </a:lnTo>
                    <a:close/>
                    <a:moveTo>
                      <a:pt x="1" y="350"/>
                    </a:moveTo>
                    <a:lnTo>
                      <a:pt x="1" y="582"/>
                    </a:lnTo>
                    <a:lnTo>
                      <a:pt x="176" y="757"/>
                    </a:lnTo>
                    <a:lnTo>
                      <a:pt x="59" y="757"/>
                    </a:lnTo>
                    <a:lnTo>
                      <a:pt x="59" y="873"/>
                    </a:lnTo>
                    <a:lnTo>
                      <a:pt x="176" y="873"/>
                    </a:lnTo>
                    <a:lnTo>
                      <a:pt x="59" y="1048"/>
                    </a:lnTo>
                    <a:lnTo>
                      <a:pt x="59" y="1222"/>
                    </a:lnTo>
                    <a:lnTo>
                      <a:pt x="234" y="990"/>
                    </a:lnTo>
                    <a:lnTo>
                      <a:pt x="234" y="641"/>
                    </a:lnTo>
                    <a:lnTo>
                      <a:pt x="1" y="35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38"/>
              <p:cNvSpPr/>
              <p:nvPr/>
            </p:nvSpPr>
            <p:spPr>
              <a:xfrm>
                <a:off x="3819450" y="2200100"/>
                <a:ext cx="10200" cy="50925"/>
              </a:xfrm>
              <a:custGeom>
                <a:avLst/>
                <a:gdLst/>
                <a:ahLst/>
                <a:cxnLst/>
                <a:rect l="l" t="t" r="r" b="b"/>
                <a:pathLst>
                  <a:path w="408" h="2037" extrusionOk="0">
                    <a:moveTo>
                      <a:pt x="0" y="0"/>
                    </a:moveTo>
                    <a:lnTo>
                      <a:pt x="0" y="233"/>
                    </a:lnTo>
                    <a:lnTo>
                      <a:pt x="117" y="291"/>
                    </a:lnTo>
                    <a:lnTo>
                      <a:pt x="0" y="291"/>
                    </a:lnTo>
                    <a:lnTo>
                      <a:pt x="58" y="466"/>
                    </a:lnTo>
                    <a:lnTo>
                      <a:pt x="117" y="466"/>
                    </a:lnTo>
                    <a:lnTo>
                      <a:pt x="58" y="582"/>
                    </a:lnTo>
                    <a:lnTo>
                      <a:pt x="58" y="757"/>
                    </a:lnTo>
                    <a:lnTo>
                      <a:pt x="233" y="524"/>
                    </a:lnTo>
                    <a:lnTo>
                      <a:pt x="233" y="291"/>
                    </a:lnTo>
                    <a:lnTo>
                      <a:pt x="0" y="0"/>
                    </a:lnTo>
                    <a:close/>
                    <a:moveTo>
                      <a:pt x="58" y="757"/>
                    </a:moveTo>
                    <a:lnTo>
                      <a:pt x="58" y="989"/>
                    </a:lnTo>
                    <a:lnTo>
                      <a:pt x="233" y="1164"/>
                    </a:lnTo>
                    <a:lnTo>
                      <a:pt x="58" y="1164"/>
                    </a:lnTo>
                    <a:lnTo>
                      <a:pt x="58" y="1280"/>
                    </a:lnTo>
                    <a:lnTo>
                      <a:pt x="233" y="1280"/>
                    </a:lnTo>
                    <a:lnTo>
                      <a:pt x="58" y="1455"/>
                    </a:lnTo>
                    <a:lnTo>
                      <a:pt x="117" y="1862"/>
                    </a:lnTo>
                    <a:lnTo>
                      <a:pt x="291" y="2037"/>
                    </a:lnTo>
                    <a:lnTo>
                      <a:pt x="407" y="2037"/>
                    </a:lnTo>
                    <a:lnTo>
                      <a:pt x="349" y="1920"/>
                    </a:lnTo>
                    <a:lnTo>
                      <a:pt x="117" y="1629"/>
                    </a:lnTo>
                    <a:lnTo>
                      <a:pt x="291" y="1397"/>
                    </a:lnTo>
                    <a:lnTo>
                      <a:pt x="291" y="1048"/>
                    </a:lnTo>
                    <a:lnTo>
                      <a:pt x="58" y="757"/>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38"/>
              <p:cNvSpPr/>
              <p:nvPr/>
            </p:nvSpPr>
            <p:spPr>
              <a:xfrm>
                <a:off x="3810725" y="2168100"/>
                <a:ext cx="8750" cy="82925"/>
              </a:xfrm>
              <a:custGeom>
                <a:avLst/>
                <a:gdLst/>
                <a:ahLst/>
                <a:cxnLst/>
                <a:rect l="l" t="t" r="r" b="b"/>
                <a:pathLst>
                  <a:path w="350" h="3317" extrusionOk="0">
                    <a:moveTo>
                      <a:pt x="0" y="1"/>
                    </a:moveTo>
                    <a:lnTo>
                      <a:pt x="0" y="175"/>
                    </a:lnTo>
                    <a:lnTo>
                      <a:pt x="175" y="350"/>
                    </a:lnTo>
                    <a:lnTo>
                      <a:pt x="175" y="175"/>
                    </a:lnTo>
                    <a:lnTo>
                      <a:pt x="58" y="1"/>
                    </a:lnTo>
                    <a:close/>
                    <a:moveTo>
                      <a:pt x="175" y="350"/>
                    </a:moveTo>
                    <a:lnTo>
                      <a:pt x="0" y="641"/>
                    </a:lnTo>
                    <a:lnTo>
                      <a:pt x="0" y="1048"/>
                    </a:lnTo>
                    <a:lnTo>
                      <a:pt x="175" y="1280"/>
                    </a:lnTo>
                    <a:lnTo>
                      <a:pt x="58" y="1455"/>
                    </a:lnTo>
                    <a:lnTo>
                      <a:pt x="58" y="1804"/>
                    </a:lnTo>
                    <a:lnTo>
                      <a:pt x="233" y="2037"/>
                    </a:lnTo>
                    <a:lnTo>
                      <a:pt x="58" y="2269"/>
                    </a:lnTo>
                    <a:lnTo>
                      <a:pt x="58" y="2735"/>
                    </a:lnTo>
                    <a:lnTo>
                      <a:pt x="291" y="2909"/>
                    </a:lnTo>
                    <a:lnTo>
                      <a:pt x="58" y="3200"/>
                    </a:lnTo>
                    <a:lnTo>
                      <a:pt x="116" y="3317"/>
                    </a:lnTo>
                    <a:lnTo>
                      <a:pt x="175" y="3317"/>
                    </a:lnTo>
                    <a:lnTo>
                      <a:pt x="349" y="3084"/>
                    </a:lnTo>
                    <a:lnTo>
                      <a:pt x="291" y="2793"/>
                    </a:lnTo>
                    <a:lnTo>
                      <a:pt x="116" y="2560"/>
                    </a:lnTo>
                    <a:lnTo>
                      <a:pt x="291" y="2560"/>
                    </a:lnTo>
                    <a:lnTo>
                      <a:pt x="291" y="2444"/>
                    </a:lnTo>
                    <a:lnTo>
                      <a:pt x="116" y="2444"/>
                    </a:lnTo>
                    <a:lnTo>
                      <a:pt x="291" y="2211"/>
                    </a:lnTo>
                    <a:lnTo>
                      <a:pt x="233" y="1862"/>
                    </a:lnTo>
                    <a:lnTo>
                      <a:pt x="116" y="1746"/>
                    </a:lnTo>
                    <a:lnTo>
                      <a:pt x="233" y="1746"/>
                    </a:lnTo>
                    <a:lnTo>
                      <a:pt x="233" y="1571"/>
                    </a:lnTo>
                    <a:lnTo>
                      <a:pt x="116" y="1571"/>
                    </a:lnTo>
                    <a:lnTo>
                      <a:pt x="233" y="1397"/>
                    </a:lnTo>
                    <a:lnTo>
                      <a:pt x="233" y="1048"/>
                    </a:lnTo>
                    <a:lnTo>
                      <a:pt x="58" y="873"/>
                    </a:lnTo>
                    <a:lnTo>
                      <a:pt x="233" y="873"/>
                    </a:lnTo>
                    <a:lnTo>
                      <a:pt x="175" y="757"/>
                    </a:lnTo>
                    <a:lnTo>
                      <a:pt x="116" y="757"/>
                    </a:lnTo>
                    <a:lnTo>
                      <a:pt x="175" y="582"/>
                    </a:lnTo>
                    <a:lnTo>
                      <a:pt x="175" y="35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38"/>
              <p:cNvSpPr/>
              <p:nvPr/>
            </p:nvSpPr>
            <p:spPr>
              <a:xfrm>
                <a:off x="3774350" y="2080850"/>
                <a:ext cx="66925" cy="237075"/>
              </a:xfrm>
              <a:custGeom>
                <a:avLst/>
                <a:gdLst/>
                <a:ahLst/>
                <a:cxnLst/>
                <a:rect l="l" t="t" r="r" b="b"/>
                <a:pathLst>
                  <a:path w="2677" h="9483" extrusionOk="0">
                    <a:moveTo>
                      <a:pt x="1513" y="1047"/>
                    </a:moveTo>
                    <a:lnTo>
                      <a:pt x="1513" y="1105"/>
                    </a:lnTo>
                    <a:lnTo>
                      <a:pt x="1455" y="1047"/>
                    </a:lnTo>
                    <a:close/>
                    <a:moveTo>
                      <a:pt x="1106" y="1047"/>
                    </a:moveTo>
                    <a:lnTo>
                      <a:pt x="1106" y="1164"/>
                    </a:lnTo>
                    <a:lnTo>
                      <a:pt x="990" y="1047"/>
                    </a:lnTo>
                    <a:close/>
                    <a:moveTo>
                      <a:pt x="1746" y="1047"/>
                    </a:moveTo>
                    <a:lnTo>
                      <a:pt x="1630" y="1222"/>
                    </a:lnTo>
                    <a:lnTo>
                      <a:pt x="1630" y="1047"/>
                    </a:lnTo>
                    <a:close/>
                    <a:moveTo>
                      <a:pt x="873" y="1164"/>
                    </a:moveTo>
                    <a:lnTo>
                      <a:pt x="990" y="1338"/>
                    </a:lnTo>
                    <a:lnTo>
                      <a:pt x="873" y="1513"/>
                    </a:lnTo>
                    <a:lnTo>
                      <a:pt x="873" y="1164"/>
                    </a:lnTo>
                    <a:close/>
                    <a:moveTo>
                      <a:pt x="1397" y="1222"/>
                    </a:moveTo>
                    <a:lnTo>
                      <a:pt x="1513" y="1338"/>
                    </a:lnTo>
                    <a:lnTo>
                      <a:pt x="1513" y="1396"/>
                    </a:lnTo>
                    <a:lnTo>
                      <a:pt x="1397" y="1513"/>
                    </a:lnTo>
                    <a:lnTo>
                      <a:pt x="1397" y="1280"/>
                    </a:lnTo>
                    <a:lnTo>
                      <a:pt x="1397" y="1222"/>
                    </a:lnTo>
                    <a:close/>
                    <a:moveTo>
                      <a:pt x="1804" y="1164"/>
                    </a:moveTo>
                    <a:lnTo>
                      <a:pt x="1862" y="1571"/>
                    </a:lnTo>
                    <a:lnTo>
                      <a:pt x="1688" y="1338"/>
                    </a:lnTo>
                    <a:lnTo>
                      <a:pt x="1804" y="1164"/>
                    </a:lnTo>
                    <a:close/>
                    <a:moveTo>
                      <a:pt x="1281" y="1164"/>
                    </a:moveTo>
                    <a:lnTo>
                      <a:pt x="1281" y="1280"/>
                    </a:lnTo>
                    <a:lnTo>
                      <a:pt x="1281" y="1571"/>
                    </a:lnTo>
                    <a:lnTo>
                      <a:pt x="1222" y="1396"/>
                    </a:lnTo>
                    <a:lnTo>
                      <a:pt x="1222" y="1280"/>
                    </a:lnTo>
                    <a:lnTo>
                      <a:pt x="1281" y="1164"/>
                    </a:lnTo>
                    <a:close/>
                    <a:moveTo>
                      <a:pt x="1048" y="1513"/>
                    </a:moveTo>
                    <a:lnTo>
                      <a:pt x="1048" y="1687"/>
                    </a:lnTo>
                    <a:lnTo>
                      <a:pt x="932" y="1687"/>
                    </a:lnTo>
                    <a:lnTo>
                      <a:pt x="1048" y="1513"/>
                    </a:lnTo>
                    <a:close/>
                    <a:moveTo>
                      <a:pt x="1164" y="1629"/>
                    </a:moveTo>
                    <a:lnTo>
                      <a:pt x="1222" y="1687"/>
                    </a:lnTo>
                    <a:lnTo>
                      <a:pt x="1164" y="1687"/>
                    </a:lnTo>
                    <a:lnTo>
                      <a:pt x="1164" y="1629"/>
                    </a:lnTo>
                    <a:close/>
                    <a:moveTo>
                      <a:pt x="1513" y="1629"/>
                    </a:moveTo>
                    <a:lnTo>
                      <a:pt x="1513" y="1687"/>
                    </a:lnTo>
                    <a:lnTo>
                      <a:pt x="1455" y="1687"/>
                    </a:lnTo>
                    <a:lnTo>
                      <a:pt x="1513" y="1629"/>
                    </a:lnTo>
                    <a:close/>
                    <a:moveTo>
                      <a:pt x="1630" y="1513"/>
                    </a:moveTo>
                    <a:lnTo>
                      <a:pt x="1746" y="1687"/>
                    </a:lnTo>
                    <a:lnTo>
                      <a:pt x="1630" y="1687"/>
                    </a:lnTo>
                    <a:lnTo>
                      <a:pt x="1630" y="1513"/>
                    </a:lnTo>
                    <a:close/>
                    <a:moveTo>
                      <a:pt x="1222" y="1803"/>
                    </a:moveTo>
                    <a:lnTo>
                      <a:pt x="1164" y="1920"/>
                    </a:lnTo>
                    <a:lnTo>
                      <a:pt x="1164" y="1803"/>
                    </a:lnTo>
                    <a:close/>
                    <a:moveTo>
                      <a:pt x="1513" y="1803"/>
                    </a:moveTo>
                    <a:lnTo>
                      <a:pt x="1513" y="1920"/>
                    </a:lnTo>
                    <a:lnTo>
                      <a:pt x="1455" y="1803"/>
                    </a:lnTo>
                    <a:close/>
                    <a:moveTo>
                      <a:pt x="1804" y="1803"/>
                    </a:moveTo>
                    <a:lnTo>
                      <a:pt x="1688" y="1978"/>
                    </a:lnTo>
                    <a:lnTo>
                      <a:pt x="1688" y="1803"/>
                    </a:lnTo>
                    <a:close/>
                    <a:moveTo>
                      <a:pt x="1048" y="1803"/>
                    </a:moveTo>
                    <a:lnTo>
                      <a:pt x="1048" y="2036"/>
                    </a:lnTo>
                    <a:lnTo>
                      <a:pt x="932" y="1803"/>
                    </a:lnTo>
                    <a:close/>
                    <a:moveTo>
                      <a:pt x="1455" y="1978"/>
                    </a:moveTo>
                    <a:lnTo>
                      <a:pt x="1571" y="2153"/>
                    </a:lnTo>
                    <a:lnTo>
                      <a:pt x="1455" y="2327"/>
                    </a:lnTo>
                    <a:lnTo>
                      <a:pt x="1455" y="1978"/>
                    </a:lnTo>
                    <a:close/>
                    <a:moveTo>
                      <a:pt x="873" y="1978"/>
                    </a:moveTo>
                    <a:lnTo>
                      <a:pt x="990" y="2211"/>
                    </a:lnTo>
                    <a:lnTo>
                      <a:pt x="873" y="2385"/>
                    </a:lnTo>
                    <a:lnTo>
                      <a:pt x="873" y="1978"/>
                    </a:lnTo>
                    <a:close/>
                    <a:moveTo>
                      <a:pt x="1281" y="1978"/>
                    </a:moveTo>
                    <a:lnTo>
                      <a:pt x="1281" y="2385"/>
                    </a:lnTo>
                    <a:lnTo>
                      <a:pt x="1164" y="2211"/>
                    </a:lnTo>
                    <a:lnTo>
                      <a:pt x="1164" y="2153"/>
                    </a:lnTo>
                    <a:lnTo>
                      <a:pt x="1281" y="1978"/>
                    </a:lnTo>
                    <a:close/>
                    <a:moveTo>
                      <a:pt x="1862" y="1920"/>
                    </a:moveTo>
                    <a:lnTo>
                      <a:pt x="1862" y="2443"/>
                    </a:lnTo>
                    <a:lnTo>
                      <a:pt x="1688" y="2153"/>
                    </a:lnTo>
                    <a:lnTo>
                      <a:pt x="1862" y="1920"/>
                    </a:lnTo>
                    <a:close/>
                    <a:moveTo>
                      <a:pt x="990" y="2385"/>
                    </a:moveTo>
                    <a:lnTo>
                      <a:pt x="990" y="2560"/>
                    </a:lnTo>
                    <a:lnTo>
                      <a:pt x="932" y="2560"/>
                    </a:lnTo>
                    <a:lnTo>
                      <a:pt x="990" y="2385"/>
                    </a:lnTo>
                    <a:close/>
                    <a:moveTo>
                      <a:pt x="1164" y="2385"/>
                    </a:moveTo>
                    <a:lnTo>
                      <a:pt x="1222" y="2560"/>
                    </a:lnTo>
                    <a:lnTo>
                      <a:pt x="1164" y="2560"/>
                    </a:lnTo>
                    <a:lnTo>
                      <a:pt x="1164" y="2385"/>
                    </a:lnTo>
                    <a:close/>
                    <a:moveTo>
                      <a:pt x="1571" y="2385"/>
                    </a:moveTo>
                    <a:lnTo>
                      <a:pt x="1571" y="2560"/>
                    </a:lnTo>
                    <a:lnTo>
                      <a:pt x="1455" y="2560"/>
                    </a:lnTo>
                    <a:lnTo>
                      <a:pt x="1571" y="2385"/>
                    </a:lnTo>
                    <a:close/>
                    <a:moveTo>
                      <a:pt x="1688" y="2385"/>
                    </a:moveTo>
                    <a:lnTo>
                      <a:pt x="1804" y="2560"/>
                    </a:lnTo>
                    <a:lnTo>
                      <a:pt x="1688" y="2560"/>
                    </a:lnTo>
                    <a:lnTo>
                      <a:pt x="1688" y="2385"/>
                    </a:lnTo>
                    <a:close/>
                    <a:moveTo>
                      <a:pt x="990" y="2676"/>
                    </a:moveTo>
                    <a:lnTo>
                      <a:pt x="990" y="2792"/>
                    </a:lnTo>
                    <a:lnTo>
                      <a:pt x="932" y="2676"/>
                    </a:lnTo>
                    <a:close/>
                    <a:moveTo>
                      <a:pt x="1222" y="2676"/>
                    </a:moveTo>
                    <a:lnTo>
                      <a:pt x="1106" y="2792"/>
                    </a:lnTo>
                    <a:lnTo>
                      <a:pt x="1106" y="2676"/>
                    </a:lnTo>
                    <a:close/>
                    <a:moveTo>
                      <a:pt x="1571" y="2676"/>
                    </a:moveTo>
                    <a:lnTo>
                      <a:pt x="1571" y="2792"/>
                    </a:lnTo>
                    <a:lnTo>
                      <a:pt x="1455" y="2676"/>
                    </a:lnTo>
                    <a:close/>
                    <a:moveTo>
                      <a:pt x="1804" y="2676"/>
                    </a:moveTo>
                    <a:lnTo>
                      <a:pt x="1688" y="2792"/>
                    </a:lnTo>
                    <a:lnTo>
                      <a:pt x="1688" y="2676"/>
                    </a:lnTo>
                    <a:close/>
                    <a:moveTo>
                      <a:pt x="1281" y="2851"/>
                    </a:moveTo>
                    <a:lnTo>
                      <a:pt x="1281" y="3200"/>
                    </a:lnTo>
                    <a:lnTo>
                      <a:pt x="1164" y="3025"/>
                    </a:lnTo>
                    <a:lnTo>
                      <a:pt x="1281" y="2851"/>
                    </a:lnTo>
                    <a:close/>
                    <a:moveTo>
                      <a:pt x="1455" y="2851"/>
                    </a:moveTo>
                    <a:lnTo>
                      <a:pt x="1571" y="3025"/>
                    </a:lnTo>
                    <a:lnTo>
                      <a:pt x="1455" y="3200"/>
                    </a:lnTo>
                    <a:lnTo>
                      <a:pt x="1455" y="2851"/>
                    </a:lnTo>
                    <a:close/>
                    <a:moveTo>
                      <a:pt x="815" y="2792"/>
                    </a:moveTo>
                    <a:lnTo>
                      <a:pt x="990" y="3025"/>
                    </a:lnTo>
                    <a:lnTo>
                      <a:pt x="815" y="3258"/>
                    </a:lnTo>
                    <a:lnTo>
                      <a:pt x="815" y="2792"/>
                    </a:lnTo>
                    <a:close/>
                    <a:moveTo>
                      <a:pt x="1862" y="2734"/>
                    </a:moveTo>
                    <a:lnTo>
                      <a:pt x="1921" y="3258"/>
                    </a:lnTo>
                    <a:lnTo>
                      <a:pt x="1746" y="3025"/>
                    </a:lnTo>
                    <a:lnTo>
                      <a:pt x="1862" y="2734"/>
                    </a:lnTo>
                    <a:close/>
                    <a:moveTo>
                      <a:pt x="990" y="3258"/>
                    </a:moveTo>
                    <a:lnTo>
                      <a:pt x="990" y="3374"/>
                    </a:lnTo>
                    <a:lnTo>
                      <a:pt x="873" y="3374"/>
                    </a:lnTo>
                    <a:lnTo>
                      <a:pt x="990" y="3258"/>
                    </a:lnTo>
                    <a:close/>
                    <a:moveTo>
                      <a:pt x="1106" y="3200"/>
                    </a:moveTo>
                    <a:lnTo>
                      <a:pt x="1222" y="3374"/>
                    </a:lnTo>
                    <a:lnTo>
                      <a:pt x="1106" y="3374"/>
                    </a:lnTo>
                    <a:lnTo>
                      <a:pt x="1106" y="3200"/>
                    </a:lnTo>
                    <a:close/>
                    <a:moveTo>
                      <a:pt x="1630" y="3200"/>
                    </a:moveTo>
                    <a:lnTo>
                      <a:pt x="1630" y="3374"/>
                    </a:lnTo>
                    <a:lnTo>
                      <a:pt x="1513" y="3374"/>
                    </a:lnTo>
                    <a:lnTo>
                      <a:pt x="1630" y="3200"/>
                    </a:lnTo>
                    <a:close/>
                    <a:moveTo>
                      <a:pt x="1746" y="3200"/>
                    </a:moveTo>
                    <a:lnTo>
                      <a:pt x="1862" y="3374"/>
                    </a:lnTo>
                    <a:lnTo>
                      <a:pt x="1746" y="3374"/>
                    </a:lnTo>
                    <a:lnTo>
                      <a:pt x="1746" y="3200"/>
                    </a:lnTo>
                    <a:close/>
                    <a:moveTo>
                      <a:pt x="699" y="0"/>
                    </a:moveTo>
                    <a:lnTo>
                      <a:pt x="582" y="175"/>
                    </a:lnTo>
                    <a:lnTo>
                      <a:pt x="524" y="465"/>
                    </a:lnTo>
                    <a:lnTo>
                      <a:pt x="524" y="640"/>
                    </a:lnTo>
                    <a:lnTo>
                      <a:pt x="582" y="814"/>
                    </a:lnTo>
                    <a:lnTo>
                      <a:pt x="641" y="931"/>
                    </a:lnTo>
                    <a:lnTo>
                      <a:pt x="757" y="989"/>
                    </a:lnTo>
                    <a:lnTo>
                      <a:pt x="582" y="4305"/>
                    </a:lnTo>
                    <a:lnTo>
                      <a:pt x="466" y="6050"/>
                    </a:lnTo>
                    <a:lnTo>
                      <a:pt x="292" y="7796"/>
                    </a:lnTo>
                    <a:lnTo>
                      <a:pt x="117" y="8959"/>
                    </a:lnTo>
                    <a:lnTo>
                      <a:pt x="1" y="9483"/>
                    </a:lnTo>
                    <a:lnTo>
                      <a:pt x="175" y="9483"/>
                    </a:lnTo>
                    <a:lnTo>
                      <a:pt x="175" y="9425"/>
                    </a:lnTo>
                    <a:lnTo>
                      <a:pt x="292" y="8610"/>
                    </a:lnTo>
                    <a:lnTo>
                      <a:pt x="350" y="8436"/>
                    </a:lnTo>
                    <a:lnTo>
                      <a:pt x="408" y="7854"/>
                    </a:lnTo>
                    <a:lnTo>
                      <a:pt x="408" y="7796"/>
                    </a:lnTo>
                    <a:lnTo>
                      <a:pt x="466" y="7505"/>
                    </a:lnTo>
                    <a:lnTo>
                      <a:pt x="524" y="6981"/>
                    </a:lnTo>
                    <a:lnTo>
                      <a:pt x="524" y="6807"/>
                    </a:lnTo>
                    <a:lnTo>
                      <a:pt x="524" y="6690"/>
                    </a:lnTo>
                    <a:lnTo>
                      <a:pt x="582" y="6167"/>
                    </a:lnTo>
                    <a:lnTo>
                      <a:pt x="641" y="5818"/>
                    </a:lnTo>
                    <a:lnTo>
                      <a:pt x="641" y="5294"/>
                    </a:lnTo>
                    <a:lnTo>
                      <a:pt x="699" y="5003"/>
                    </a:lnTo>
                    <a:lnTo>
                      <a:pt x="699" y="4480"/>
                    </a:lnTo>
                    <a:lnTo>
                      <a:pt x="757" y="4072"/>
                    </a:lnTo>
                    <a:lnTo>
                      <a:pt x="757" y="3607"/>
                    </a:lnTo>
                    <a:lnTo>
                      <a:pt x="757" y="3549"/>
                    </a:lnTo>
                    <a:lnTo>
                      <a:pt x="815" y="3491"/>
                    </a:lnTo>
                    <a:lnTo>
                      <a:pt x="990" y="3491"/>
                    </a:lnTo>
                    <a:lnTo>
                      <a:pt x="932" y="3607"/>
                    </a:lnTo>
                    <a:lnTo>
                      <a:pt x="932" y="4072"/>
                    </a:lnTo>
                    <a:lnTo>
                      <a:pt x="932" y="4247"/>
                    </a:lnTo>
                    <a:lnTo>
                      <a:pt x="932" y="4363"/>
                    </a:lnTo>
                    <a:lnTo>
                      <a:pt x="932" y="4538"/>
                    </a:lnTo>
                    <a:lnTo>
                      <a:pt x="873" y="4945"/>
                    </a:lnTo>
                    <a:lnTo>
                      <a:pt x="873" y="5061"/>
                    </a:lnTo>
                    <a:lnTo>
                      <a:pt x="873" y="5236"/>
                    </a:lnTo>
                    <a:lnTo>
                      <a:pt x="873" y="5352"/>
                    </a:lnTo>
                    <a:lnTo>
                      <a:pt x="815" y="5759"/>
                    </a:lnTo>
                    <a:lnTo>
                      <a:pt x="815" y="5934"/>
                    </a:lnTo>
                    <a:lnTo>
                      <a:pt x="815" y="6050"/>
                    </a:lnTo>
                    <a:lnTo>
                      <a:pt x="815" y="6225"/>
                    </a:lnTo>
                    <a:lnTo>
                      <a:pt x="815" y="6632"/>
                    </a:lnTo>
                    <a:lnTo>
                      <a:pt x="757" y="6807"/>
                    </a:lnTo>
                    <a:lnTo>
                      <a:pt x="757" y="6923"/>
                    </a:lnTo>
                    <a:lnTo>
                      <a:pt x="757" y="7097"/>
                    </a:lnTo>
                    <a:lnTo>
                      <a:pt x="757" y="7388"/>
                    </a:lnTo>
                    <a:lnTo>
                      <a:pt x="757" y="7621"/>
                    </a:lnTo>
                    <a:lnTo>
                      <a:pt x="699" y="7796"/>
                    </a:lnTo>
                    <a:lnTo>
                      <a:pt x="699" y="7970"/>
                    </a:lnTo>
                    <a:lnTo>
                      <a:pt x="699" y="8261"/>
                    </a:lnTo>
                    <a:lnTo>
                      <a:pt x="699" y="8494"/>
                    </a:lnTo>
                    <a:lnTo>
                      <a:pt x="699" y="8610"/>
                    </a:lnTo>
                    <a:lnTo>
                      <a:pt x="641" y="8901"/>
                    </a:lnTo>
                    <a:lnTo>
                      <a:pt x="641" y="9134"/>
                    </a:lnTo>
                    <a:lnTo>
                      <a:pt x="641" y="9483"/>
                    </a:lnTo>
                    <a:lnTo>
                      <a:pt x="757" y="9483"/>
                    </a:lnTo>
                    <a:lnTo>
                      <a:pt x="757" y="9250"/>
                    </a:lnTo>
                    <a:lnTo>
                      <a:pt x="757" y="9017"/>
                    </a:lnTo>
                    <a:lnTo>
                      <a:pt x="815" y="8843"/>
                    </a:lnTo>
                    <a:lnTo>
                      <a:pt x="815" y="8610"/>
                    </a:lnTo>
                    <a:lnTo>
                      <a:pt x="815" y="8494"/>
                    </a:lnTo>
                    <a:lnTo>
                      <a:pt x="815" y="8319"/>
                    </a:lnTo>
                    <a:lnTo>
                      <a:pt x="873" y="7970"/>
                    </a:lnTo>
                    <a:lnTo>
                      <a:pt x="873" y="7796"/>
                    </a:lnTo>
                    <a:lnTo>
                      <a:pt x="873" y="7621"/>
                    </a:lnTo>
                    <a:lnTo>
                      <a:pt x="873" y="7388"/>
                    </a:lnTo>
                    <a:lnTo>
                      <a:pt x="873" y="7097"/>
                    </a:lnTo>
                    <a:lnTo>
                      <a:pt x="932" y="6923"/>
                    </a:lnTo>
                    <a:lnTo>
                      <a:pt x="932" y="6807"/>
                    </a:lnTo>
                    <a:lnTo>
                      <a:pt x="932" y="6574"/>
                    </a:lnTo>
                    <a:lnTo>
                      <a:pt x="932" y="6283"/>
                    </a:lnTo>
                    <a:lnTo>
                      <a:pt x="932" y="6050"/>
                    </a:lnTo>
                    <a:lnTo>
                      <a:pt x="990" y="5934"/>
                    </a:lnTo>
                    <a:lnTo>
                      <a:pt x="990" y="5701"/>
                    </a:lnTo>
                    <a:lnTo>
                      <a:pt x="990" y="5352"/>
                    </a:lnTo>
                    <a:lnTo>
                      <a:pt x="990" y="5236"/>
                    </a:lnTo>
                    <a:lnTo>
                      <a:pt x="990" y="5061"/>
                    </a:lnTo>
                    <a:lnTo>
                      <a:pt x="990" y="4945"/>
                    </a:lnTo>
                    <a:lnTo>
                      <a:pt x="1048" y="4538"/>
                    </a:lnTo>
                    <a:lnTo>
                      <a:pt x="1048" y="4363"/>
                    </a:lnTo>
                    <a:lnTo>
                      <a:pt x="1048" y="4247"/>
                    </a:lnTo>
                    <a:lnTo>
                      <a:pt x="1048" y="4014"/>
                    </a:lnTo>
                    <a:lnTo>
                      <a:pt x="1106" y="3665"/>
                    </a:lnTo>
                    <a:lnTo>
                      <a:pt x="1106" y="3491"/>
                    </a:lnTo>
                    <a:lnTo>
                      <a:pt x="1222" y="3491"/>
                    </a:lnTo>
                    <a:lnTo>
                      <a:pt x="1222" y="3665"/>
                    </a:lnTo>
                    <a:lnTo>
                      <a:pt x="1222" y="4072"/>
                    </a:lnTo>
                    <a:lnTo>
                      <a:pt x="1222" y="4538"/>
                    </a:lnTo>
                    <a:lnTo>
                      <a:pt x="1222" y="5003"/>
                    </a:lnTo>
                    <a:lnTo>
                      <a:pt x="1222" y="5294"/>
                    </a:lnTo>
                    <a:lnTo>
                      <a:pt x="1164" y="5818"/>
                    </a:lnTo>
                    <a:lnTo>
                      <a:pt x="1164" y="6167"/>
                    </a:lnTo>
                    <a:lnTo>
                      <a:pt x="1164" y="6690"/>
                    </a:lnTo>
                    <a:lnTo>
                      <a:pt x="1164" y="6807"/>
                    </a:lnTo>
                    <a:lnTo>
                      <a:pt x="1164" y="7039"/>
                    </a:lnTo>
                    <a:lnTo>
                      <a:pt x="1164" y="7505"/>
                    </a:lnTo>
                    <a:lnTo>
                      <a:pt x="1106" y="7854"/>
                    </a:lnTo>
                    <a:lnTo>
                      <a:pt x="1106" y="8377"/>
                    </a:lnTo>
                    <a:lnTo>
                      <a:pt x="1106" y="8785"/>
                    </a:lnTo>
                    <a:lnTo>
                      <a:pt x="1048" y="9425"/>
                    </a:lnTo>
                    <a:lnTo>
                      <a:pt x="1048" y="9483"/>
                    </a:lnTo>
                    <a:lnTo>
                      <a:pt x="1164" y="9483"/>
                    </a:lnTo>
                    <a:lnTo>
                      <a:pt x="1222" y="8610"/>
                    </a:lnTo>
                    <a:lnTo>
                      <a:pt x="1222" y="8494"/>
                    </a:lnTo>
                    <a:lnTo>
                      <a:pt x="1339" y="4480"/>
                    </a:lnTo>
                    <a:lnTo>
                      <a:pt x="1455" y="8494"/>
                    </a:lnTo>
                    <a:lnTo>
                      <a:pt x="1513" y="8610"/>
                    </a:lnTo>
                    <a:lnTo>
                      <a:pt x="1571" y="9483"/>
                    </a:lnTo>
                    <a:lnTo>
                      <a:pt x="1688" y="9483"/>
                    </a:lnTo>
                    <a:lnTo>
                      <a:pt x="1688" y="9366"/>
                    </a:lnTo>
                    <a:lnTo>
                      <a:pt x="1630" y="8785"/>
                    </a:lnTo>
                    <a:lnTo>
                      <a:pt x="1630" y="8610"/>
                    </a:lnTo>
                    <a:lnTo>
                      <a:pt x="1630" y="8377"/>
                    </a:lnTo>
                    <a:lnTo>
                      <a:pt x="1571" y="7854"/>
                    </a:lnTo>
                    <a:lnTo>
                      <a:pt x="1571" y="7563"/>
                    </a:lnTo>
                    <a:lnTo>
                      <a:pt x="1571" y="7039"/>
                    </a:lnTo>
                    <a:lnTo>
                      <a:pt x="1571" y="6807"/>
                    </a:lnTo>
                    <a:lnTo>
                      <a:pt x="1513" y="6690"/>
                    </a:lnTo>
                    <a:lnTo>
                      <a:pt x="1513" y="6225"/>
                    </a:lnTo>
                    <a:lnTo>
                      <a:pt x="1513" y="5759"/>
                    </a:lnTo>
                    <a:lnTo>
                      <a:pt x="1513" y="5294"/>
                    </a:lnTo>
                    <a:lnTo>
                      <a:pt x="1513" y="4945"/>
                    </a:lnTo>
                    <a:lnTo>
                      <a:pt x="1455" y="4538"/>
                    </a:lnTo>
                    <a:lnTo>
                      <a:pt x="1455" y="4131"/>
                    </a:lnTo>
                    <a:lnTo>
                      <a:pt x="1455" y="3665"/>
                    </a:lnTo>
                    <a:lnTo>
                      <a:pt x="1455" y="3491"/>
                    </a:lnTo>
                    <a:lnTo>
                      <a:pt x="1630" y="3491"/>
                    </a:lnTo>
                    <a:lnTo>
                      <a:pt x="1630" y="3665"/>
                    </a:lnTo>
                    <a:lnTo>
                      <a:pt x="1630" y="4072"/>
                    </a:lnTo>
                    <a:lnTo>
                      <a:pt x="1630" y="4247"/>
                    </a:lnTo>
                    <a:lnTo>
                      <a:pt x="1688" y="4363"/>
                    </a:lnTo>
                    <a:lnTo>
                      <a:pt x="1688" y="4538"/>
                    </a:lnTo>
                    <a:lnTo>
                      <a:pt x="1688" y="4887"/>
                    </a:lnTo>
                    <a:lnTo>
                      <a:pt x="1688" y="5061"/>
                    </a:lnTo>
                    <a:lnTo>
                      <a:pt x="1688" y="5236"/>
                    </a:lnTo>
                    <a:lnTo>
                      <a:pt x="1688" y="5352"/>
                    </a:lnTo>
                    <a:lnTo>
                      <a:pt x="1746" y="5701"/>
                    </a:lnTo>
                    <a:lnTo>
                      <a:pt x="1746" y="5934"/>
                    </a:lnTo>
                    <a:lnTo>
                      <a:pt x="1746" y="6050"/>
                    </a:lnTo>
                    <a:lnTo>
                      <a:pt x="1746" y="6283"/>
                    </a:lnTo>
                    <a:lnTo>
                      <a:pt x="1804" y="6574"/>
                    </a:lnTo>
                    <a:lnTo>
                      <a:pt x="1804" y="6807"/>
                    </a:lnTo>
                    <a:lnTo>
                      <a:pt x="1804" y="6923"/>
                    </a:lnTo>
                    <a:lnTo>
                      <a:pt x="1804" y="7097"/>
                    </a:lnTo>
                    <a:lnTo>
                      <a:pt x="1804" y="7447"/>
                    </a:lnTo>
                    <a:lnTo>
                      <a:pt x="1862" y="7621"/>
                    </a:lnTo>
                    <a:lnTo>
                      <a:pt x="1862" y="7796"/>
                    </a:lnTo>
                    <a:lnTo>
                      <a:pt x="1862" y="7912"/>
                    </a:lnTo>
                    <a:lnTo>
                      <a:pt x="1862" y="8261"/>
                    </a:lnTo>
                    <a:lnTo>
                      <a:pt x="1921" y="8494"/>
                    </a:lnTo>
                    <a:lnTo>
                      <a:pt x="1921" y="8610"/>
                    </a:lnTo>
                    <a:lnTo>
                      <a:pt x="1921" y="8843"/>
                    </a:lnTo>
                    <a:lnTo>
                      <a:pt x="1921" y="9017"/>
                    </a:lnTo>
                    <a:lnTo>
                      <a:pt x="1921" y="9075"/>
                    </a:lnTo>
                    <a:lnTo>
                      <a:pt x="1921" y="9250"/>
                    </a:lnTo>
                    <a:lnTo>
                      <a:pt x="1979" y="9483"/>
                    </a:lnTo>
                    <a:lnTo>
                      <a:pt x="2095" y="9483"/>
                    </a:lnTo>
                    <a:lnTo>
                      <a:pt x="2095" y="9134"/>
                    </a:lnTo>
                    <a:lnTo>
                      <a:pt x="2037" y="8901"/>
                    </a:lnTo>
                    <a:lnTo>
                      <a:pt x="2037" y="8610"/>
                    </a:lnTo>
                    <a:lnTo>
                      <a:pt x="2037" y="8494"/>
                    </a:lnTo>
                    <a:lnTo>
                      <a:pt x="2037" y="8261"/>
                    </a:lnTo>
                    <a:lnTo>
                      <a:pt x="1979" y="7970"/>
                    </a:lnTo>
                    <a:lnTo>
                      <a:pt x="1979" y="7796"/>
                    </a:lnTo>
                    <a:lnTo>
                      <a:pt x="1979" y="7621"/>
                    </a:lnTo>
                    <a:lnTo>
                      <a:pt x="1979" y="7447"/>
                    </a:lnTo>
                    <a:lnTo>
                      <a:pt x="1921" y="7097"/>
                    </a:lnTo>
                    <a:lnTo>
                      <a:pt x="1921" y="6923"/>
                    </a:lnTo>
                    <a:lnTo>
                      <a:pt x="1921" y="6807"/>
                    </a:lnTo>
                    <a:lnTo>
                      <a:pt x="1921" y="6632"/>
                    </a:lnTo>
                    <a:lnTo>
                      <a:pt x="1862" y="6225"/>
                    </a:lnTo>
                    <a:lnTo>
                      <a:pt x="1862" y="6050"/>
                    </a:lnTo>
                    <a:lnTo>
                      <a:pt x="1862" y="5934"/>
                    </a:lnTo>
                    <a:lnTo>
                      <a:pt x="1862" y="5759"/>
                    </a:lnTo>
                    <a:lnTo>
                      <a:pt x="1862" y="5352"/>
                    </a:lnTo>
                    <a:lnTo>
                      <a:pt x="1862" y="5236"/>
                    </a:lnTo>
                    <a:lnTo>
                      <a:pt x="1804" y="5061"/>
                    </a:lnTo>
                    <a:lnTo>
                      <a:pt x="1804" y="5003"/>
                    </a:lnTo>
                    <a:lnTo>
                      <a:pt x="1804" y="4770"/>
                    </a:lnTo>
                    <a:lnTo>
                      <a:pt x="1804" y="4712"/>
                    </a:lnTo>
                    <a:lnTo>
                      <a:pt x="1804" y="4538"/>
                    </a:lnTo>
                    <a:lnTo>
                      <a:pt x="1804" y="4363"/>
                    </a:lnTo>
                    <a:lnTo>
                      <a:pt x="1804" y="4247"/>
                    </a:lnTo>
                    <a:lnTo>
                      <a:pt x="1746" y="4072"/>
                    </a:lnTo>
                    <a:lnTo>
                      <a:pt x="1746" y="3665"/>
                    </a:lnTo>
                    <a:lnTo>
                      <a:pt x="1746" y="3491"/>
                    </a:lnTo>
                    <a:lnTo>
                      <a:pt x="1921" y="3491"/>
                    </a:lnTo>
                    <a:lnTo>
                      <a:pt x="1921" y="3549"/>
                    </a:lnTo>
                    <a:lnTo>
                      <a:pt x="1979" y="4131"/>
                    </a:lnTo>
                    <a:lnTo>
                      <a:pt x="1979" y="4480"/>
                    </a:lnTo>
                    <a:lnTo>
                      <a:pt x="2037" y="5061"/>
                    </a:lnTo>
                    <a:lnTo>
                      <a:pt x="2037" y="5294"/>
                    </a:lnTo>
                    <a:lnTo>
                      <a:pt x="2095" y="5818"/>
                    </a:lnTo>
                    <a:lnTo>
                      <a:pt x="2095" y="6167"/>
                    </a:lnTo>
                    <a:lnTo>
                      <a:pt x="2153" y="6690"/>
                    </a:lnTo>
                    <a:lnTo>
                      <a:pt x="2211" y="6807"/>
                    </a:lnTo>
                    <a:lnTo>
                      <a:pt x="2211" y="6981"/>
                    </a:lnTo>
                    <a:lnTo>
                      <a:pt x="2270" y="7563"/>
                    </a:lnTo>
                    <a:lnTo>
                      <a:pt x="2270" y="7796"/>
                    </a:lnTo>
                    <a:lnTo>
                      <a:pt x="2328" y="7854"/>
                    </a:lnTo>
                    <a:lnTo>
                      <a:pt x="2386" y="8494"/>
                    </a:lnTo>
                    <a:lnTo>
                      <a:pt x="2444" y="8726"/>
                    </a:lnTo>
                    <a:lnTo>
                      <a:pt x="2560" y="9366"/>
                    </a:lnTo>
                    <a:lnTo>
                      <a:pt x="2560" y="9483"/>
                    </a:lnTo>
                    <a:lnTo>
                      <a:pt x="2677" y="9483"/>
                    </a:lnTo>
                    <a:lnTo>
                      <a:pt x="2619" y="9017"/>
                    </a:lnTo>
                    <a:lnTo>
                      <a:pt x="2444" y="7796"/>
                    </a:lnTo>
                    <a:lnTo>
                      <a:pt x="2270" y="6050"/>
                    </a:lnTo>
                    <a:lnTo>
                      <a:pt x="2095" y="4305"/>
                    </a:lnTo>
                    <a:lnTo>
                      <a:pt x="1921" y="989"/>
                    </a:lnTo>
                    <a:lnTo>
                      <a:pt x="2037" y="931"/>
                    </a:lnTo>
                    <a:lnTo>
                      <a:pt x="2153" y="814"/>
                    </a:lnTo>
                    <a:lnTo>
                      <a:pt x="2211" y="640"/>
                    </a:lnTo>
                    <a:lnTo>
                      <a:pt x="2211" y="465"/>
                    </a:lnTo>
                    <a:lnTo>
                      <a:pt x="2153" y="175"/>
                    </a:lnTo>
                    <a:lnTo>
                      <a:pt x="203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38"/>
              <p:cNvSpPr/>
              <p:nvPr/>
            </p:nvSpPr>
            <p:spPr>
              <a:xfrm>
                <a:off x="3759800" y="2317900"/>
                <a:ext cx="97475" cy="10200"/>
              </a:xfrm>
              <a:custGeom>
                <a:avLst/>
                <a:gdLst/>
                <a:ahLst/>
                <a:cxnLst/>
                <a:rect l="l" t="t" r="r" b="b"/>
                <a:pathLst>
                  <a:path w="3899" h="408" extrusionOk="0">
                    <a:moveTo>
                      <a:pt x="175" y="1"/>
                    </a:moveTo>
                    <a:lnTo>
                      <a:pt x="59" y="117"/>
                    </a:lnTo>
                    <a:lnTo>
                      <a:pt x="1" y="233"/>
                    </a:lnTo>
                    <a:lnTo>
                      <a:pt x="59" y="350"/>
                    </a:lnTo>
                    <a:lnTo>
                      <a:pt x="175" y="408"/>
                    </a:lnTo>
                    <a:lnTo>
                      <a:pt x="3724" y="408"/>
                    </a:lnTo>
                    <a:lnTo>
                      <a:pt x="3841" y="350"/>
                    </a:lnTo>
                    <a:lnTo>
                      <a:pt x="3899" y="233"/>
                    </a:lnTo>
                    <a:lnTo>
                      <a:pt x="3841" y="117"/>
                    </a:lnTo>
                    <a:lnTo>
                      <a:pt x="366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38"/>
              <p:cNvSpPr/>
              <p:nvPr/>
            </p:nvSpPr>
            <p:spPr>
              <a:xfrm>
                <a:off x="3783075" y="2073575"/>
                <a:ext cx="49475" cy="7300"/>
              </a:xfrm>
              <a:custGeom>
                <a:avLst/>
                <a:gdLst/>
                <a:ahLst/>
                <a:cxnLst/>
                <a:rect l="l" t="t" r="r" b="b"/>
                <a:pathLst>
                  <a:path w="1979" h="292" extrusionOk="0">
                    <a:moveTo>
                      <a:pt x="175" y="0"/>
                    </a:moveTo>
                    <a:lnTo>
                      <a:pt x="59" y="58"/>
                    </a:lnTo>
                    <a:lnTo>
                      <a:pt x="1" y="175"/>
                    </a:lnTo>
                    <a:lnTo>
                      <a:pt x="59" y="233"/>
                    </a:lnTo>
                    <a:lnTo>
                      <a:pt x="175" y="291"/>
                    </a:lnTo>
                    <a:lnTo>
                      <a:pt x="1862" y="291"/>
                    </a:lnTo>
                    <a:lnTo>
                      <a:pt x="1921" y="233"/>
                    </a:lnTo>
                    <a:lnTo>
                      <a:pt x="1979" y="175"/>
                    </a:lnTo>
                    <a:lnTo>
                      <a:pt x="1921" y="58"/>
                    </a:lnTo>
                    <a:lnTo>
                      <a:pt x="186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38"/>
              <p:cNvSpPr/>
              <p:nvPr/>
            </p:nvSpPr>
            <p:spPr>
              <a:xfrm>
                <a:off x="3735075" y="2434250"/>
                <a:ext cx="145475" cy="43675"/>
              </a:xfrm>
              <a:custGeom>
                <a:avLst/>
                <a:gdLst/>
                <a:ahLst/>
                <a:cxnLst/>
                <a:rect l="l" t="t" r="r" b="b"/>
                <a:pathLst>
                  <a:path w="5819" h="1747" extrusionOk="0">
                    <a:moveTo>
                      <a:pt x="466" y="1"/>
                    </a:moveTo>
                    <a:lnTo>
                      <a:pt x="292" y="117"/>
                    </a:lnTo>
                    <a:lnTo>
                      <a:pt x="175" y="233"/>
                    </a:lnTo>
                    <a:lnTo>
                      <a:pt x="59" y="408"/>
                    </a:lnTo>
                    <a:lnTo>
                      <a:pt x="1" y="641"/>
                    </a:lnTo>
                    <a:lnTo>
                      <a:pt x="59" y="873"/>
                    </a:lnTo>
                    <a:lnTo>
                      <a:pt x="117" y="1048"/>
                    </a:lnTo>
                    <a:lnTo>
                      <a:pt x="234" y="1164"/>
                    </a:lnTo>
                    <a:lnTo>
                      <a:pt x="350" y="1281"/>
                    </a:lnTo>
                    <a:lnTo>
                      <a:pt x="583" y="1339"/>
                    </a:lnTo>
                    <a:lnTo>
                      <a:pt x="1979" y="1339"/>
                    </a:lnTo>
                    <a:lnTo>
                      <a:pt x="1979" y="1746"/>
                    </a:lnTo>
                    <a:lnTo>
                      <a:pt x="2037" y="1746"/>
                    </a:lnTo>
                    <a:lnTo>
                      <a:pt x="2037" y="1339"/>
                    </a:lnTo>
                    <a:lnTo>
                      <a:pt x="2153" y="1339"/>
                    </a:lnTo>
                    <a:lnTo>
                      <a:pt x="2153" y="1746"/>
                    </a:lnTo>
                    <a:lnTo>
                      <a:pt x="2212" y="1746"/>
                    </a:lnTo>
                    <a:lnTo>
                      <a:pt x="2212" y="1339"/>
                    </a:lnTo>
                    <a:lnTo>
                      <a:pt x="2386" y="1339"/>
                    </a:lnTo>
                    <a:lnTo>
                      <a:pt x="2386" y="1746"/>
                    </a:lnTo>
                    <a:lnTo>
                      <a:pt x="2444" y="1746"/>
                    </a:lnTo>
                    <a:lnTo>
                      <a:pt x="2444" y="1339"/>
                    </a:lnTo>
                    <a:lnTo>
                      <a:pt x="2561" y="1339"/>
                    </a:lnTo>
                    <a:lnTo>
                      <a:pt x="2561" y="1746"/>
                    </a:lnTo>
                    <a:lnTo>
                      <a:pt x="2619" y="1746"/>
                    </a:lnTo>
                    <a:lnTo>
                      <a:pt x="2619" y="1339"/>
                    </a:lnTo>
                    <a:lnTo>
                      <a:pt x="2735" y="1339"/>
                    </a:lnTo>
                    <a:lnTo>
                      <a:pt x="2735" y="1746"/>
                    </a:lnTo>
                    <a:lnTo>
                      <a:pt x="2793" y="1746"/>
                    </a:lnTo>
                    <a:lnTo>
                      <a:pt x="2793" y="1339"/>
                    </a:lnTo>
                    <a:lnTo>
                      <a:pt x="2910" y="1339"/>
                    </a:lnTo>
                    <a:lnTo>
                      <a:pt x="2910" y="1746"/>
                    </a:lnTo>
                    <a:lnTo>
                      <a:pt x="2968" y="1746"/>
                    </a:lnTo>
                    <a:lnTo>
                      <a:pt x="2968" y="1339"/>
                    </a:lnTo>
                    <a:lnTo>
                      <a:pt x="3142" y="1339"/>
                    </a:lnTo>
                    <a:lnTo>
                      <a:pt x="3142" y="1746"/>
                    </a:lnTo>
                    <a:lnTo>
                      <a:pt x="3201" y="1746"/>
                    </a:lnTo>
                    <a:lnTo>
                      <a:pt x="3201" y="1339"/>
                    </a:lnTo>
                    <a:lnTo>
                      <a:pt x="3317" y="1339"/>
                    </a:lnTo>
                    <a:lnTo>
                      <a:pt x="3317" y="1746"/>
                    </a:lnTo>
                    <a:lnTo>
                      <a:pt x="3375" y="1746"/>
                    </a:lnTo>
                    <a:lnTo>
                      <a:pt x="3375" y="1339"/>
                    </a:lnTo>
                    <a:lnTo>
                      <a:pt x="3492" y="1339"/>
                    </a:lnTo>
                    <a:lnTo>
                      <a:pt x="3492" y="1746"/>
                    </a:lnTo>
                    <a:lnTo>
                      <a:pt x="3550" y="1746"/>
                    </a:lnTo>
                    <a:lnTo>
                      <a:pt x="3550" y="1339"/>
                    </a:lnTo>
                    <a:lnTo>
                      <a:pt x="3666" y="1339"/>
                    </a:lnTo>
                    <a:lnTo>
                      <a:pt x="3666" y="1746"/>
                    </a:lnTo>
                    <a:lnTo>
                      <a:pt x="3724" y="1746"/>
                    </a:lnTo>
                    <a:lnTo>
                      <a:pt x="3724" y="1339"/>
                    </a:lnTo>
                    <a:lnTo>
                      <a:pt x="3899" y="1339"/>
                    </a:lnTo>
                    <a:lnTo>
                      <a:pt x="3899" y="1746"/>
                    </a:lnTo>
                    <a:lnTo>
                      <a:pt x="3957" y="1746"/>
                    </a:lnTo>
                    <a:lnTo>
                      <a:pt x="3957" y="1339"/>
                    </a:lnTo>
                    <a:lnTo>
                      <a:pt x="5353" y="1339"/>
                    </a:lnTo>
                    <a:lnTo>
                      <a:pt x="5411" y="1281"/>
                    </a:lnTo>
                    <a:lnTo>
                      <a:pt x="5528" y="1222"/>
                    </a:lnTo>
                    <a:lnTo>
                      <a:pt x="5644" y="1164"/>
                    </a:lnTo>
                    <a:lnTo>
                      <a:pt x="5760" y="990"/>
                    </a:lnTo>
                    <a:lnTo>
                      <a:pt x="5819" y="815"/>
                    </a:lnTo>
                    <a:lnTo>
                      <a:pt x="5819" y="641"/>
                    </a:lnTo>
                    <a:lnTo>
                      <a:pt x="5819" y="466"/>
                    </a:lnTo>
                    <a:lnTo>
                      <a:pt x="5702" y="292"/>
                    </a:lnTo>
                    <a:lnTo>
                      <a:pt x="5586" y="117"/>
                    </a:lnTo>
                    <a:lnTo>
                      <a:pt x="5469" y="59"/>
                    </a:lnTo>
                    <a:lnTo>
                      <a:pt x="529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38"/>
              <p:cNvSpPr/>
              <p:nvPr/>
            </p:nvSpPr>
            <p:spPr>
              <a:xfrm>
                <a:off x="3717625" y="2506975"/>
                <a:ext cx="24750" cy="46575"/>
              </a:xfrm>
              <a:custGeom>
                <a:avLst/>
                <a:gdLst/>
                <a:ahLst/>
                <a:cxnLst/>
                <a:rect l="l" t="t" r="r" b="b"/>
                <a:pathLst>
                  <a:path w="990" h="1863" extrusionOk="0">
                    <a:moveTo>
                      <a:pt x="641" y="1"/>
                    </a:moveTo>
                    <a:lnTo>
                      <a:pt x="641" y="59"/>
                    </a:lnTo>
                    <a:lnTo>
                      <a:pt x="873" y="931"/>
                    </a:lnTo>
                    <a:lnTo>
                      <a:pt x="350" y="931"/>
                    </a:lnTo>
                    <a:lnTo>
                      <a:pt x="292" y="1048"/>
                    </a:lnTo>
                    <a:lnTo>
                      <a:pt x="815" y="1048"/>
                    </a:lnTo>
                    <a:lnTo>
                      <a:pt x="59" y="1688"/>
                    </a:lnTo>
                    <a:lnTo>
                      <a:pt x="1" y="1862"/>
                    </a:lnTo>
                    <a:lnTo>
                      <a:pt x="59" y="1862"/>
                    </a:lnTo>
                    <a:lnTo>
                      <a:pt x="873" y="1164"/>
                    </a:lnTo>
                    <a:lnTo>
                      <a:pt x="990" y="757"/>
                    </a:lnTo>
                    <a:lnTo>
                      <a:pt x="75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38"/>
              <p:cNvSpPr/>
              <p:nvPr/>
            </p:nvSpPr>
            <p:spPr>
              <a:xfrm>
                <a:off x="3755450" y="2480800"/>
                <a:ext cx="18925" cy="23300"/>
              </a:xfrm>
              <a:custGeom>
                <a:avLst/>
                <a:gdLst/>
                <a:ahLst/>
                <a:cxnLst/>
                <a:rect l="l" t="t" r="r" b="b"/>
                <a:pathLst>
                  <a:path w="757" h="932" extrusionOk="0">
                    <a:moveTo>
                      <a:pt x="640" y="0"/>
                    </a:moveTo>
                    <a:lnTo>
                      <a:pt x="117" y="349"/>
                    </a:lnTo>
                    <a:lnTo>
                      <a:pt x="59" y="466"/>
                    </a:lnTo>
                    <a:lnTo>
                      <a:pt x="757" y="59"/>
                    </a:lnTo>
                    <a:lnTo>
                      <a:pt x="757" y="0"/>
                    </a:lnTo>
                    <a:close/>
                    <a:moveTo>
                      <a:pt x="59" y="466"/>
                    </a:moveTo>
                    <a:lnTo>
                      <a:pt x="0" y="582"/>
                    </a:lnTo>
                    <a:lnTo>
                      <a:pt x="349" y="931"/>
                    </a:lnTo>
                    <a:lnTo>
                      <a:pt x="466" y="931"/>
                    </a:lnTo>
                    <a:lnTo>
                      <a:pt x="466" y="873"/>
                    </a:lnTo>
                    <a:lnTo>
                      <a:pt x="59" y="466"/>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38"/>
              <p:cNvSpPr/>
              <p:nvPr/>
            </p:nvSpPr>
            <p:spPr>
              <a:xfrm>
                <a:off x="3735075" y="2480800"/>
                <a:ext cx="18950" cy="23300"/>
              </a:xfrm>
              <a:custGeom>
                <a:avLst/>
                <a:gdLst/>
                <a:ahLst/>
                <a:cxnLst/>
                <a:rect l="l" t="t" r="r" b="b"/>
                <a:pathLst>
                  <a:path w="758" h="932" extrusionOk="0">
                    <a:moveTo>
                      <a:pt x="292" y="0"/>
                    </a:moveTo>
                    <a:lnTo>
                      <a:pt x="292" y="59"/>
                    </a:lnTo>
                    <a:lnTo>
                      <a:pt x="699" y="466"/>
                    </a:lnTo>
                    <a:lnTo>
                      <a:pt x="1" y="873"/>
                    </a:lnTo>
                    <a:lnTo>
                      <a:pt x="1" y="931"/>
                    </a:lnTo>
                    <a:lnTo>
                      <a:pt x="175" y="931"/>
                    </a:lnTo>
                    <a:lnTo>
                      <a:pt x="699" y="640"/>
                    </a:lnTo>
                    <a:lnTo>
                      <a:pt x="757" y="349"/>
                    </a:lnTo>
                    <a:lnTo>
                      <a:pt x="40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38"/>
              <p:cNvSpPr/>
              <p:nvPr/>
            </p:nvSpPr>
            <p:spPr>
              <a:xfrm>
                <a:off x="3868900" y="2533150"/>
                <a:ext cx="8750" cy="20400"/>
              </a:xfrm>
              <a:custGeom>
                <a:avLst/>
                <a:gdLst/>
                <a:ahLst/>
                <a:cxnLst/>
                <a:rect l="l" t="t" r="r" b="b"/>
                <a:pathLst>
                  <a:path w="350" h="816" extrusionOk="0">
                    <a:moveTo>
                      <a:pt x="233" y="1"/>
                    </a:moveTo>
                    <a:lnTo>
                      <a:pt x="0" y="757"/>
                    </a:lnTo>
                    <a:lnTo>
                      <a:pt x="0" y="815"/>
                    </a:lnTo>
                    <a:lnTo>
                      <a:pt x="116" y="815"/>
                    </a:lnTo>
                    <a:lnTo>
                      <a:pt x="349" y="175"/>
                    </a:lnTo>
                    <a:lnTo>
                      <a:pt x="29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38"/>
              <p:cNvSpPr/>
              <p:nvPr/>
            </p:nvSpPr>
            <p:spPr>
              <a:xfrm>
                <a:off x="3877625" y="2508425"/>
                <a:ext cx="8750" cy="21850"/>
              </a:xfrm>
              <a:custGeom>
                <a:avLst/>
                <a:gdLst/>
                <a:ahLst/>
                <a:cxnLst/>
                <a:rect l="l" t="t" r="r" b="b"/>
                <a:pathLst>
                  <a:path w="350" h="874" extrusionOk="0">
                    <a:moveTo>
                      <a:pt x="233" y="1"/>
                    </a:moveTo>
                    <a:lnTo>
                      <a:pt x="0" y="757"/>
                    </a:lnTo>
                    <a:lnTo>
                      <a:pt x="0" y="873"/>
                    </a:lnTo>
                    <a:lnTo>
                      <a:pt x="117" y="873"/>
                    </a:lnTo>
                    <a:lnTo>
                      <a:pt x="349" y="117"/>
                    </a:lnTo>
                    <a:lnTo>
                      <a:pt x="29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38"/>
              <p:cNvSpPr/>
              <p:nvPr/>
            </p:nvSpPr>
            <p:spPr>
              <a:xfrm>
                <a:off x="3852900" y="2508425"/>
                <a:ext cx="21825" cy="21850"/>
              </a:xfrm>
              <a:custGeom>
                <a:avLst/>
                <a:gdLst/>
                <a:ahLst/>
                <a:cxnLst/>
                <a:rect l="l" t="t" r="r" b="b"/>
                <a:pathLst>
                  <a:path w="873" h="874" extrusionOk="0">
                    <a:moveTo>
                      <a:pt x="0" y="1"/>
                    </a:moveTo>
                    <a:lnTo>
                      <a:pt x="58" y="59"/>
                    </a:lnTo>
                    <a:lnTo>
                      <a:pt x="873" y="873"/>
                    </a:lnTo>
                    <a:lnTo>
                      <a:pt x="815" y="641"/>
                    </a:lnTo>
                    <a:lnTo>
                      <a:pt x="11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38"/>
              <p:cNvSpPr/>
              <p:nvPr/>
            </p:nvSpPr>
            <p:spPr>
              <a:xfrm>
                <a:off x="3879075" y="2533150"/>
                <a:ext cx="21825" cy="20400"/>
              </a:xfrm>
              <a:custGeom>
                <a:avLst/>
                <a:gdLst/>
                <a:ahLst/>
                <a:cxnLst/>
                <a:rect l="l" t="t" r="r" b="b"/>
                <a:pathLst>
                  <a:path w="873" h="816" extrusionOk="0">
                    <a:moveTo>
                      <a:pt x="0" y="1"/>
                    </a:moveTo>
                    <a:lnTo>
                      <a:pt x="59" y="117"/>
                    </a:lnTo>
                    <a:lnTo>
                      <a:pt x="757" y="815"/>
                    </a:lnTo>
                    <a:lnTo>
                      <a:pt x="873" y="815"/>
                    </a:lnTo>
                    <a:lnTo>
                      <a:pt x="815" y="641"/>
                    </a:lnTo>
                    <a:lnTo>
                      <a:pt x="11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38"/>
              <p:cNvSpPr/>
              <p:nvPr/>
            </p:nvSpPr>
            <p:spPr>
              <a:xfrm>
                <a:off x="3864525" y="2480800"/>
                <a:ext cx="18925" cy="23300"/>
              </a:xfrm>
              <a:custGeom>
                <a:avLst/>
                <a:gdLst/>
                <a:ahLst/>
                <a:cxnLst/>
                <a:rect l="l" t="t" r="r" b="b"/>
                <a:pathLst>
                  <a:path w="757" h="932" extrusionOk="0">
                    <a:moveTo>
                      <a:pt x="408" y="0"/>
                    </a:moveTo>
                    <a:lnTo>
                      <a:pt x="1" y="408"/>
                    </a:lnTo>
                    <a:lnTo>
                      <a:pt x="117" y="582"/>
                    </a:lnTo>
                    <a:lnTo>
                      <a:pt x="641" y="931"/>
                    </a:lnTo>
                    <a:lnTo>
                      <a:pt x="757" y="931"/>
                    </a:lnTo>
                    <a:lnTo>
                      <a:pt x="699" y="873"/>
                    </a:lnTo>
                    <a:lnTo>
                      <a:pt x="117" y="466"/>
                    </a:lnTo>
                    <a:lnTo>
                      <a:pt x="466" y="117"/>
                    </a:lnTo>
                    <a:lnTo>
                      <a:pt x="40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996;p38"/>
              <p:cNvSpPr/>
              <p:nvPr/>
            </p:nvSpPr>
            <p:spPr>
              <a:xfrm>
                <a:off x="3844175" y="2480800"/>
                <a:ext cx="18925" cy="23300"/>
              </a:xfrm>
              <a:custGeom>
                <a:avLst/>
                <a:gdLst/>
                <a:ahLst/>
                <a:cxnLst/>
                <a:rect l="l" t="t" r="r" b="b"/>
                <a:pathLst>
                  <a:path w="757" h="932" extrusionOk="0">
                    <a:moveTo>
                      <a:pt x="0" y="0"/>
                    </a:moveTo>
                    <a:lnTo>
                      <a:pt x="0" y="59"/>
                    </a:lnTo>
                    <a:lnTo>
                      <a:pt x="724" y="449"/>
                    </a:lnTo>
                    <a:lnTo>
                      <a:pt x="698" y="291"/>
                    </a:lnTo>
                    <a:lnTo>
                      <a:pt x="175" y="0"/>
                    </a:lnTo>
                    <a:close/>
                    <a:moveTo>
                      <a:pt x="724" y="449"/>
                    </a:moveTo>
                    <a:lnTo>
                      <a:pt x="731" y="491"/>
                    </a:lnTo>
                    <a:lnTo>
                      <a:pt x="756" y="466"/>
                    </a:lnTo>
                    <a:lnTo>
                      <a:pt x="724" y="449"/>
                    </a:lnTo>
                    <a:close/>
                    <a:moveTo>
                      <a:pt x="731" y="491"/>
                    </a:moveTo>
                    <a:lnTo>
                      <a:pt x="291" y="931"/>
                    </a:lnTo>
                    <a:lnTo>
                      <a:pt x="466" y="931"/>
                    </a:lnTo>
                    <a:lnTo>
                      <a:pt x="756" y="640"/>
                    </a:lnTo>
                    <a:lnTo>
                      <a:pt x="731" y="49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997;p38"/>
              <p:cNvSpPr/>
              <p:nvPr/>
            </p:nvSpPr>
            <p:spPr>
              <a:xfrm>
                <a:off x="3759800" y="2533150"/>
                <a:ext cx="25" cy="25"/>
              </a:xfrm>
              <a:custGeom>
                <a:avLst/>
                <a:gdLst/>
                <a:ahLst/>
                <a:cxnLst/>
                <a:rect l="l" t="t" r="r" b="b"/>
                <a:pathLst>
                  <a:path w="1" h="1" extrusionOk="0">
                    <a:moveTo>
                      <a:pt x="1" y="1"/>
                    </a:moveTo>
                    <a:lnTo>
                      <a:pt x="1" y="1"/>
                    </a:lnTo>
                    <a:lnTo>
                      <a:pt x="1" y="1"/>
                    </a:lnTo>
                    <a:lnTo>
                      <a:pt x="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38"/>
              <p:cNvSpPr/>
              <p:nvPr/>
            </p:nvSpPr>
            <p:spPr>
              <a:xfrm>
                <a:off x="3742350" y="2506975"/>
                <a:ext cx="23300" cy="46575"/>
              </a:xfrm>
              <a:custGeom>
                <a:avLst/>
                <a:gdLst/>
                <a:ahLst/>
                <a:cxnLst/>
                <a:rect l="l" t="t" r="r" b="b"/>
                <a:pathLst>
                  <a:path w="932" h="1863" extrusionOk="0">
                    <a:moveTo>
                      <a:pt x="932" y="1"/>
                    </a:moveTo>
                    <a:lnTo>
                      <a:pt x="117" y="699"/>
                    </a:lnTo>
                    <a:lnTo>
                      <a:pt x="1" y="1164"/>
                    </a:lnTo>
                    <a:lnTo>
                      <a:pt x="234" y="1862"/>
                    </a:lnTo>
                    <a:lnTo>
                      <a:pt x="292" y="1746"/>
                    </a:lnTo>
                    <a:lnTo>
                      <a:pt x="59" y="1048"/>
                    </a:lnTo>
                    <a:lnTo>
                      <a:pt x="583" y="1048"/>
                    </a:lnTo>
                    <a:lnTo>
                      <a:pt x="583" y="931"/>
                    </a:lnTo>
                    <a:lnTo>
                      <a:pt x="117" y="931"/>
                    </a:lnTo>
                    <a:lnTo>
                      <a:pt x="815" y="233"/>
                    </a:lnTo>
                    <a:lnTo>
                      <a:pt x="93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38"/>
              <p:cNvSpPr/>
              <p:nvPr/>
            </p:nvSpPr>
            <p:spPr>
              <a:xfrm>
                <a:off x="3770000" y="2365900"/>
                <a:ext cx="10200" cy="20375"/>
              </a:xfrm>
              <a:custGeom>
                <a:avLst/>
                <a:gdLst/>
                <a:ahLst/>
                <a:cxnLst/>
                <a:rect l="l" t="t" r="r" b="b"/>
                <a:pathLst>
                  <a:path w="408" h="815" extrusionOk="0">
                    <a:moveTo>
                      <a:pt x="0" y="1"/>
                    </a:moveTo>
                    <a:lnTo>
                      <a:pt x="0" y="59"/>
                    </a:lnTo>
                    <a:lnTo>
                      <a:pt x="349" y="815"/>
                    </a:lnTo>
                    <a:lnTo>
                      <a:pt x="407" y="640"/>
                    </a:lnTo>
                    <a:lnTo>
                      <a:pt x="11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38"/>
              <p:cNvSpPr/>
              <p:nvPr/>
            </p:nvSpPr>
            <p:spPr>
              <a:xfrm>
                <a:off x="3781625" y="2389175"/>
                <a:ext cx="10200" cy="21825"/>
              </a:xfrm>
              <a:custGeom>
                <a:avLst/>
                <a:gdLst/>
                <a:ahLst/>
                <a:cxnLst/>
                <a:rect l="l" t="t" r="r" b="b"/>
                <a:pathLst>
                  <a:path w="408" h="873" extrusionOk="0">
                    <a:moveTo>
                      <a:pt x="1" y="0"/>
                    </a:moveTo>
                    <a:lnTo>
                      <a:pt x="1" y="233"/>
                    </a:lnTo>
                    <a:lnTo>
                      <a:pt x="291" y="873"/>
                    </a:lnTo>
                    <a:lnTo>
                      <a:pt x="408" y="873"/>
                    </a:lnTo>
                    <a:lnTo>
                      <a:pt x="408" y="815"/>
                    </a:lnTo>
                    <a:lnTo>
                      <a:pt x="5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38"/>
              <p:cNvSpPr/>
              <p:nvPr/>
            </p:nvSpPr>
            <p:spPr>
              <a:xfrm>
                <a:off x="3761275" y="2389175"/>
                <a:ext cx="17475" cy="21825"/>
              </a:xfrm>
              <a:custGeom>
                <a:avLst/>
                <a:gdLst/>
                <a:ahLst/>
                <a:cxnLst/>
                <a:rect l="l" t="t" r="r" b="b"/>
                <a:pathLst>
                  <a:path w="699" h="873" extrusionOk="0">
                    <a:moveTo>
                      <a:pt x="640" y="0"/>
                    </a:moveTo>
                    <a:lnTo>
                      <a:pt x="0" y="815"/>
                    </a:lnTo>
                    <a:lnTo>
                      <a:pt x="0" y="873"/>
                    </a:lnTo>
                    <a:lnTo>
                      <a:pt x="116" y="873"/>
                    </a:lnTo>
                    <a:lnTo>
                      <a:pt x="698" y="175"/>
                    </a:lnTo>
                    <a:lnTo>
                      <a:pt x="69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38"/>
              <p:cNvSpPr/>
              <p:nvPr/>
            </p:nvSpPr>
            <p:spPr>
              <a:xfrm>
                <a:off x="3783075" y="2365900"/>
                <a:ext cx="13125" cy="20375"/>
              </a:xfrm>
              <a:custGeom>
                <a:avLst/>
                <a:gdLst/>
                <a:ahLst/>
                <a:cxnLst/>
                <a:rect l="l" t="t" r="r" b="b"/>
                <a:pathLst>
                  <a:path w="525" h="815" extrusionOk="0">
                    <a:moveTo>
                      <a:pt x="466" y="1"/>
                    </a:moveTo>
                    <a:lnTo>
                      <a:pt x="1" y="640"/>
                    </a:lnTo>
                    <a:lnTo>
                      <a:pt x="1" y="815"/>
                    </a:lnTo>
                    <a:lnTo>
                      <a:pt x="524" y="175"/>
                    </a:lnTo>
                    <a:lnTo>
                      <a:pt x="5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38"/>
              <p:cNvSpPr/>
              <p:nvPr/>
            </p:nvSpPr>
            <p:spPr>
              <a:xfrm>
                <a:off x="3825250" y="2389175"/>
                <a:ext cx="10225" cy="21825"/>
              </a:xfrm>
              <a:custGeom>
                <a:avLst/>
                <a:gdLst/>
                <a:ahLst/>
                <a:cxnLst/>
                <a:rect l="l" t="t" r="r" b="b"/>
                <a:pathLst>
                  <a:path w="409" h="873" extrusionOk="0">
                    <a:moveTo>
                      <a:pt x="350" y="0"/>
                    </a:moveTo>
                    <a:lnTo>
                      <a:pt x="1" y="815"/>
                    </a:lnTo>
                    <a:lnTo>
                      <a:pt x="1" y="873"/>
                    </a:lnTo>
                    <a:lnTo>
                      <a:pt x="117" y="873"/>
                    </a:lnTo>
                    <a:lnTo>
                      <a:pt x="408" y="233"/>
                    </a:lnTo>
                    <a:lnTo>
                      <a:pt x="40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38"/>
              <p:cNvSpPr/>
              <p:nvPr/>
            </p:nvSpPr>
            <p:spPr>
              <a:xfrm>
                <a:off x="3836900" y="2365900"/>
                <a:ext cx="10200" cy="20375"/>
              </a:xfrm>
              <a:custGeom>
                <a:avLst/>
                <a:gdLst/>
                <a:ahLst/>
                <a:cxnLst/>
                <a:rect l="l" t="t" r="r" b="b"/>
                <a:pathLst>
                  <a:path w="408" h="815" extrusionOk="0">
                    <a:moveTo>
                      <a:pt x="291" y="1"/>
                    </a:moveTo>
                    <a:lnTo>
                      <a:pt x="0" y="640"/>
                    </a:lnTo>
                    <a:lnTo>
                      <a:pt x="58" y="815"/>
                    </a:lnTo>
                    <a:lnTo>
                      <a:pt x="117" y="815"/>
                    </a:lnTo>
                    <a:lnTo>
                      <a:pt x="407" y="117"/>
                    </a:lnTo>
                    <a:lnTo>
                      <a:pt x="34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38"/>
              <p:cNvSpPr/>
              <p:nvPr/>
            </p:nvSpPr>
            <p:spPr>
              <a:xfrm>
                <a:off x="3817975" y="2365900"/>
                <a:ext cx="25" cy="1475"/>
              </a:xfrm>
              <a:custGeom>
                <a:avLst/>
                <a:gdLst/>
                <a:ahLst/>
                <a:cxnLst/>
                <a:rect l="l" t="t" r="r" b="b"/>
                <a:pathLst>
                  <a:path w="1" h="59" extrusionOk="0">
                    <a:moveTo>
                      <a:pt x="1" y="1"/>
                    </a:moveTo>
                    <a:lnTo>
                      <a:pt x="1" y="1"/>
                    </a:lnTo>
                    <a:lnTo>
                      <a:pt x="1" y="59"/>
                    </a:lnTo>
                    <a:lnTo>
                      <a:pt x="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38"/>
              <p:cNvSpPr/>
              <p:nvPr/>
            </p:nvSpPr>
            <p:spPr>
              <a:xfrm>
                <a:off x="3838350" y="2389175"/>
                <a:ext cx="16025" cy="21825"/>
              </a:xfrm>
              <a:custGeom>
                <a:avLst/>
                <a:gdLst/>
                <a:ahLst/>
                <a:cxnLst/>
                <a:rect l="l" t="t" r="r" b="b"/>
                <a:pathLst>
                  <a:path w="641" h="873" extrusionOk="0">
                    <a:moveTo>
                      <a:pt x="0" y="0"/>
                    </a:moveTo>
                    <a:lnTo>
                      <a:pt x="0" y="233"/>
                    </a:lnTo>
                    <a:lnTo>
                      <a:pt x="524" y="873"/>
                    </a:lnTo>
                    <a:lnTo>
                      <a:pt x="640" y="873"/>
                    </a:lnTo>
                    <a:lnTo>
                      <a:pt x="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38"/>
              <p:cNvSpPr/>
              <p:nvPr/>
            </p:nvSpPr>
            <p:spPr>
              <a:xfrm>
                <a:off x="3820900" y="2365900"/>
                <a:ext cx="13100" cy="20375"/>
              </a:xfrm>
              <a:custGeom>
                <a:avLst/>
                <a:gdLst/>
                <a:ahLst/>
                <a:cxnLst/>
                <a:rect l="l" t="t" r="r" b="b"/>
                <a:pathLst>
                  <a:path w="524" h="815" extrusionOk="0">
                    <a:moveTo>
                      <a:pt x="0" y="1"/>
                    </a:moveTo>
                    <a:lnTo>
                      <a:pt x="0" y="233"/>
                    </a:lnTo>
                    <a:lnTo>
                      <a:pt x="466" y="815"/>
                    </a:lnTo>
                    <a:lnTo>
                      <a:pt x="524" y="815"/>
                    </a:lnTo>
                    <a:lnTo>
                      <a:pt x="524" y="699"/>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008;p38"/>
              <p:cNvSpPr/>
              <p:nvPr/>
            </p:nvSpPr>
            <p:spPr>
              <a:xfrm>
                <a:off x="3793250" y="2306275"/>
                <a:ext cx="7300" cy="11650"/>
              </a:xfrm>
              <a:custGeom>
                <a:avLst/>
                <a:gdLst/>
                <a:ahLst/>
                <a:cxnLst/>
                <a:rect l="l" t="t" r="r" b="b"/>
                <a:pathLst>
                  <a:path w="292" h="466" extrusionOk="0">
                    <a:moveTo>
                      <a:pt x="1" y="0"/>
                    </a:moveTo>
                    <a:lnTo>
                      <a:pt x="1" y="233"/>
                    </a:lnTo>
                    <a:lnTo>
                      <a:pt x="234" y="466"/>
                    </a:lnTo>
                    <a:lnTo>
                      <a:pt x="292" y="466"/>
                    </a:lnTo>
                    <a:lnTo>
                      <a:pt x="292" y="408"/>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38"/>
              <p:cNvSpPr/>
              <p:nvPr/>
            </p:nvSpPr>
            <p:spPr>
              <a:xfrm>
                <a:off x="3778725" y="2251000"/>
                <a:ext cx="14550" cy="66925"/>
              </a:xfrm>
              <a:custGeom>
                <a:avLst/>
                <a:gdLst/>
                <a:ahLst/>
                <a:cxnLst/>
                <a:rect l="l" t="t" r="r" b="b"/>
                <a:pathLst>
                  <a:path w="582" h="2677" extrusionOk="0">
                    <a:moveTo>
                      <a:pt x="349" y="1"/>
                    </a:moveTo>
                    <a:lnTo>
                      <a:pt x="349" y="175"/>
                    </a:lnTo>
                    <a:lnTo>
                      <a:pt x="582" y="466"/>
                    </a:lnTo>
                    <a:lnTo>
                      <a:pt x="582" y="291"/>
                    </a:lnTo>
                    <a:lnTo>
                      <a:pt x="466" y="117"/>
                    </a:lnTo>
                    <a:lnTo>
                      <a:pt x="582" y="117"/>
                    </a:lnTo>
                    <a:lnTo>
                      <a:pt x="582" y="1"/>
                    </a:lnTo>
                    <a:close/>
                    <a:moveTo>
                      <a:pt x="582" y="466"/>
                    </a:moveTo>
                    <a:lnTo>
                      <a:pt x="291" y="699"/>
                    </a:lnTo>
                    <a:lnTo>
                      <a:pt x="233" y="990"/>
                    </a:lnTo>
                    <a:lnTo>
                      <a:pt x="233" y="1048"/>
                    </a:lnTo>
                    <a:lnTo>
                      <a:pt x="466" y="1339"/>
                    </a:lnTo>
                    <a:lnTo>
                      <a:pt x="175" y="1630"/>
                    </a:lnTo>
                    <a:lnTo>
                      <a:pt x="117" y="1804"/>
                    </a:lnTo>
                    <a:lnTo>
                      <a:pt x="407" y="2211"/>
                    </a:lnTo>
                    <a:lnTo>
                      <a:pt x="0" y="2619"/>
                    </a:lnTo>
                    <a:lnTo>
                      <a:pt x="0" y="2677"/>
                    </a:lnTo>
                    <a:lnTo>
                      <a:pt x="58" y="2677"/>
                    </a:lnTo>
                    <a:lnTo>
                      <a:pt x="466" y="2328"/>
                    </a:lnTo>
                    <a:lnTo>
                      <a:pt x="466" y="2095"/>
                    </a:lnTo>
                    <a:lnTo>
                      <a:pt x="291" y="1804"/>
                    </a:lnTo>
                    <a:lnTo>
                      <a:pt x="524" y="1804"/>
                    </a:lnTo>
                    <a:lnTo>
                      <a:pt x="524" y="1688"/>
                    </a:lnTo>
                    <a:lnTo>
                      <a:pt x="291" y="1688"/>
                    </a:lnTo>
                    <a:lnTo>
                      <a:pt x="524" y="1455"/>
                    </a:lnTo>
                    <a:lnTo>
                      <a:pt x="524" y="1164"/>
                    </a:lnTo>
                    <a:lnTo>
                      <a:pt x="349" y="990"/>
                    </a:lnTo>
                    <a:lnTo>
                      <a:pt x="524" y="990"/>
                    </a:lnTo>
                    <a:lnTo>
                      <a:pt x="582" y="815"/>
                    </a:lnTo>
                    <a:lnTo>
                      <a:pt x="349" y="815"/>
                    </a:lnTo>
                    <a:lnTo>
                      <a:pt x="582" y="582"/>
                    </a:lnTo>
                    <a:lnTo>
                      <a:pt x="582" y="466"/>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38"/>
              <p:cNvSpPr/>
              <p:nvPr/>
            </p:nvSpPr>
            <p:spPr>
              <a:xfrm>
                <a:off x="3793250" y="2251000"/>
                <a:ext cx="10225" cy="55300"/>
              </a:xfrm>
              <a:custGeom>
                <a:avLst/>
                <a:gdLst/>
                <a:ahLst/>
                <a:cxnLst/>
                <a:rect l="l" t="t" r="r" b="b"/>
                <a:pathLst>
                  <a:path w="409" h="2212" extrusionOk="0">
                    <a:moveTo>
                      <a:pt x="176" y="1"/>
                    </a:moveTo>
                    <a:lnTo>
                      <a:pt x="176" y="117"/>
                    </a:lnTo>
                    <a:lnTo>
                      <a:pt x="292" y="117"/>
                    </a:lnTo>
                    <a:lnTo>
                      <a:pt x="117" y="291"/>
                    </a:lnTo>
                    <a:lnTo>
                      <a:pt x="117" y="582"/>
                    </a:lnTo>
                    <a:lnTo>
                      <a:pt x="292" y="815"/>
                    </a:lnTo>
                    <a:lnTo>
                      <a:pt x="117" y="815"/>
                    </a:lnTo>
                    <a:lnTo>
                      <a:pt x="117" y="990"/>
                    </a:lnTo>
                    <a:lnTo>
                      <a:pt x="292" y="990"/>
                    </a:lnTo>
                    <a:lnTo>
                      <a:pt x="117" y="1164"/>
                    </a:lnTo>
                    <a:lnTo>
                      <a:pt x="94" y="1304"/>
                    </a:lnTo>
                    <a:lnTo>
                      <a:pt x="94" y="1304"/>
                    </a:lnTo>
                    <a:lnTo>
                      <a:pt x="350" y="1048"/>
                    </a:lnTo>
                    <a:lnTo>
                      <a:pt x="408" y="699"/>
                    </a:lnTo>
                    <a:lnTo>
                      <a:pt x="176" y="466"/>
                    </a:lnTo>
                    <a:lnTo>
                      <a:pt x="408" y="233"/>
                    </a:lnTo>
                    <a:lnTo>
                      <a:pt x="408" y="1"/>
                    </a:lnTo>
                    <a:close/>
                    <a:moveTo>
                      <a:pt x="94" y="1304"/>
                    </a:moveTo>
                    <a:lnTo>
                      <a:pt x="59" y="1339"/>
                    </a:lnTo>
                    <a:lnTo>
                      <a:pt x="85" y="1359"/>
                    </a:lnTo>
                    <a:lnTo>
                      <a:pt x="94" y="1304"/>
                    </a:lnTo>
                    <a:close/>
                    <a:moveTo>
                      <a:pt x="85" y="1359"/>
                    </a:moveTo>
                    <a:lnTo>
                      <a:pt x="59" y="1513"/>
                    </a:lnTo>
                    <a:lnTo>
                      <a:pt x="234" y="1688"/>
                    </a:lnTo>
                    <a:lnTo>
                      <a:pt x="59" y="1688"/>
                    </a:lnTo>
                    <a:lnTo>
                      <a:pt x="59" y="1804"/>
                    </a:lnTo>
                    <a:lnTo>
                      <a:pt x="292" y="1804"/>
                    </a:lnTo>
                    <a:lnTo>
                      <a:pt x="59" y="2037"/>
                    </a:lnTo>
                    <a:lnTo>
                      <a:pt x="1" y="2211"/>
                    </a:lnTo>
                    <a:lnTo>
                      <a:pt x="350" y="1979"/>
                    </a:lnTo>
                    <a:lnTo>
                      <a:pt x="350" y="1571"/>
                    </a:lnTo>
                    <a:lnTo>
                      <a:pt x="85" y="1359"/>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38"/>
              <p:cNvSpPr/>
              <p:nvPr/>
            </p:nvSpPr>
            <p:spPr>
              <a:xfrm>
                <a:off x="3816525" y="2307725"/>
                <a:ext cx="5850" cy="10200"/>
              </a:xfrm>
              <a:custGeom>
                <a:avLst/>
                <a:gdLst/>
                <a:ahLst/>
                <a:cxnLst/>
                <a:rect l="l" t="t" r="r" b="b"/>
                <a:pathLst>
                  <a:path w="234" h="408" extrusionOk="0">
                    <a:moveTo>
                      <a:pt x="234" y="0"/>
                    </a:moveTo>
                    <a:lnTo>
                      <a:pt x="1" y="291"/>
                    </a:lnTo>
                    <a:lnTo>
                      <a:pt x="1" y="408"/>
                    </a:lnTo>
                    <a:lnTo>
                      <a:pt x="234" y="175"/>
                    </a:lnTo>
                    <a:lnTo>
                      <a:pt x="2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38"/>
              <p:cNvSpPr/>
              <p:nvPr/>
            </p:nvSpPr>
            <p:spPr>
              <a:xfrm>
                <a:off x="3815075" y="2296100"/>
                <a:ext cx="7300" cy="10200"/>
              </a:xfrm>
              <a:custGeom>
                <a:avLst/>
                <a:gdLst/>
                <a:ahLst/>
                <a:cxnLst/>
                <a:rect l="l" t="t" r="r" b="b"/>
                <a:pathLst>
                  <a:path w="292" h="408" extrusionOk="0">
                    <a:moveTo>
                      <a:pt x="1" y="0"/>
                    </a:moveTo>
                    <a:lnTo>
                      <a:pt x="1" y="175"/>
                    </a:lnTo>
                    <a:lnTo>
                      <a:pt x="292" y="407"/>
                    </a:lnTo>
                    <a:lnTo>
                      <a:pt x="292" y="233"/>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38"/>
              <p:cNvSpPr/>
              <p:nvPr/>
            </p:nvSpPr>
            <p:spPr>
              <a:xfrm>
                <a:off x="3822350" y="2251000"/>
                <a:ext cx="16025" cy="66925"/>
              </a:xfrm>
              <a:custGeom>
                <a:avLst/>
                <a:gdLst/>
                <a:ahLst/>
                <a:cxnLst/>
                <a:rect l="l" t="t" r="r" b="b"/>
                <a:pathLst>
                  <a:path w="641" h="2677" extrusionOk="0">
                    <a:moveTo>
                      <a:pt x="1" y="1"/>
                    </a:moveTo>
                    <a:lnTo>
                      <a:pt x="1" y="117"/>
                    </a:lnTo>
                    <a:lnTo>
                      <a:pt x="175" y="117"/>
                    </a:lnTo>
                    <a:lnTo>
                      <a:pt x="1" y="291"/>
                    </a:lnTo>
                    <a:lnTo>
                      <a:pt x="59" y="641"/>
                    </a:lnTo>
                    <a:lnTo>
                      <a:pt x="233" y="815"/>
                    </a:lnTo>
                    <a:lnTo>
                      <a:pt x="59" y="815"/>
                    </a:lnTo>
                    <a:lnTo>
                      <a:pt x="59" y="990"/>
                    </a:lnTo>
                    <a:lnTo>
                      <a:pt x="233" y="990"/>
                    </a:lnTo>
                    <a:lnTo>
                      <a:pt x="59" y="1164"/>
                    </a:lnTo>
                    <a:lnTo>
                      <a:pt x="117" y="1455"/>
                    </a:lnTo>
                    <a:lnTo>
                      <a:pt x="291" y="1688"/>
                    </a:lnTo>
                    <a:lnTo>
                      <a:pt x="117" y="1688"/>
                    </a:lnTo>
                    <a:lnTo>
                      <a:pt x="117" y="1804"/>
                    </a:lnTo>
                    <a:lnTo>
                      <a:pt x="408" y="1804"/>
                    </a:lnTo>
                    <a:lnTo>
                      <a:pt x="117" y="2095"/>
                    </a:lnTo>
                    <a:lnTo>
                      <a:pt x="175" y="2328"/>
                    </a:lnTo>
                    <a:lnTo>
                      <a:pt x="582" y="2677"/>
                    </a:lnTo>
                    <a:lnTo>
                      <a:pt x="640" y="2677"/>
                    </a:lnTo>
                    <a:lnTo>
                      <a:pt x="640" y="2560"/>
                    </a:lnTo>
                    <a:lnTo>
                      <a:pt x="175" y="2211"/>
                    </a:lnTo>
                    <a:lnTo>
                      <a:pt x="524" y="1920"/>
                    </a:lnTo>
                    <a:lnTo>
                      <a:pt x="466" y="1688"/>
                    </a:lnTo>
                    <a:lnTo>
                      <a:pt x="117" y="1280"/>
                    </a:lnTo>
                    <a:lnTo>
                      <a:pt x="408" y="1048"/>
                    </a:lnTo>
                    <a:lnTo>
                      <a:pt x="350" y="990"/>
                    </a:lnTo>
                    <a:lnTo>
                      <a:pt x="350" y="757"/>
                    </a:lnTo>
                    <a:lnTo>
                      <a:pt x="59" y="466"/>
                    </a:lnTo>
                    <a:lnTo>
                      <a:pt x="291" y="175"/>
                    </a:lnTo>
                    <a:lnTo>
                      <a:pt x="29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38"/>
              <p:cNvSpPr/>
              <p:nvPr/>
            </p:nvSpPr>
            <p:spPr>
              <a:xfrm>
                <a:off x="3804900" y="2293175"/>
                <a:ext cx="7300" cy="2950"/>
              </a:xfrm>
              <a:custGeom>
                <a:avLst/>
                <a:gdLst/>
                <a:ahLst/>
                <a:cxnLst/>
                <a:rect l="l" t="t" r="r" b="b"/>
                <a:pathLst>
                  <a:path w="292" h="118" extrusionOk="0">
                    <a:moveTo>
                      <a:pt x="0" y="1"/>
                    </a:moveTo>
                    <a:lnTo>
                      <a:pt x="0" y="117"/>
                    </a:lnTo>
                    <a:lnTo>
                      <a:pt x="291" y="117"/>
                    </a:lnTo>
                    <a:lnTo>
                      <a:pt x="23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38"/>
              <p:cNvSpPr/>
              <p:nvPr/>
            </p:nvSpPr>
            <p:spPr>
              <a:xfrm>
                <a:off x="3813625" y="2251000"/>
                <a:ext cx="8750" cy="45125"/>
              </a:xfrm>
              <a:custGeom>
                <a:avLst/>
                <a:gdLst/>
                <a:ahLst/>
                <a:cxnLst/>
                <a:rect l="l" t="t" r="r" b="b"/>
                <a:pathLst>
                  <a:path w="350" h="1805" extrusionOk="0">
                    <a:moveTo>
                      <a:pt x="0" y="1"/>
                    </a:moveTo>
                    <a:lnTo>
                      <a:pt x="0" y="233"/>
                    </a:lnTo>
                    <a:lnTo>
                      <a:pt x="233" y="466"/>
                    </a:lnTo>
                    <a:lnTo>
                      <a:pt x="233" y="291"/>
                    </a:lnTo>
                    <a:lnTo>
                      <a:pt x="59" y="117"/>
                    </a:lnTo>
                    <a:lnTo>
                      <a:pt x="233" y="117"/>
                    </a:lnTo>
                    <a:lnTo>
                      <a:pt x="233" y="1"/>
                    </a:lnTo>
                    <a:close/>
                    <a:moveTo>
                      <a:pt x="233" y="466"/>
                    </a:moveTo>
                    <a:lnTo>
                      <a:pt x="0" y="757"/>
                    </a:lnTo>
                    <a:lnTo>
                      <a:pt x="0" y="1048"/>
                    </a:lnTo>
                    <a:lnTo>
                      <a:pt x="291" y="1339"/>
                    </a:lnTo>
                    <a:lnTo>
                      <a:pt x="291" y="1106"/>
                    </a:lnTo>
                    <a:lnTo>
                      <a:pt x="117" y="990"/>
                    </a:lnTo>
                    <a:lnTo>
                      <a:pt x="291" y="990"/>
                    </a:lnTo>
                    <a:lnTo>
                      <a:pt x="291" y="815"/>
                    </a:lnTo>
                    <a:lnTo>
                      <a:pt x="117" y="815"/>
                    </a:lnTo>
                    <a:lnTo>
                      <a:pt x="233" y="641"/>
                    </a:lnTo>
                    <a:lnTo>
                      <a:pt x="233" y="466"/>
                    </a:lnTo>
                    <a:close/>
                    <a:moveTo>
                      <a:pt x="291" y="1339"/>
                    </a:moveTo>
                    <a:lnTo>
                      <a:pt x="59" y="1571"/>
                    </a:lnTo>
                    <a:lnTo>
                      <a:pt x="59" y="1804"/>
                    </a:lnTo>
                    <a:lnTo>
                      <a:pt x="350" y="1804"/>
                    </a:lnTo>
                    <a:lnTo>
                      <a:pt x="350" y="1688"/>
                    </a:lnTo>
                    <a:lnTo>
                      <a:pt x="117" y="1688"/>
                    </a:lnTo>
                    <a:lnTo>
                      <a:pt x="291" y="1455"/>
                    </a:lnTo>
                    <a:lnTo>
                      <a:pt x="291" y="1339"/>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38"/>
              <p:cNvSpPr/>
              <p:nvPr/>
            </p:nvSpPr>
            <p:spPr>
              <a:xfrm>
                <a:off x="3788900" y="2019750"/>
                <a:ext cx="37850" cy="53850"/>
              </a:xfrm>
              <a:custGeom>
                <a:avLst/>
                <a:gdLst/>
                <a:ahLst/>
                <a:cxnLst/>
                <a:rect l="l" t="t" r="r" b="b"/>
                <a:pathLst>
                  <a:path w="1514" h="2154" extrusionOk="0">
                    <a:moveTo>
                      <a:pt x="699" y="1"/>
                    </a:moveTo>
                    <a:lnTo>
                      <a:pt x="699" y="59"/>
                    </a:lnTo>
                    <a:lnTo>
                      <a:pt x="699" y="1397"/>
                    </a:lnTo>
                    <a:lnTo>
                      <a:pt x="408" y="1455"/>
                    </a:lnTo>
                    <a:lnTo>
                      <a:pt x="233" y="1630"/>
                    </a:lnTo>
                    <a:lnTo>
                      <a:pt x="59" y="1862"/>
                    </a:lnTo>
                    <a:lnTo>
                      <a:pt x="0" y="2153"/>
                    </a:lnTo>
                    <a:lnTo>
                      <a:pt x="1513" y="2153"/>
                    </a:lnTo>
                    <a:lnTo>
                      <a:pt x="1455" y="1862"/>
                    </a:lnTo>
                    <a:lnTo>
                      <a:pt x="1339" y="1630"/>
                    </a:lnTo>
                    <a:lnTo>
                      <a:pt x="1106" y="1455"/>
                    </a:lnTo>
                    <a:lnTo>
                      <a:pt x="815" y="1397"/>
                    </a:lnTo>
                    <a:lnTo>
                      <a:pt x="815" y="59"/>
                    </a:lnTo>
                    <a:lnTo>
                      <a:pt x="81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017" name="Google Shape;1017;p38"/>
          <p:cNvGrpSpPr/>
          <p:nvPr/>
        </p:nvGrpSpPr>
        <p:grpSpPr>
          <a:xfrm rot="5176130">
            <a:off x="1338197" y="462072"/>
            <a:ext cx="573595" cy="642276"/>
            <a:chOff x="2364837" y="4391164"/>
            <a:chExt cx="361693" cy="405000"/>
          </a:xfrm>
        </p:grpSpPr>
        <p:sp>
          <p:nvSpPr>
            <p:cNvPr id="1018" name="Google Shape;1018;p38"/>
            <p:cNvSpPr/>
            <p:nvPr/>
          </p:nvSpPr>
          <p:spPr>
            <a:xfrm>
              <a:off x="2364841" y="4393299"/>
              <a:ext cx="361689" cy="401013"/>
            </a:xfrm>
            <a:custGeom>
              <a:avLst/>
              <a:gdLst/>
              <a:ahLst/>
              <a:cxnLst/>
              <a:rect l="l" t="t" r="r" b="b"/>
              <a:pathLst>
                <a:path w="5353" h="5935" extrusionOk="0">
                  <a:moveTo>
                    <a:pt x="524" y="3956"/>
                  </a:moveTo>
                  <a:lnTo>
                    <a:pt x="524" y="3956"/>
                  </a:lnTo>
                  <a:lnTo>
                    <a:pt x="757" y="3956"/>
                  </a:lnTo>
                  <a:lnTo>
                    <a:pt x="815" y="4014"/>
                  </a:lnTo>
                  <a:lnTo>
                    <a:pt x="815" y="4014"/>
                  </a:lnTo>
                  <a:lnTo>
                    <a:pt x="873" y="4072"/>
                  </a:lnTo>
                  <a:lnTo>
                    <a:pt x="990" y="4072"/>
                  </a:lnTo>
                  <a:lnTo>
                    <a:pt x="1048" y="4072"/>
                  </a:lnTo>
                  <a:lnTo>
                    <a:pt x="1048" y="4072"/>
                  </a:lnTo>
                  <a:lnTo>
                    <a:pt x="873" y="4189"/>
                  </a:lnTo>
                  <a:lnTo>
                    <a:pt x="757" y="4363"/>
                  </a:lnTo>
                  <a:lnTo>
                    <a:pt x="757" y="4363"/>
                  </a:lnTo>
                  <a:lnTo>
                    <a:pt x="699" y="4538"/>
                  </a:lnTo>
                  <a:lnTo>
                    <a:pt x="641" y="4712"/>
                  </a:lnTo>
                  <a:lnTo>
                    <a:pt x="699" y="4887"/>
                  </a:lnTo>
                  <a:lnTo>
                    <a:pt x="815" y="5061"/>
                  </a:lnTo>
                  <a:lnTo>
                    <a:pt x="815" y="5061"/>
                  </a:lnTo>
                  <a:lnTo>
                    <a:pt x="932" y="5120"/>
                  </a:lnTo>
                  <a:lnTo>
                    <a:pt x="1106" y="5120"/>
                  </a:lnTo>
                  <a:lnTo>
                    <a:pt x="1106" y="5120"/>
                  </a:lnTo>
                  <a:lnTo>
                    <a:pt x="1281" y="5120"/>
                  </a:lnTo>
                  <a:lnTo>
                    <a:pt x="1513" y="5061"/>
                  </a:lnTo>
                  <a:lnTo>
                    <a:pt x="1746" y="5003"/>
                  </a:lnTo>
                  <a:lnTo>
                    <a:pt x="1921" y="4887"/>
                  </a:lnTo>
                  <a:lnTo>
                    <a:pt x="1921" y="4887"/>
                  </a:lnTo>
                  <a:lnTo>
                    <a:pt x="1979" y="5003"/>
                  </a:lnTo>
                  <a:lnTo>
                    <a:pt x="2037" y="5061"/>
                  </a:lnTo>
                  <a:lnTo>
                    <a:pt x="2037" y="5061"/>
                  </a:lnTo>
                  <a:lnTo>
                    <a:pt x="2095" y="5061"/>
                  </a:lnTo>
                  <a:lnTo>
                    <a:pt x="2211" y="5061"/>
                  </a:lnTo>
                  <a:lnTo>
                    <a:pt x="2211" y="5061"/>
                  </a:lnTo>
                  <a:lnTo>
                    <a:pt x="2270" y="5352"/>
                  </a:lnTo>
                  <a:lnTo>
                    <a:pt x="2270" y="5352"/>
                  </a:lnTo>
                  <a:lnTo>
                    <a:pt x="2328" y="5585"/>
                  </a:lnTo>
                  <a:lnTo>
                    <a:pt x="2444" y="5760"/>
                  </a:lnTo>
                  <a:lnTo>
                    <a:pt x="2561" y="5876"/>
                  </a:lnTo>
                  <a:lnTo>
                    <a:pt x="2793" y="5934"/>
                  </a:lnTo>
                  <a:lnTo>
                    <a:pt x="2793" y="5934"/>
                  </a:lnTo>
                  <a:lnTo>
                    <a:pt x="3026" y="5876"/>
                  </a:lnTo>
                  <a:lnTo>
                    <a:pt x="3200" y="5760"/>
                  </a:lnTo>
                  <a:lnTo>
                    <a:pt x="3375" y="5527"/>
                  </a:lnTo>
                  <a:lnTo>
                    <a:pt x="3433" y="5236"/>
                  </a:lnTo>
                  <a:lnTo>
                    <a:pt x="3433" y="5236"/>
                  </a:lnTo>
                  <a:lnTo>
                    <a:pt x="3491" y="4771"/>
                  </a:lnTo>
                  <a:lnTo>
                    <a:pt x="3550" y="4771"/>
                  </a:lnTo>
                  <a:lnTo>
                    <a:pt x="3550" y="4771"/>
                  </a:lnTo>
                  <a:lnTo>
                    <a:pt x="3666" y="4712"/>
                  </a:lnTo>
                  <a:lnTo>
                    <a:pt x="3666" y="4712"/>
                  </a:lnTo>
                  <a:lnTo>
                    <a:pt x="3782" y="4480"/>
                  </a:lnTo>
                  <a:lnTo>
                    <a:pt x="3782" y="4247"/>
                  </a:lnTo>
                  <a:lnTo>
                    <a:pt x="3782" y="4014"/>
                  </a:lnTo>
                  <a:lnTo>
                    <a:pt x="3666" y="3723"/>
                  </a:lnTo>
                  <a:lnTo>
                    <a:pt x="3666" y="3723"/>
                  </a:lnTo>
                  <a:lnTo>
                    <a:pt x="3433" y="3025"/>
                  </a:lnTo>
                  <a:lnTo>
                    <a:pt x="3433" y="3025"/>
                  </a:lnTo>
                  <a:lnTo>
                    <a:pt x="3433" y="2793"/>
                  </a:lnTo>
                  <a:lnTo>
                    <a:pt x="3433" y="2618"/>
                  </a:lnTo>
                  <a:lnTo>
                    <a:pt x="3317" y="2153"/>
                  </a:lnTo>
                  <a:lnTo>
                    <a:pt x="3317" y="2153"/>
                  </a:lnTo>
                  <a:lnTo>
                    <a:pt x="3666" y="1513"/>
                  </a:lnTo>
                  <a:lnTo>
                    <a:pt x="3666" y="1513"/>
                  </a:lnTo>
                  <a:lnTo>
                    <a:pt x="3724" y="1745"/>
                  </a:lnTo>
                  <a:lnTo>
                    <a:pt x="3782" y="1978"/>
                  </a:lnTo>
                  <a:lnTo>
                    <a:pt x="3782" y="1978"/>
                  </a:lnTo>
                  <a:lnTo>
                    <a:pt x="3957" y="2269"/>
                  </a:lnTo>
                  <a:lnTo>
                    <a:pt x="4189" y="2560"/>
                  </a:lnTo>
                  <a:lnTo>
                    <a:pt x="4364" y="2618"/>
                  </a:lnTo>
                  <a:lnTo>
                    <a:pt x="4539" y="2676"/>
                  </a:lnTo>
                  <a:lnTo>
                    <a:pt x="4713" y="2618"/>
                  </a:lnTo>
                  <a:lnTo>
                    <a:pt x="4888" y="2618"/>
                  </a:lnTo>
                  <a:lnTo>
                    <a:pt x="4888" y="2618"/>
                  </a:lnTo>
                  <a:lnTo>
                    <a:pt x="5004" y="2502"/>
                  </a:lnTo>
                  <a:lnTo>
                    <a:pt x="5120" y="2385"/>
                  </a:lnTo>
                  <a:lnTo>
                    <a:pt x="5295" y="2153"/>
                  </a:lnTo>
                  <a:lnTo>
                    <a:pt x="5353" y="1978"/>
                  </a:lnTo>
                  <a:lnTo>
                    <a:pt x="5295" y="1862"/>
                  </a:lnTo>
                  <a:lnTo>
                    <a:pt x="5237" y="1687"/>
                  </a:lnTo>
                  <a:lnTo>
                    <a:pt x="5120" y="1571"/>
                  </a:lnTo>
                  <a:lnTo>
                    <a:pt x="5120" y="1571"/>
                  </a:lnTo>
                  <a:lnTo>
                    <a:pt x="5004" y="1571"/>
                  </a:lnTo>
                  <a:lnTo>
                    <a:pt x="4888" y="1513"/>
                  </a:lnTo>
                  <a:lnTo>
                    <a:pt x="4655" y="1629"/>
                  </a:lnTo>
                  <a:lnTo>
                    <a:pt x="4597" y="1687"/>
                  </a:lnTo>
                  <a:lnTo>
                    <a:pt x="4539" y="1745"/>
                  </a:lnTo>
                  <a:lnTo>
                    <a:pt x="4539" y="1862"/>
                  </a:lnTo>
                  <a:lnTo>
                    <a:pt x="4597" y="1978"/>
                  </a:lnTo>
                  <a:lnTo>
                    <a:pt x="4597" y="1978"/>
                  </a:lnTo>
                  <a:lnTo>
                    <a:pt x="4597" y="1978"/>
                  </a:lnTo>
                  <a:lnTo>
                    <a:pt x="4655" y="1978"/>
                  </a:lnTo>
                  <a:lnTo>
                    <a:pt x="4655" y="1978"/>
                  </a:lnTo>
                  <a:lnTo>
                    <a:pt x="4829" y="1920"/>
                  </a:lnTo>
                  <a:lnTo>
                    <a:pt x="4946" y="1978"/>
                  </a:lnTo>
                  <a:lnTo>
                    <a:pt x="5004" y="1978"/>
                  </a:lnTo>
                  <a:lnTo>
                    <a:pt x="5004" y="1978"/>
                  </a:lnTo>
                  <a:lnTo>
                    <a:pt x="5004" y="2094"/>
                  </a:lnTo>
                  <a:lnTo>
                    <a:pt x="4888" y="2211"/>
                  </a:lnTo>
                  <a:lnTo>
                    <a:pt x="4713" y="2269"/>
                  </a:lnTo>
                  <a:lnTo>
                    <a:pt x="4713" y="2269"/>
                  </a:lnTo>
                  <a:lnTo>
                    <a:pt x="4539" y="2327"/>
                  </a:lnTo>
                  <a:lnTo>
                    <a:pt x="4364" y="2211"/>
                  </a:lnTo>
                  <a:lnTo>
                    <a:pt x="4248" y="2094"/>
                  </a:lnTo>
                  <a:lnTo>
                    <a:pt x="4131" y="1978"/>
                  </a:lnTo>
                  <a:lnTo>
                    <a:pt x="4131" y="1978"/>
                  </a:lnTo>
                  <a:lnTo>
                    <a:pt x="4015" y="1687"/>
                  </a:lnTo>
                  <a:lnTo>
                    <a:pt x="3957" y="1338"/>
                  </a:lnTo>
                  <a:lnTo>
                    <a:pt x="3957" y="1338"/>
                  </a:lnTo>
                  <a:lnTo>
                    <a:pt x="4015" y="1164"/>
                  </a:lnTo>
                  <a:lnTo>
                    <a:pt x="4073" y="989"/>
                  </a:lnTo>
                  <a:lnTo>
                    <a:pt x="4073" y="989"/>
                  </a:lnTo>
                  <a:lnTo>
                    <a:pt x="4597" y="524"/>
                  </a:lnTo>
                  <a:lnTo>
                    <a:pt x="5178" y="58"/>
                  </a:lnTo>
                  <a:lnTo>
                    <a:pt x="5178" y="58"/>
                  </a:lnTo>
                  <a:lnTo>
                    <a:pt x="5178" y="0"/>
                  </a:lnTo>
                  <a:lnTo>
                    <a:pt x="5120" y="0"/>
                  </a:lnTo>
                  <a:lnTo>
                    <a:pt x="5120" y="0"/>
                  </a:lnTo>
                  <a:lnTo>
                    <a:pt x="4771" y="116"/>
                  </a:lnTo>
                  <a:lnTo>
                    <a:pt x="4480" y="291"/>
                  </a:lnTo>
                  <a:lnTo>
                    <a:pt x="4189" y="524"/>
                  </a:lnTo>
                  <a:lnTo>
                    <a:pt x="3899" y="815"/>
                  </a:lnTo>
                  <a:lnTo>
                    <a:pt x="3666" y="1105"/>
                  </a:lnTo>
                  <a:lnTo>
                    <a:pt x="3433" y="1396"/>
                  </a:lnTo>
                  <a:lnTo>
                    <a:pt x="3259" y="1745"/>
                  </a:lnTo>
                  <a:lnTo>
                    <a:pt x="3142" y="2094"/>
                  </a:lnTo>
                  <a:lnTo>
                    <a:pt x="3142" y="2094"/>
                  </a:lnTo>
                  <a:lnTo>
                    <a:pt x="2328" y="2094"/>
                  </a:lnTo>
                  <a:lnTo>
                    <a:pt x="2328" y="2094"/>
                  </a:lnTo>
                  <a:lnTo>
                    <a:pt x="2270" y="2153"/>
                  </a:lnTo>
                  <a:lnTo>
                    <a:pt x="2270" y="2153"/>
                  </a:lnTo>
                  <a:lnTo>
                    <a:pt x="2270" y="2153"/>
                  </a:lnTo>
                  <a:lnTo>
                    <a:pt x="2095" y="2153"/>
                  </a:lnTo>
                  <a:lnTo>
                    <a:pt x="2095" y="2153"/>
                  </a:lnTo>
                  <a:lnTo>
                    <a:pt x="1746" y="2094"/>
                  </a:lnTo>
                  <a:lnTo>
                    <a:pt x="1339" y="2094"/>
                  </a:lnTo>
                  <a:lnTo>
                    <a:pt x="1339" y="2094"/>
                  </a:lnTo>
                  <a:lnTo>
                    <a:pt x="1164" y="2153"/>
                  </a:lnTo>
                  <a:lnTo>
                    <a:pt x="990" y="2211"/>
                  </a:lnTo>
                  <a:lnTo>
                    <a:pt x="815" y="2327"/>
                  </a:lnTo>
                  <a:lnTo>
                    <a:pt x="699" y="2444"/>
                  </a:lnTo>
                  <a:lnTo>
                    <a:pt x="699" y="2444"/>
                  </a:lnTo>
                  <a:lnTo>
                    <a:pt x="583" y="2676"/>
                  </a:lnTo>
                  <a:lnTo>
                    <a:pt x="583" y="2676"/>
                  </a:lnTo>
                  <a:lnTo>
                    <a:pt x="234" y="2909"/>
                  </a:lnTo>
                  <a:lnTo>
                    <a:pt x="117" y="3025"/>
                  </a:lnTo>
                  <a:lnTo>
                    <a:pt x="59" y="3200"/>
                  </a:lnTo>
                  <a:lnTo>
                    <a:pt x="59" y="3200"/>
                  </a:lnTo>
                  <a:lnTo>
                    <a:pt x="1" y="3374"/>
                  </a:lnTo>
                  <a:lnTo>
                    <a:pt x="1" y="3607"/>
                  </a:lnTo>
                  <a:lnTo>
                    <a:pt x="1" y="3607"/>
                  </a:lnTo>
                  <a:lnTo>
                    <a:pt x="59" y="3723"/>
                  </a:lnTo>
                  <a:lnTo>
                    <a:pt x="234" y="3840"/>
                  </a:lnTo>
                  <a:lnTo>
                    <a:pt x="524" y="3956"/>
                  </a:lnTo>
                  <a:lnTo>
                    <a:pt x="524" y="3956"/>
                  </a:lnTo>
                  <a:close/>
                </a:path>
              </a:pathLst>
            </a:custGeom>
            <a:solidFill>
              <a:schemeClr val="accent4"/>
            </a:solidFill>
            <a:ln w="76200" cap="flat" cmpd="sng">
              <a:solidFill>
                <a:schemeClr val="accent4"/>
              </a:solidFill>
              <a:prstDash val="solid"/>
              <a:round/>
              <a:headEnd type="none" w="sm" len="sm"/>
              <a:tailEnd type="none" w="sm" len="sm"/>
            </a:ln>
            <a:effectLst>
              <a:outerShdw blurRad="57150" algn="bl" rotWithShape="0">
                <a:schemeClr val="dk1">
                  <a:alpha val="2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19" name="Google Shape;1019;p38"/>
            <p:cNvGrpSpPr/>
            <p:nvPr/>
          </p:nvGrpSpPr>
          <p:grpSpPr>
            <a:xfrm>
              <a:off x="2364837" y="4391164"/>
              <a:ext cx="361689" cy="405000"/>
              <a:chOff x="2364825" y="4646425"/>
              <a:chExt cx="133825" cy="149850"/>
            </a:xfrm>
          </p:grpSpPr>
          <p:sp>
            <p:nvSpPr>
              <p:cNvPr id="1020" name="Google Shape;1020;p38"/>
              <p:cNvSpPr/>
              <p:nvPr/>
            </p:nvSpPr>
            <p:spPr>
              <a:xfrm>
                <a:off x="2364825" y="4704625"/>
                <a:ext cx="88750" cy="91650"/>
              </a:xfrm>
              <a:custGeom>
                <a:avLst/>
                <a:gdLst/>
                <a:ahLst/>
                <a:cxnLst/>
                <a:rect l="l" t="t" r="r" b="b"/>
                <a:pathLst>
                  <a:path w="3550" h="3666" extrusionOk="0">
                    <a:moveTo>
                      <a:pt x="3142" y="0"/>
                    </a:moveTo>
                    <a:lnTo>
                      <a:pt x="1630" y="116"/>
                    </a:lnTo>
                    <a:lnTo>
                      <a:pt x="1164" y="175"/>
                    </a:lnTo>
                    <a:lnTo>
                      <a:pt x="699" y="291"/>
                    </a:lnTo>
                    <a:lnTo>
                      <a:pt x="524" y="407"/>
                    </a:lnTo>
                    <a:lnTo>
                      <a:pt x="292" y="582"/>
                    </a:lnTo>
                    <a:lnTo>
                      <a:pt x="175" y="698"/>
                    </a:lnTo>
                    <a:lnTo>
                      <a:pt x="59" y="931"/>
                    </a:lnTo>
                    <a:lnTo>
                      <a:pt x="1" y="1105"/>
                    </a:lnTo>
                    <a:lnTo>
                      <a:pt x="1" y="1280"/>
                    </a:lnTo>
                    <a:lnTo>
                      <a:pt x="59" y="1454"/>
                    </a:lnTo>
                    <a:lnTo>
                      <a:pt x="234" y="1513"/>
                    </a:lnTo>
                    <a:lnTo>
                      <a:pt x="524" y="1629"/>
                    </a:lnTo>
                    <a:lnTo>
                      <a:pt x="932" y="1687"/>
                    </a:lnTo>
                    <a:lnTo>
                      <a:pt x="1339" y="1629"/>
                    </a:lnTo>
                    <a:lnTo>
                      <a:pt x="1339" y="1629"/>
                    </a:lnTo>
                    <a:lnTo>
                      <a:pt x="990" y="1803"/>
                    </a:lnTo>
                    <a:lnTo>
                      <a:pt x="873" y="1920"/>
                    </a:lnTo>
                    <a:lnTo>
                      <a:pt x="757" y="2094"/>
                    </a:lnTo>
                    <a:lnTo>
                      <a:pt x="699" y="2269"/>
                    </a:lnTo>
                    <a:lnTo>
                      <a:pt x="641" y="2443"/>
                    </a:lnTo>
                    <a:lnTo>
                      <a:pt x="699" y="2618"/>
                    </a:lnTo>
                    <a:lnTo>
                      <a:pt x="815" y="2734"/>
                    </a:lnTo>
                    <a:lnTo>
                      <a:pt x="932" y="2792"/>
                    </a:lnTo>
                    <a:lnTo>
                      <a:pt x="1106" y="2851"/>
                    </a:lnTo>
                    <a:lnTo>
                      <a:pt x="1397" y="2851"/>
                    </a:lnTo>
                    <a:lnTo>
                      <a:pt x="1746" y="2734"/>
                    </a:lnTo>
                    <a:lnTo>
                      <a:pt x="1979" y="2502"/>
                    </a:lnTo>
                    <a:lnTo>
                      <a:pt x="2211" y="2269"/>
                    </a:lnTo>
                    <a:lnTo>
                      <a:pt x="2211" y="2676"/>
                    </a:lnTo>
                    <a:lnTo>
                      <a:pt x="2270" y="3083"/>
                    </a:lnTo>
                    <a:lnTo>
                      <a:pt x="2328" y="3316"/>
                    </a:lnTo>
                    <a:lnTo>
                      <a:pt x="2444" y="3491"/>
                    </a:lnTo>
                    <a:lnTo>
                      <a:pt x="2561" y="3607"/>
                    </a:lnTo>
                    <a:lnTo>
                      <a:pt x="2793" y="3665"/>
                    </a:lnTo>
                    <a:lnTo>
                      <a:pt x="3026" y="3607"/>
                    </a:lnTo>
                    <a:lnTo>
                      <a:pt x="3200" y="3432"/>
                    </a:lnTo>
                    <a:lnTo>
                      <a:pt x="3375" y="3200"/>
                    </a:lnTo>
                    <a:lnTo>
                      <a:pt x="3433" y="2967"/>
                    </a:lnTo>
                    <a:lnTo>
                      <a:pt x="3491" y="2618"/>
                    </a:lnTo>
                    <a:lnTo>
                      <a:pt x="3550" y="2269"/>
                    </a:lnTo>
                    <a:lnTo>
                      <a:pt x="3433" y="1513"/>
                    </a:lnTo>
                    <a:lnTo>
                      <a:pt x="3317" y="698"/>
                    </a:lnTo>
                    <a:lnTo>
                      <a:pt x="31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1021;p38"/>
              <p:cNvSpPr/>
              <p:nvPr/>
            </p:nvSpPr>
            <p:spPr>
              <a:xfrm>
                <a:off x="2379375" y="4698800"/>
                <a:ext cx="80025" cy="75650"/>
              </a:xfrm>
              <a:custGeom>
                <a:avLst/>
                <a:gdLst/>
                <a:ahLst/>
                <a:cxnLst/>
                <a:rect l="l" t="t" r="r" b="b"/>
                <a:pathLst>
                  <a:path w="3201" h="3026" extrusionOk="0">
                    <a:moveTo>
                      <a:pt x="1164" y="0"/>
                    </a:moveTo>
                    <a:lnTo>
                      <a:pt x="757" y="58"/>
                    </a:lnTo>
                    <a:lnTo>
                      <a:pt x="582" y="58"/>
                    </a:lnTo>
                    <a:lnTo>
                      <a:pt x="408" y="175"/>
                    </a:lnTo>
                    <a:lnTo>
                      <a:pt x="233" y="233"/>
                    </a:lnTo>
                    <a:lnTo>
                      <a:pt x="117" y="408"/>
                    </a:lnTo>
                    <a:lnTo>
                      <a:pt x="1" y="582"/>
                    </a:lnTo>
                    <a:lnTo>
                      <a:pt x="1" y="698"/>
                    </a:lnTo>
                    <a:lnTo>
                      <a:pt x="59" y="815"/>
                    </a:lnTo>
                    <a:lnTo>
                      <a:pt x="117" y="931"/>
                    </a:lnTo>
                    <a:lnTo>
                      <a:pt x="291" y="1047"/>
                    </a:lnTo>
                    <a:lnTo>
                      <a:pt x="640" y="1164"/>
                    </a:lnTo>
                    <a:lnTo>
                      <a:pt x="931" y="1164"/>
                    </a:lnTo>
                    <a:lnTo>
                      <a:pt x="466" y="1455"/>
                    </a:lnTo>
                    <a:lnTo>
                      <a:pt x="291" y="1571"/>
                    </a:lnTo>
                    <a:lnTo>
                      <a:pt x="233" y="1687"/>
                    </a:lnTo>
                    <a:lnTo>
                      <a:pt x="175" y="1804"/>
                    </a:lnTo>
                    <a:lnTo>
                      <a:pt x="233" y="1978"/>
                    </a:lnTo>
                    <a:lnTo>
                      <a:pt x="291" y="1978"/>
                    </a:lnTo>
                    <a:lnTo>
                      <a:pt x="408" y="2036"/>
                    </a:lnTo>
                    <a:lnTo>
                      <a:pt x="699" y="1978"/>
                    </a:lnTo>
                    <a:lnTo>
                      <a:pt x="1048" y="1920"/>
                    </a:lnTo>
                    <a:lnTo>
                      <a:pt x="1280" y="1746"/>
                    </a:lnTo>
                    <a:lnTo>
                      <a:pt x="1513" y="1513"/>
                    </a:lnTo>
                    <a:lnTo>
                      <a:pt x="1397" y="1804"/>
                    </a:lnTo>
                    <a:lnTo>
                      <a:pt x="1339" y="2153"/>
                    </a:lnTo>
                    <a:lnTo>
                      <a:pt x="1339" y="2444"/>
                    </a:lnTo>
                    <a:lnTo>
                      <a:pt x="1339" y="2793"/>
                    </a:lnTo>
                    <a:lnTo>
                      <a:pt x="1339" y="2909"/>
                    </a:lnTo>
                    <a:lnTo>
                      <a:pt x="1455" y="3025"/>
                    </a:lnTo>
                    <a:lnTo>
                      <a:pt x="1571" y="3025"/>
                    </a:lnTo>
                    <a:lnTo>
                      <a:pt x="1629" y="2967"/>
                    </a:lnTo>
                    <a:lnTo>
                      <a:pt x="1804" y="2851"/>
                    </a:lnTo>
                    <a:lnTo>
                      <a:pt x="1979" y="2735"/>
                    </a:lnTo>
                    <a:lnTo>
                      <a:pt x="2153" y="2386"/>
                    </a:lnTo>
                    <a:lnTo>
                      <a:pt x="2269" y="2036"/>
                    </a:lnTo>
                    <a:lnTo>
                      <a:pt x="2386" y="1629"/>
                    </a:lnTo>
                    <a:lnTo>
                      <a:pt x="2386" y="1920"/>
                    </a:lnTo>
                    <a:lnTo>
                      <a:pt x="2502" y="2153"/>
                    </a:lnTo>
                    <a:lnTo>
                      <a:pt x="2618" y="2444"/>
                    </a:lnTo>
                    <a:lnTo>
                      <a:pt x="2851" y="2676"/>
                    </a:lnTo>
                    <a:lnTo>
                      <a:pt x="2909" y="2735"/>
                    </a:lnTo>
                    <a:lnTo>
                      <a:pt x="2968" y="2735"/>
                    </a:lnTo>
                    <a:lnTo>
                      <a:pt x="3084" y="2676"/>
                    </a:lnTo>
                    <a:lnTo>
                      <a:pt x="3200" y="2444"/>
                    </a:lnTo>
                    <a:lnTo>
                      <a:pt x="3200" y="2211"/>
                    </a:lnTo>
                    <a:lnTo>
                      <a:pt x="3200" y="1920"/>
                    </a:lnTo>
                    <a:lnTo>
                      <a:pt x="3084" y="1687"/>
                    </a:lnTo>
                    <a:lnTo>
                      <a:pt x="2618" y="175"/>
                    </a:lnTo>
                    <a:lnTo>
                      <a:pt x="2095" y="117"/>
                    </a:lnTo>
                    <a:lnTo>
                      <a:pt x="1513" y="58"/>
                    </a:lnTo>
                    <a:lnTo>
                      <a:pt x="116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022;p38"/>
              <p:cNvSpPr/>
              <p:nvPr/>
            </p:nvSpPr>
            <p:spPr>
              <a:xfrm>
                <a:off x="2421550" y="4700250"/>
                <a:ext cx="29125" cy="26200"/>
              </a:xfrm>
              <a:custGeom>
                <a:avLst/>
                <a:gdLst/>
                <a:ahLst/>
                <a:cxnLst/>
                <a:rect l="l" t="t" r="r" b="b"/>
                <a:pathLst>
                  <a:path w="1165" h="1048" extrusionOk="0">
                    <a:moveTo>
                      <a:pt x="59" y="0"/>
                    </a:moveTo>
                    <a:lnTo>
                      <a:pt x="1" y="59"/>
                    </a:lnTo>
                    <a:lnTo>
                      <a:pt x="117" y="233"/>
                    </a:lnTo>
                    <a:lnTo>
                      <a:pt x="292" y="350"/>
                    </a:lnTo>
                    <a:lnTo>
                      <a:pt x="757" y="350"/>
                    </a:lnTo>
                    <a:lnTo>
                      <a:pt x="641" y="408"/>
                    </a:lnTo>
                    <a:lnTo>
                      <a:pt x="524" y="582"/>
                    </a:lnTo>
                    <a:lnTo>
                      <a:pt x="466" y="699"/>
                    </a:lnTo>
                    <a:lnTo>
                      <a:pt x="466" y="873"/>
                    </a:lnTo>
                    <a:lnTo>
                      <a:pt x="466" y="931"/>
                    </a:lnTo>
                    <a:lnTo>
                      <a:pt x="524" y="989"/>
                    </a:lnTo>
                    <a:lnTo>
                      <a:pt x="582" y="989"/>
                    </a:lnTo>
                    <a:lnTo>
                      <a:pt x="641" y="931"/>
                    </a:lnTo>
                    <a:lnTo>
                      <a:pt x="931" y="466"/>
                    </a:lnTo>
                    <a:lnTo>
                      <a:pt x="931" y="757"/>
                    </a:lnTo>
                    <a:lnTo>
                      <a:pt x="931" y="873"/>
                    </a:lnTo>
                    <a:lnTo>
                      <a:pt x="990" y="989"/>
                    </a:lnTo>
                    <a:lnTo>
                      <a:pt x="1048" y="1048"/>
                    </a:lnTo>
                    <a:lnTo>
                      <a:pt x="1106" y="1048"/>
                    </a:lnTo>
                    <a:lnTo>
                      <a:pt x="1164" y="989"/>
                    </a:lnTo>
                    <a:lnTo>
                      <a:pt x="1164" y="757"/>
                    </a:lnTo>
                    <a:lnTo>
                      <a:pt x="1164" y="466"/>
                    </a:lnTo>
                    <a:lnTo>
                      <a:pt x="99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38"/>
              <p:cNvSpPr/>
              <p:nvPr/>
            </p:nvSpPr>
            <p:spPr>
              <a:xfrm>
                <a:off x="2440450" y="4646425"/>
                <a:ext cx="53850" cy="62575"/>
              </a:xfrm>
              <a:custGeom>
                <a:avLst/>
                <a:gdLst/>
                <a:ahLst/>
                <a:cxnLst/>
                <a:rect l="l" t="t" r="r" b="b"/>
                <a:pathLst>
                  <a:path w="2154" h="2503" extrusionOk="0">
                    <a:moveTo>
                      <a:pt x="2095" y="1"/>
                    </a:moveTo>
                    <a:lnTo>
                      <a:pt x="1746" y="176"/>
                    </a:lnTo>
                    <a:lnTo>
                      <a:pt x="1397" y="408"/>
                    </a:lnTo>
                    <a:lnTo>
                      <a:pt x="1048" y="641"/>
                    </a:lnTo>
                    <a:lnTo>
                      <a:pt x="757" y="990"/>
                    </a:lnTo>
                    <a:lnTo>
                      <a:pt x="466" y="1339"/>
                    </a:lnTo>
                    <a:lnTo>
                      <a:pt x="292" y="1688"/>
                    </a:lnTo>
                    <a:lnTo>
                      <a:pt x="117" y="2095"/>
                    </a:lnTo>
                    <a:lnTo>
                      <a:pt x="1" y="2444"/>
                    </a:lnTo>
                    <a:lnTo>
                      <a:pt x="59" y="2503"/>
                    </a:lnTo>
                    <a:lnTo>
                      <a:pt x="117" y="2503"/>
                    </a:lnTo>
                    <a:lnTo>
                      <a:pt x="466" y="1863"/>
                    </a:lnTo>
                    <a:lnTo>
                      <a:pt x="699" y="1514"/>
                    </a:lnTo>
                    <a:lnTo>
                      <a:pt x="932" y="1223"/>
                    </a:lnTo>
                    <a:lnTo>
                      <a:pt x="1164" y="932"/>
                    </a:lnTo>
                    <a:lnTo>
                      <a:pt x="1514" y="641"/>
                    </a:lnTo>
                    <a:lnTo>
                      <a:pt x="2153" y="117"/>
                    </a:lnTo>
                    <a:lnTo>
                      <a:pt x="2153" y="59"/>
                    </a:lnTo>
                    <a:lnTo>
                      <a:pt x="209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1024;p38"/>
              <p:cNvSpPr/>
              <p:nvPr/>
            </p:nvSpPr>
            <p:spPr>
              <a:xfrm>
                <a:off x="2456450" y="4660975"/>
                <a:ext cx="42200" cy="52400"/>
              </a:xfrm>
              <a:custGeom>
                <a:avLst/>
                <a:gdLst/>
                <a:ahLst/>
                <a:cxnLst/>
                <a:rect l="l" t="t" r="r" b="b"/>
                <a:pathLst>
                  <a:path w="1688" h="2096" extrusionOk="0">
                    <a:moveTo>
                      <a:pt x="583" y="1"/>
                    </a:moveTo>
                    <a:lnTo>
                      <a:pt x="524" y="59"/>
                    </a:lnTo>
                    <a:lnTo>
                      <a:pt x="234" y="350"/>
                    </a:lnTo>
                    <a:lnTo>
                      <a:pt x="59" y="641"/>
                    </a:lnTo>
                    <a:lnTo>
                      <a:pt x="1" y="815"/>
                    </a:lnTo>
                    <a:lnTo>
                      <a:pt x="1" y="1048"/>
                    </a:lnTo>
                    <a:lnTo>
                      <a:pt x="117" y="1397"/>
                    </a:lnTo>
                    <a:lnTo>
                      <a:pt x="292" y="1746"/>
                    </a:lnTo>
                    <a:lnTo>
                      <a:pt x="524" y="1979"/>
                    </a:lnTo>
                    <a:lnTo>
                      <a:pt x="699" y="2095"/>
                    </a:lnTo>
                    <a:lnTo>
                      <a:pt x="1048" y="2095"/>
                    </a:lnTo>
                    <a:lnTo>
                      <a:pt x="1223" y="2037"/>
                    </a:lnTo>
                    <a:lnTo>
                      <a:pt x="1339" y="1979"/>
                    </a:lnTo>
                    <a:lnTo>
                      <a:pt x="1455" y="1862"/>
                    </a:lnTo>
                    <a:lnTo>
                      <a:pt x="1630" y="1571"/>
                    </a:lnTo>
                    <a:lnTo>
                      <a:pt x="1688" y="1455"/>
                    </a:lnTo>
                    <a:lnTo>
                      <a:pt x="1630" y="1281"/>
                    </a:lnTo>
                    <a:lnTo>
                      <a:pt x="1572" y="1164"/>
                    </a:lnTo>
                    <a:lnTo>
                      <a:pt x="1455" y="1048"/>
                    </a:lnTo>
                    <a:lnTo>
                      <a:pt x="1339" y="990"/>
                    </a:lnTo>
                    <a:lnTo>
                      <a:pt x="1223" y="990"/>
                    </a:lnTo>
                    <a:lnTo>
                      <a:pt x="990" y="1048"/>
                    </a:lnTo>
                    <a:lnTo>
                      <a:pt x="932" y="1106"/>
                    </a:lnTo>
                    <a:lnTo>
                      <a:pt x="874" y="1222"/>
                    </a:lnTo>
                    <a:lnTo>
                      <a:pt x="874" y="1339"/>
                    </a:lnTo>
                    <a:lnTo>
                      <a:pt x="932" y="1455"/>
                    </a:lnTo>
                    <a:lnTo>
                      <a:pt x="990" y="1455"/>
                    </a:lnTo>
                    <a:lnTo>
                      <a:pt x="1164" y="1397"/>
                    </a:lnTo>
                    <a:lnTo>
                      <a:pt x="1281" y="1397"/>
                    </a:lnTo>
                    <a:lnTo>
                      <a:pt x="1339" y="1455"/>
                    </a:lnTo>
                    <a:lnTo>
                      <a:pt x="1339" y="1571"/>
                    </a:lnTo>
                    <a:lnTo>
                      <a:pt x="1223" y="1630"/>
                    </a:lnTo>
                    <a:lnTo>
                      <a:pt x="1048" y="1746"/>
                    </a:lnTo>
                    <a:lnTo>
                      <a:pt x="874" y="1746"/>
                    </a:lnTo>
                    <a:lnTo>
                      <a:pt x="699" y="1688"/>
                    </a:lnTo>
                    <a:lnTo>
                      <a:pt x="583" y="1571"/>
                    </a:lnTo>
                    <a:lnTo>
                      <a:pt x="466" y="1397"/>
                    </a:lnTo>
                    <a:lnTo>
                      <a:pt x="350" y="1106"/>
                    </a:lnTo>
                    <a:lnTo>
                      <a:pt x="292" y="815"/>
                    </a:lnTo>
                    <a:lnTo>
                      <a:pt x="350" y="641"/>
                    </a:lnTo>
                    <a:lnTo>
                      <a:pt x="408" y="466"/>
                    </a:lnTo>
                    <a:lnTo>
                      <a:pt x="641" y="175"/>
                    </a:lnTo>
                    <a:lnTo>
                      <a:pt x="699" y="117"/>
                    </a:lnTo>
                    <a:lnTo>
                      <a:pt x="641" y="59"/>
                    </a:lnTo>
                    <a:lnTo>
                      <a:pt x="58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025" name="Google Shape;1025;p38"/>
          <p:cNvGrpSpPr/>
          <p:nvPr/>
        </p:nvGrpSpPr>
        <p:grpSpPr>
          <a:xfrm rot="530196">
            <a:off x="7147599" y="279852"/>
            <a:ext cx="955225" cy="1194065"/>
            <a:chOff x="2916050" y="4923488"/>
            <a:chExt cx="267625" cy="334550"/>
          </a:xfrm>
        </p:grpSpPr>
        <p:sp>
          <p:nvSpPr>
            <p:cNvPr id="1026" name="Google Shape;1026;p38"/>
            <p:cNvSpPr/>
            <p:nvPr/>
          </p:nvSpPr>
          <p:spPr>
            <a:xfrm>
              <a:off x="2916050" y="4923488"/>
              <a:ext cx="267625" cy="334550"/>
            </a:xfrm>
            <a:custGeom>
              <a:avLst/>
              <a:gdLst/>
              <a:ahLst/>
              <a:cxnLst/>
              <a:rect l="l" t="t" r="r" b="b"/>
              <a:pathLst>
                <a:path w="10705" h="13382" extrusionOk="0">
                  <a:moveTo>
                    <a:pt x="5934" y="13381"/>
                  </a:moveTo>
                  <a:lnTo>
                    <a:pt x="6051" y="12683"/>
                  </a:lnTo>
                  <a:lnTo>
                    <a:pt x="6109" y="12450"/>
                  </a:lnTo>
                  <a:lnTo>
                    <a:pt x="6109" y="12450"/>
                  </a:lnTo>
                  <a:lnTo>
                    <a:pt x="6109" y="12450"/>
                  </a:lnTo>
                  <a:lnTo>
                    <a:pt x="6167" y="12450"/>
                  </a:lnTo>
                  <a:lnTo>
                    <a:pt x="6167" y="12392"/>
                  </a:lnTo>
                  <a:lnTo>
                    <a:pt x="6167" y="12392"/>
                  </a:lnTo>
                  <a:lnTo>
                    <a:pt x="6167" y="12334"/>
                  </a:lnTo>
                  <a:lnTo>
                    <a:pt x="6109" y="12334"/>
                  </a:lnTo>
                  <a:lnTo>
                    <a:pt x="5934" y="12334"/>
                  </a:lnTo>
                  <a:lnTo>
                    <a:pt x="6283" y="11054"/>
                  </a:lnTo>
                  <a:lnTo>
                    <a:pt x="6342" y="11054"/>
                  </a:lnTo>
                  <a:lnTo>
                    <a:pt x="6342" y="11054"/>
                  </a:lnTo>
                  <a:lnTo>
                    <a:pt x="6400" y="10938"/>
                  </a:lnTo>
                  <a:lnTo>
                    <a:pt x="6458" y="10880"/>
                  </a:lnTo>
                  <a:lnTo>
                    <a:pt x="6458" y="10880"/>
                  </a:lnTo>
                  <a:lnTo>
                    <a:pt x="6516" y="10763"/>
                  </a:lnTo>
                  <a:lnTo>
                    <a:pt x="6574" y="10763"/>
                  </a:lnTo>
                  <a:lnTo>
                    <a:pt x="6574" y="10763"/>
                  </a:lnTo>
                  <a:lnTo>
                    <a:pt x="6632" y="10647"/>
                  </a:lnTo>
                  <a:lnTo>
                    <a:pt x="6691" y="10589"/>
                  </a:lnTo>
                  <a:lnTo>
                    <a:pt x="6691" y="10589"/>
                  </a:lnTo>
                  <a:lnTo>
                    <a:pt x="6749" y="10530"/>
                  </a:lnTo>
                  <a:lnTo>
                    <a:pt x="6807" y="10472"/>
                  </a:lnTo>
                  <a:lnTo>
                    <a:pt x="6807" y="10472"/>
                  </a:lnTo>
                  <a:lnTo>
                    <a:pt x="6865" y="10356"/>
                  </a:lnTo>
                  <a:lnTo>
                    <a:pt x="6865" y="10356"/>
                  </a:lnTo>
                  <a:lnTo>
                    <a:pt x="6923" y="10298"/>
                  </a:lnTo>
                  <a:lnTo>
                    <a:pt x="6923" y="10298"/>
                  </a:lnTo>
                  <a:lnTo>
                    <a:pt x="7040" y="10240"/>
                  </a:lnTo>
                  <a:lnTo>
                    <a:pt x="7040" y="10240"/>
                  </a:lnTo>
                  <a:lnTo>
                    <a:pt x="7098" y="10181"/>
                  </a:lnTo>
                  <a:lnTo>
                    <a:pt x="7098" y="10181"/>
                  </a:lnTo>
                  <a:lnTo>
                    <a:pt x="7214" y="10065"/>
                  </a:lnTo>
                  <a:lnTo>
                    <a:pt x="7214" y="10065"/>
                  </a:lnTo>
                  <a:lnTo>
                    <a:pt x="7272" y="10007"/>
                  </a:lnTo>
                  <a:lnTo>
                    <a:pt x="7272" y="10007"/>
                  </a:lnTo>
                  <a:lnTo>
                    <a:pt x="7389" y="9891"/>
                  </a:lnTo>
                  <a:lnTo>
                    <a:pt x="7389" y="9891"/>
                  </a:lnTo>
                  <a:lnTo>
                    <a:pt x="8436" y="8843"/>
                  </a:lnTo>
                  <a:lnTo>
                    <a:pt x="9018" y="8262"/>
                  </a:lnTo>
                  <a:lnTo>
                    <a:pt x="9541" y="7563"/>
                  </a:lnTo>
                  <a:lnTo>
                    <a:pt x="10007" y="6807"/>
                  </a:lnTo>
                  <a:lnTo>
                    <a:pt x="10239" y="6400"/>
                  </a:lnTo>
                  <a:lnTo>
                    <a:pt x="10414" y="5993"/>
                  </a:lnTo>
                  <a:lnTo>
                    <a:pt x="10530" y="5585"/>
                  </a:lnTo>
                  <a:lnTo>
                    <a:pt x="10647" y="5120"/>
                  </a:lnTo>
                  <a:lnTo>
                    <a:pt x="10705" y="4596"/>
                  </a:lnTo>
                  <a:lnTo>
                    <a:pt x="10705" y="4073"/>
                  </a:lnTo>
                  <a:lnTo>
                    <a:pt x="10705" y="4073"/>
                  </a:lnTo>
                  <a:lnTo>
                    <a:pt x="10705" y="3666"/>
                  </a:lnTo>
                  <a:lnTo>
                    <a:pt x="10647" y="3200"/>
                  </a:lnTo>
                  <a:lnTo>
                    <a:pt x="10530" y="2851"/>
                  </a:lnTo>
                  <a:lnTo>
                    <a:pt x="10414" y="2502"/>
                  </a:lnTo>
                  <a:lnTo>
                    <a:pt x="10298" y="2153"/>
                  </a:lnTo>
                  <a:lnTo>
                    <a:pt x="10123" y="1862"/>
                  </a:lnTo>
                  <a:lnTo>
                    <a:pt x="9658" y="1397"/>
                  </a:lnTo>
                  <a:lnTo>
                    <a:pt x="9192" y="990"/>
                  </a:lnTo>
                  <a:lnTo>
                    <a:pt x="8610" y="641"/>
                  </a:lnTo>
                  <a:lnTo>
                    <a:pt x="8087" y="408"/>
                  </a:lnTo>
                  <a:lnTo>
                    <a:pt x="7447" y="233"/>
                  </a:lnTo>
                  <a:lnTo>
                    <a:pt x="7447" y="233"/>
                  </a:lnTo>
                  <a:lnTo>
                    <a:pt x="7447" y="233"/>
                  </a:lnTo>
                  <a:lnTo>
                    <a:pt x="7447" y="233"/>
                  </a:lnTo>
                  <a:lnTo>
                    <a:pt x="7214" y="175"/>
                  </a:lnTo>
                  <a:lnTo>
                    <a:pt x="7214" y="175"/>
                  </a:lnTo>
                  <a:lnTo>
                    <a:pt x="7156" y="175"/>
                  </a:lnTo>
                  <a:lnTo>
                    <a:pt x="7156" y="175"/>
                  </a:lnTo>
                  <a:lnTo>
                    <a:pt x="7040" y="117"/>
                  </a:lnTo>
                  <a:lnTo>
                    <a:pt x="7040" y="117"/>
                  </a:lnTo>
                  <a:lnTo>
                    <a:pt x="6923" y="117"/>
                  </a:lnTo>
                  <a:lnTo>
                    <a:pt x="6923" y="117"/>
                  </a:lnTo>
                  <a:lnTo>
                    <a:pt x="6807" y="117"/>
                  </a:lnTo>
                  <a:lnTo>
                    <a:pt x="6807" y="117"/>
                  </a:lnTo>
                  <a:lnTo>
                    <a:pt x="6691" y="117"/>
                  </a:lnTo>
                  <a:lnTo>
                    <a:pt x="6691" y="117"/>
                  </a:lnTo>
                  <a:lnTo>
                    <a:pt x="6574" y="59"/>
                  </a:lnTo>
                  <a:lnTo>
                    <a:pt x="6574" y="59"/>
                  </a:lnTo>
                  <a:lnTo>
                    <a:pt x="6516" y="59"/>
                  </a:lnTo>
                  <a:lnTo>
                    <a:pt x="6516" y="59"/>
                  </a:lnTo>
                  <a:lnTo>
                    <a:pt x="6342" y="59"/>
                  </a:lnTo>
                  <a:lnTo>
                    <a:pt x="6342" y="59"/>
                  </a:lnTo>
                  <a:lnTo>
                    <a:pt x="6283" y="59"/>
                  </a:lnTo>
                  <a:lnTo>
                    <a:pt x="6283" y="59"/>
                  </a:lnTo>
                  <a:lnTo>
                    <a:pt x="6167" y="59"/>
                  </a:lnTo>
                  <a:lnTo>
                    <a:pt x="6167" y="59"/>
                  </a:lnTo>
                  <a:lnTo>
                    <a:pt x="6167" y="59"/>
                  </a:lnTo>
                  <a:lnTo>
                    <a:pt x="6109" y="59"/>
                  </a:lnTo>
                  <a:lnTo>
                    <a:pt x="6167" y="59"/>
                  </a:lnTo>
                  <a:lnTo>
                    <a:pt x="6109" y="59"/>
                  </a:lnTo>
                  <a:lnTo>
                    <a:pt x="6109" y="59"/>
                  </a:lnTo>
                  <a:lnTo>
                    <a:pt x="5934" y="1"/>
                  </a:lnTo>
                  <a:lnTo>
                    <a:pt x="5934" y="1"/>
                  </a:lnTo>
                  <a:lnTo>
                    <a:pt x="5934" y="1"/>
                  </a:lnTo>
                  <a:lnTo>
                    <a:pt x="5934" y="1"/>
                  </a:lnTo>
                  <a:lnTo>
                    <a:pt x="5934" y="1"/>
                  </a:lnTo>
                  <a:lnTo>
                    <a:pt x="5934" y="1"/>
                  </a:lnTo>
                  <a:lnTo>
                    <a:pt x="5934" y="1"/>
                  </a:lnTo>
                  <a:lnTo>
                    <a:pt x="5760" y="1"/>
                  </a:lnTo>
                  <a:lnTo>
                    <a:pt x="5760" y="1"/>
                  </a:lnTo>
                  <a:lnTo>
                    <a:pt x="5760" y="1"/>
                  </a:lnTo>
                  <a:lnTo>
                    <a:pt x="5760" y="1"/>
                  </a:lnTo>
                  <a:lnTo>
                    <a:pt x="5411" y="1"/>
                  </a:lnTo>
                  <a:lnTo>
                    <a:pt x="5411" y="1"/>
                  </a:lnTo>
                  <a:lnTo>
                    <a:pt x="5120" y="1"/>
                  </a:lnTo>
                  <a:lnTo>
                    <a:pt x="5178" y="1"/>
                  </a:lnTo>
                  <a:lnTo>
                    <a:pt x="5120" y="1"/>
                  </a:lnTo>
                  <a:lnTo>
                    <a:pt x="5120" y="1"/>
                  </a:lnTo>
                  <a:lnTo>
                    <a:pt x="4480" y="59"/>
                  </a:lnTo>
                  <a:lnTo>
                    <a:pt x="4422" y="59"/>
                  </a:lnTo>
                  <a:lnTo>
                    <a:pt x="4422" y="59"/>
                  </a:lnTo>
                  <a:lnTo>
                    <a:pt x="4131" y="59"/>
                  </a:lnTo>
                  <a:lnTo>
                    <a:pt x="4131" y="117"/>
                  </a:lnTo>
                  <a:lnTo>
                    <a:pt x="4131" y="117"/>
                  </a:lnTo>
                  <a:lnTo>
                    <a:pt x="3840" y="117"/>
                  </a:lnTo>
                  <a:lnTo>
                    <a:pt x="3782" y="117"/>
                  </a:lnTo>
                  <a:lnTo>
                    <a:pt x="3782" y="117"/>
                  </a:lnTo>
                  <a:lnTo>
                    <a:pt x="3491" y="175"/>
                  </a:lnTo>
                  <a:lnTo>
                    <a:pt x="3491" y="175"/>
                  </a:lnTo>
                  <a:lnTo>
                    <a:pt x="3491" y="175"/>
                  </a:lnTo>
                  <a:lnTo>
                    <a:pt x="3491" y="175"/>
                  </a:lnTo>
                  <a:lnTo>
                    <a:pt x="2851" y="350"/>
                  </a:lnTo>
                  <a:lnTo>
                    <a:pt x="2269" y="582"/>
                  </a:lnTo>
                  <a:lnTo>
                    <a:pt x="1688" y="931"/>
                  </a:lnTo>
                  <a:lnTo>
                    <a:pt x="1164" y="1339"/>
                  </a:lnTo>
                  <a:lnTo>
                    <a:pt x="873" y="1571"/>
                  </a:lnTo>
                  <a:lnTo>
                    <a:pt x="699" y="1804"/>
                  </a:lnTo>
                  <a:lnTo>
                    <a:pt x="524" y="2095"/>
                  </a:lnTo>
                  <a:lnTo>
                    <a:pt x="349" y="2444"/>
                  </a:lnTo>
                  <a:lnTo>
                    <a:pt x="175" y="2793"/>
                  </a:lnTo>
                  <a:lnTo>
                    <a:pt x="117" y="3200"/>
                  </a:lnTo>
                  <a:lnTo>
                    <a:pt x="59" y="3608"/>
                  </a:lnTo>
                  <a:lnTo>
                    <a:pt x="0" y="4073"/>
                  </a:lnTo>
                  <a:lnTo>
                    <a:pt x="0" y="4073"/>
                  </a:lnTo>
                  <a:lnTo>
                    <a:pt x="59" y="4596"/>
                  </a:lnTo>
                  <a:lnTo>
                    <a:pt x="117" y="5062"/>
                  </a:lnTo>
                  <a:lnTo>
                    <a:pt x="175" y="5469"/>
                  </a:lnTo>
                  <a:lnTo>
                    <a:pt x="349" y="5876"/>
                  </a:lnTo>
                  <a:lnTo>
                    <a:pt x="640" y="6691"/>
                  </a:lnTo>
                  <a:lnTo>
                    <a:pt x="1106" y="7389"/>
                  </a:lnTo>
                  <a:lnTo>
                    <a:pt x="1571" y="8029"/>
                  </a:lnTo>
                  <a:lnTo>
                    <a:pt x="2095" y="8669"/>
                  </a:lnTo>
                  <a:lnTo>
                    <a:pt x="3200" y="9658"/>
                  </a:lnTo>
                  <a:lnTo>
                    <a:pt x="3200" y="9658"/>
                  </a:lnTo>
                  <a:lnTo>
                    <a:pt x="3200" y="9658"/>
                  </a:lnTo>
                  <a:lnTo>
                    <a:pt x="3258" y="9716"/>
                  </a:lnTo>
                  <a:lnTo>
                    <a:pt x="3316" y="9774"/>
                  </a:lnTo>
                  <a:lnTo>
                    <a:pt x="3316" y="9774"/>
                  </a:lnTo>
                  <a:lnTo>
                    <a:pt x="3316" y="9774"/>
                  </a:lnTo>
                  <a:lnTo>
                    <a:pt x="3433" y="9949"/>
                  </a:lnTo>
                  <a:lnTo>
                    <a:pt x="3491" y="9949"/>
                  </a:lnTo>
                  <a:lnTo>
                    <a:pt x="3491" y="9949"/>
                  </a:lnTo>
                  <a:lnTo>
                    <a:pt x="3607" y="10065"/>
                  </a:lnTo>
                  <a:lnTo>
                    <a:pt x="3665" y="10123"/>
                  </a:lnTo>
                  <a:lnTo>
                    <a:pt x="3665" y="10123"/>
                  </a:lnTo>
                  <a:lnTo>
                    <a:pt x="3782" y="10240"/>
                  </a:lnTo>
                  <a:lnTo>
                    <a:pt x="3782" y="10240"/>
                  </a:lnTo>
                  <a:lnTo>
                    <a:pt x="3782" y="10240"/>
                  </a:lnTo>
                  <a:lnTo>
                    <a:pt x="3898" y="10356"/>
                  </a:lnTo>
                  <a:lnTo>
                    <a:pt x="3956" y="10414"/>
                  </a:lnTo>
                  <a:lnTo>
                    <a:pt x="3956" y="10414"/>
                  </a:lnTo>
                  <a:lnTo>
                    <a:pt x="4073" y="10530"/>
                  </a:lnTo>
                  <a:lnTo>
                    <a:pt x="4073" y="10530"/>
                  </a:lnTo>
                  <a:lnTo>
                    <a:pt x="4073" y="10530"/>
                  </a:lnTo>
                  <a:lnTo>
                    <a:pt x="4189" y="10647"/>
                  </a:lnTo>
                  <a:lnTo>
                    <a:pt x="4189" y="10647"/>
                  </a:lnTo>
                  <a:lnTo>
                    <a:pt x="4189" y="10647"/>
                  </a:lnTo>
                  <a:lnTo>
                    <a:pt x="4305" y="10763"/>
                  </a:lnTo>
                  <a:lnTo>
                    <a:pt x="4305" y="10821"/>
                  </a:lnTo>
                  <a:lnTo>
                    <a:pt x="4305" y="10821"/>
                  </a:lnTo>
                  <a:lnTo>
                    <a:pt x="4364" y="10938"/>
                  </a:lnTo>
                  <a:lnTo>
                    <a:pt x="4364" y="10938"/>
                  </a:lnTo>
                  <a:lnTo>
                    <a:pt x="4364" y="10938"/>
                  </a:lnTo>
                  <a:lnTo>
                    <a:pt x="4480" y="11054"/>
                  </a:lnTo>
                  <a:lnTo>
                    <a:pt x="4480" y="11054"/>
                  </a:lnTo>
                  <a:lnTo>
                    <a:pt x="4480" y="11054"/>
                  </a:lnTo>
                  <a:lnTo>
                    <a:pt x="4829" y="12334"/>
                  </a:lnTo>
                  <a:lnTo>
                    <a:pt x="4654" y="12334"/>
                  </a:lnTo>
                  <a:lnTo>
                    <a:pt x="4654" y="12334"/>
                  </a:lnTo>
                  <a:lnTo>
                    <a:pt x="4596" y="12334"/>
                  </a:lnTo>
                  <a:lnTo>
                    <a:pt x="4538" y="12392"/>
                  </a:lnTo>
                  <a:lnTo>
                    <a:pt x="4538" y="12392"/>
                  </a:lnTo>
                  <a:lnTo>
                    <a:pt x="4596" y="12450"/>
                  </a:lnTo>
                  <a:lnTo>
                    <a:pt x="4654" y="12450"/>
                  </a:lnTo>
                  <a:lnTo>
                    <a:pt x="4654" y="12450"/>
                  </a:lnTo>
                  <a:lnTo>
                    <a:pt x="4713" y="12683"/>
                  </a:lnTo>
                  <a:lnTo>
                    <a:pt x="4713" y="12683"/>
                  </a:lnTo>
                  <a:lnTo>
                    <a:pt x="4829" y="13381"/>
                  </a:lnTo>
                  <a:lnTo>
                    <a:pt x="5934" y="13381"/>
                  </a:lnTo>
                  <a:close/>
                  <a:moveTo>
                    <a:pt x="5469" y="11229"/>
                  </a:moveTo>
                  <a:lnTo>
                    <a:pt x="5469" y="11229"/>
                  </a:lnTo>
                  <a:lnTo>
                    <a:pt x="5411" y="11229"/>
                  </a:lnTo>
                  <a:lnTo>
                    <a:pt x="5469" y="11229"/>
                  </a:lnTo>
                  <a:close/>
                  <a:moveTo>
                    <a:pt x="5702" y="11229"/>
                  </a:moveTo>
                  <a:lnTo>
                    <a:pt x="5702" y="11229"/>
                  </a:lnTo>
                  <a:lnTo>
                    <a:pt x="5643" y="11229"/>
                  </a:lnTo>
                  <a:lnTo>
                    <a:pt x="5702" y="11229"/>
                  </a:lnTo>
                  <a:close/>
                  <a:moveTo>
                    <a:pt x="5236" y="11229"/>
                  </a:moveTo>
                  <a:lnTo>
                    <a:pt x="5178" y="11229"/>
                  </a:lnTo>
                  <a:lnTo>
                    <a:pt x="5236" y="11229"/>
                  </a:lnTo>
                  <a:close/>
                  <a:moveTo>
                    <a:pt x="5178" y="11229"/>
                  </a:moveTo>
                  <a:lnTo>
                    <a:pt x="5236" y="11229"/>
                  </a:lnTo>
                  <a:lnTo>
                    <a:pt x="5236" y="11229"/>
                  </a:lnTo>
                  <a:lnTo>
                    <a:pt x="5294" y="11229"/>
                  </a:lnTo>
                  <a:lnTo>
                    <a:pt x="5294" y="11229"/>
                  </a:lnTo>
                  <a:lnTo>
                    <a:pt x="5353" y="11229"/>
                  </a:lnTo>
                  <a:lnTo>
                    <a:pt x="5353" y="11229"/>
                  </a:lnTo>
                  <a:lnTo>
                    <a:pt x="5411" y="11229"/>
                  </a:lnTo>
                  <a:lnTo>
                    <a:pt x="5469" y="11229"/>
                  </a:lnTo>
                  <a:lnTo>
                    <a:pt x="5469" y="11229"/>
                  </a:lnTo>
                  <a:lnTo>
                    <a:pt x="5585" y="11229"/>
                  </a:lnTo>
                  <a:lnTo>
                    <a:pt x="5585" y="11229"/>
                  </a:lnTo>
                  <a:lnTo>
                    <a:pt x="5643" y="11229"/>
                  </a:lnTo>
                  <a:lnTo>
                    <a:pt x="5702" y="11229"/>
                  </a:lnTo>
                  <a:lnTo>
                    <a:pt x="5527" y="12334"/>
                  </a:lnTo>
                  <a:lnTo>
                    <a:pt x="5178" y="12334"/>
                  </a:lnTo>
                  <a:lnTo>
                    <a:pt x="5062" y="11170"/>
                  </a:lnTo>
                  <a:lnTo>
                    <a:pt x="5062" y="11170"/>
                  </a:lnTo>
                  <a:lnTo>
                    <a:pt x="5178" y="11229"/>
                  </a:lnTo>
                  <a:lnTo>
                    <a:pt x="5178" y="11229"/>
                  </a:lnTo>
                  <a:close/>
                  <a:moveTo>
                    <a:pt x="5818" y="12334"/>
                  </a:moveTo>
                  <a:lnTo>
                    <a:pt x="5643" y="12334"/>
                  </a:lnTo>
                  <a:lnTo>
                    <a:pt x="5760" y="11170"/>
                  </a:lnTo>
                  <a:lnTo>
                    <a:pt x="5760" y="11170"/>
                  </a:lnTo>
                  <a:lnTo>
                    <a:pt x="5760" y="11170"/>
                  </a:lnTo>
                  <a:lnTo>
                    <a:pt x="5760" y="11170"/>
                  </a:lnTo>
                  <a:lnTo>
                    <a:pt x="5876" y="11170"/>
                  </a:lnTo>
                  <a:lnTo>
                    <a:pt x="5934" y="11170"/>
                  </a:lnTo>
                  <a:lnTo>
                    <a:pt x="5876" y="11170"/>
                  </a:lnTo>
                  <a:lnTo>
                    <a:pt x="5934" y="11170"/>
                  </a:lnTo>
                  <a:lnTo>
                    <a:pt x="5934" y="11170"/>
                  </a:lnTo>
                  <a:lnTo>
                    <a:pt x="5934" y="11170"/>
                  </a:lnTo>
                  <a:lnTo>
                    <a:pt x="5993" y="11170"/>
                  </a:lnTo>
                  <a:lnTo>
                    <a:pt x="5993" y="11170"/>
                  </a:lnTo>
                  <a:lnTo>
                    <a:pt x="6109" y="11112"/>
                  </a:lnTo>
                  <a:lnTo>
                    <a:pt x="6109" y="11112"/>
                  </a:lnTo>
                  <a:lnTo>
                    <a:pt x="6167" y="11112"/>
                  </a:lnTo>
                  <a:lnTo>
                    <a:pt x="5818" y="12334"/>
                  </a:lnTo>
                  <a:close/>
                  <a:moveTo>
                    <a:pt x="4538" y="11054"/>
                  </a:moveTo>
                  <a:lnTo>
                    <a:pt x="4596" y="11112"/>
                  </a:lnTo>
                  <a:lnTo>
                    <a:pt x="4596" y="11112"/>
                  </a:lnTo>
                  <a:lnTo>
                    <a:pt x="4713" y="11112"/>
                  </a:lnTo>
                  <a:lnTo>
                    <a:pt x="4713" y="11112"/>
                  </a:lnTo>
                  <a:lnTo>
                    <a:pt x="4829" y="11170"/>
                  </a:lnTo>
                  <a:lnTo>
                    <a:pt x="4829" y="11170"/>
                  </a:lnTo>
                  <a:lnTo>
                    <a:pt x="4945" y="11170"/>
                  </a:lnTo>
                  <a:lnTo>
                    <a:pt x="4945" y="11170"/>
                  </a:lnTo>
                  <a:lnTo>
                    <a:pt x="4945" y="11170"/>
                  </a:lnTo>
                  <a:lnTo>
                    <a:pt x="4945" y="11170"/>
                  </a:lnTo>
                  <a:lnTo>
                    <a:pt x="4945" y="11170"/>
                  </a:lnTo>
                  <a:lnTo>
                    <a:pt x="4945" y="11170"/>
                  </a:lnTo>
                  <a:lnTo>
                    <a:pt x="4945" y="11170"/>
                  </a:lnTo>
                  <a:lnTo>
                    <a:pt x="5120" y="12334"/>
                  </a:lnTo>
                  <a:lnTo>
                    <a:pt x="4945" y="12334"/>
                  </a:lnTo>
                  <a:lnTo>
                    <a:pt x="4538" y="11054"/>
                  </a:lnTo>
                  <a:close/>
                </a:path>
              </a:pathLst>
            </a:custGeom>
            <a:solidFill>
              <a:schemeClr val="accent4"/>
            </a:solidFill>
            <a:ln w="76200" cap="flat" cmpd="sng">
              <a:solidFill>
                <a:schemeClr val="accent4"/>
              </a:solidFill>
              <a:prstDash val="solid"/>
              <a:round/>
              <a:headEnd type="none" w="sm" len="sm"/>
              <a:tailEnd type="none" w="sm" len="sm"/>
            </a:ln>
            <a:effectLst>
              <a:outerShdw blurRad="57150" algn="bl" rotWithShape="0">
                <a:schemeClr val="dk1">
                  <a:alpha val="2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27" name="Google Shape;1027;p38"/>
            <p:cNvGrpSpPr/>
            <p:nvPr/>
          </p:nvGrpSpPr>
          <p:grpSpPr>
            <a:xfrm>
              <a:off x="2916050" y="4924225"/>
              <a:ext cx="267625" cy="333075"/>
              <a:chOff x="3863075" y="1523800"/>
              <a:chExt cx="267625" cy="333075"/>
            </a:xfrm>
          </p:grpSpPr>
          <p:sp>
            <p:nvSpPr>
              <p:cNvPr id="1028" name="Google Shape;1028;p38"/>
              <p:cNvSpPr/>
              <p:nvPr/>
            </p:nvSpPr>
            <p:spPr>
              <a:xfrm>
                <a:off x="3863075" y="1523800"/>
                <a:ext cx="267625" cy="280725"/>
              </a:xfrm>
              <a:custGeom>
                <a:avLst/>
                <a:gdLst/>
                <a:ahLst/>
                <a:cxnLst/>
                <a:rect l="l" t="t" r="r" b="b"/>
                <a:pathLst>
                  <a:path w="10705" h="11229" extrusionOk="0">
                    <a:moveTo>
                      <a:pt x="4771" y="1"/>
                    </a:moveTo>
                    <a:lnTo>
                      <a:pt x="3956" y="117"/>
                    </a:lnTo>
                    <a:lnTo>
                      <a:pt x="3084" y="291"/>
                    </a:lnTo>
                    <a:lnTo>
                      <a:pt x="2618" y="408"/>
                    </a:lnTo>
                    <a:lnTo>
                      <a:pt x="2153" y="582"/>
                    </a:lnTo>
                    <a:lnTo>
                      <a:pt x="1746" y="815"/>
                    </a:lnTo>
                    <a:lnTo>
                      <a:pt x="1338" y="1106"/>
                    </a:lnTo>
                    <a:lnTo>
                      <a:pt x="989" y="1455"/>
                    </a:lnTo>
                    <a:lnTo>
                      <a:pt x="640" y="1862"/>
                    </a:lnTo>
                    <a:lnTo>
                      <a:pt x="408" y="2269"/>
                    </a:lnTo>
                    <a:lnTo>
                      <a:pt x="175" y="2793"/>
                    </a:lnTo>
                    <a:lnTo>
                      <a:pt x="59" y="3375"/>
                    </a:lnTo>
                    <a:lnTo>
                      <a:pt x="0" y="4073"/>
                    </a:lnTo>
                    <a:lnTo>
                      <a:pt x="59" y="4771"/>
                    </a:lnTo>
                    <a:lnTo>
                      <a:pt x="175" y="5411"/>
                    </a:lnTo>
                    <a:lnTo>
                      <a:pt x="349" y="5993"/>
                    </a:lnTo>
                    <a:lnTo>
                      <a:pt x="640" y="6574"/>
                    </a:lnTo>
                    <a:lnTo>
                      <a:pt x="931" y="7098"/>
                    </a:lnTo>
                    <a:lnTo>
                      <a:pt x="1222" y="7563"/>
                    </a:lnTo>
                    <a:lnTo>
                      <a:pt x="1571" y="8029"/>
                    </a:lnTo>
                    <a:lnTo>
                      <a:pt x="1978" y="8494"/>
                    </a:lnTo>
                    <a:lnTo>
                      <a:pt x="2735" y="9251"/>
                    </a:lnTo>
                    <a:lnTo>
                      <a:pt x="3491" y="9949"/>
                    </a:lnTo>
                    <a:lnTo>
                      <a:pt x="4073" y="10530"/>
                    </a:lnTo>
                    <a:lnTo>
                      <a:pt x="4305" y="10763"/>
                    </a:lnTo>
                    <a:lnTo>
                      <a:pt x="4480" y="11054"/>
                    </a:lnTo>
                    <a:lnTo>
                      <a:pt x="4945" y="11170"/>
                    </a:lnTo>
                    <a:lnTo>
                      <a:pt x="5411" y="11229"/>
                    </a:lnTo>
                    <a:lnTo>
                      <a:pt x="5876" y="11170"/>
                    </a:lnTo>
                    <a:lnTo>
                      <a:pt x="6342" y="11054"/>
                    </a:lnTo>
                    <a:lnTo>
                      <a:pt x="6516" y="10763"/>
                    </a:lnTo>
                    <a:lnTo>
                      <a:pt x="6749" y="10530"/>
                    </a:lnTo>
                    <a:lnTo>
                      <a:pt x="7331" y="9949"/>
                    </a:lnTo>
                    <a:lnTo>
                      <a:pt x="8029" y="9251"/>
                    </a:lnTo>
                    <a:lnTo>
                      <a:pt x="8785" y="8494"/>
                    </a:lnTo>
                    <a:lnTo>
                      <a:pt x="9192" y="8029"/>
                    </a:lnTo>
                    <a:lnTo>
                      <a:pt x="9541" y="7563"/>
                    </a:lnTo>
                    <a:lnTo>
                      <a:pt x="9832" y="7098"/>
                    </a:lnTo>
                    <a:lnTo>
                      <a:pt x="10123" y="6574"/>
                    </a:lnTo>
                    <a:lnTo>
                      <a:pt x="10356" y="5993"/>
                    </a:lnTo>
                    <a:lnTo>
                      <a:pt x="10588" y="5411"/>
                    </a:lnTo>
                    <a:lnTo>
                      <a:pt x="10705" y="4771"/>
                    </a:lnTo>
                    <a:lnTo>
                      <a:pt x="10705" y="4073"/>
                    </a:lnTo>
                    <a:lnTo>
                      <a:pt x="10705" y="3375"/>
                    </a:lnTo>
                    <a:lnTo>
                      <a:pt x="10530" y="2793"/>
                    </a:lnTo>
                    <a:lnTo>
                      <a:pt x="10356" y="2269"/>
                    </a:lnTo>
                    <a:lnTo>
                      <a:pt x="10065" y="1862"/>
                    </a:lnTo>
                    <a:lnTo>
                      <a:pt x="9774" y="1455"/>
                    </a:lnTo>
                    <a:lnTo>
                      <a:pt x="9425" y="1106"/>
                    </a:lnTo>
                    <a:lnTo>
                      <a:pt x="9018" y="815"/>
                    </a:lnTo>
                    <a:lnTo>
                      <a:pt x="8610" y="582"/>
                    </a:lnTo>
                    <a:lnTo>
                      <a:pt x="8145" y="408"/>
                    </a:lnTo>
                    <a:lnTo>
                      <a:pt x="7680" y="291"/>
                    </a:lnTo>
                    <a:lnTo>
                      <a:pt x="6807" y="117"/>
                    </a:lnTo>
                    <a:lnTo>
                      <a:pt x="6051" y="1"/>
                    </a:lnTo>
                    <a:close/>
                  </a:path>
                </a:pathLst>
              </a:custGeom>
              <a:solidFill>
                <a:srgbClr val="A1E5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1029;p38"/>
              <p:cNvSpPr/>
              <p:nvPr/>
            </p:nvSpPr>
            <p:spPr>
              <a:xfrm>
                <a:off x="3863075" y="1523800"/>
                <a:ext cx="267625" cy="280725"/>
              </a:xfrm>
              <a:custGeom>
                <a:avLst/>
                <a:gdLst/>
                <a:ahLst/>
                <a:cxnLst/>
                <a:rect l="l" t="t" r="r" b="b"/>
                <a:pathLst>
                  <a:path w="10705" h="11229" fill="none" extrusionOk="0">
                    <a:moveTo>
                      <a:pt x="5411" y="1"/>
                    </a:moveTo>
                    <a:lnTo>
                      <a:pt x="5411" y="1"/>
                    </a:lnTo>
                    <a:lnTo>
                      <a:pt x="4771" y="1"/>
                    </a:lnTo>
                    <a:lnTo>
                      <a:pt x="3956" y="117"/>
                    </a:lnTo>
                    <a:lnTo>
                      <a:pt x="3084" y="291"/>
                    </a:lnTo>
                    <a:lnTo>
                      <a:pt x="2618" y="408"/>
                    </a:lnTo>
                    <a:lnTo>
                      <a:pt x="2153" y="582"/>
                    </a:lnTo>
                    <a:lnTo>
                      <a:pt x="1746" y="815"/>
                    </a:lnTo>
                    <a:lnTo>
                      <a:pt x="1338" y="1106"/>
                    </a:lnTo>
                    <a:lnTo>
                      <a:pt x="989" y="1455"/>
                    </a:lnTo>
                    <a:lnTo>
                      <a:pt x="640" y="1862"/>
                    </a:lnTo>
                    <a:lnTo>
                      <a:pt x="408" y="2269"/>
                    </a:lnTo>
                    <a:lnTo>
                      <a:pt x="175" y="2793"/>
                    </a:lnTo>
                    <a:lnTo>
                      <a:pt x="59" y="3375"/>
                    </a:lnTo>
                    <a:lnTo>
                      <a:pt x="0" y="4073"/>
                    </a:lnTo>
                    <a:lnTo>
                      <a:pt x="0" y="4073"/>
                    </a:lnTo>
                    <a:lnTo>
                      <a:pt x="59" y="4771"/>
                    </a:lnTo>
                    <a:lnTo>
                      <a:pt x="175" y="5411"/>
                    </a:lnTo>
                    <a:lnTo>
                      <a:pt x="349" y="5993"/>
                    </a:lnTo>
                    <a:lnTo>
                      <a:pt x="640" y="6574"/>
                    </a:lnTo>
                    <a:lnTo>
                      <a:pt x="931" y="7098"/>
                    </a:lnTo>
                    <a:lnTo>
                      <a:pt x="1222" y="7563"/>
                    </a:lnTo>
                    <a:lnTo>
                      <a:pt x="1571" y="8029"/>
                    </a:lnTo>
                    <a:lnTo>
                      <a:pt x="1978" y="8494"/>
                    </a:lnTo>
                    <a:lnTo>
                      <a:pt x="2735" y="9251"/>
                    </a:lnTo>
                    <a:lnTo>
                      <a:pt x="3491" y="9949"/>
                    </a:lnTo>
                    <a:lnTo>
                      <a:pt x="4073" y="10530"/>
                    </a:lnTo>
                    <a:lnTo>
                      <a:pt x="4305" y="10763"/>
                    </a:lnTo>
                    <a:lnTo>
                      <a:pt x="4480" y="11054"/>
                    </a:lnTo>
                    <a:lnTo>
                      <a:pt x="4480" y="11054"/>
                    </a:lnTo>
                    <a:lnTo>
                      <a:pt x="4945" y="11170"/>
                    </a:lnTo>
                    <a:lnTo>
                      <a:pt x="5411" y="11229"/>
                    </a:lnTo>
                    <a:lnTo>
                      <a:pt x="5876" y="11170"/>
                    </a:lnTo>
                    <a:lnTo>
                      <a:pt x="6342" y="11054"/>
                    </a:lnTo>
                    <a:lnTo>
                      <a:pt x="6342" y="11054"/>
                    </a:lnTo>
                    <a:lnTo>
                      <a:pt x="6516" y="10763"/>
                    </a:lnTo>
                    <a:lnTo>
                      <a:pt x="6749" y="10530"/>
                    </a:lnTo>
                    <a:lnTo>
                      <a:pt x="7331" y="9949"/>
                    </a:lnTo>
                    <a:lnTo>
                      <a:pt x="8029" y="9251"/>
                    </a:lnTo>
                    <a:lnTo>
                      <a:pt x="8785" y="8494"/>
                    </a:lnTo>
                    <a:lnTo>
                      <a:pt x="9192" y="8029"/>
                    </a:lnTo>
                    <a:lnTo>
                      <a:pt x="9541" y="7563"/>
                    </a:lnTo>
                    <a:lnTo>
                      <a:pt x="9832" y="7098"/>
                    </a:lnTo>
                    <a:lnTo>
                      <a:pt x="10123" y="6574"/>
                    </a:lnTo>
                    <a:lnTo>
                      <a:pt x="10356" y="5993"/>
                    </a:lnTo>
                    <a:lnTo>
                      <a:pt x="10588" y="5411"/>
                    </a:lnTo>
                    <a:lnTo>
                      <a:pt x="10705" y="4771"/>
                    </a:lnTo>
                    <a:lnTo>
                      <a:pt x="10705" y="4073"/>
                    </a:lnTo>
                    <a:lnTo>
                      <a:pt x="10705" y="4073"/>
                    </a:lnTo>
                    <a:lnTo>
                      <a:pt x="10705" y="3375"/>
                    </a:lnTo>
                    <a:lnTo>
                      <a:pt x="10530" y="2793"/>
                    </a:lnTo>
                    <a:lnTo>
                      <a:pt x="10356" y="2269"/>
                    </a:lnTo>
                    <a:lnTo>
                      <a:pt x="10065" y="1862"/>
                    </a:lnTo>
                    <a:lnTo>
                      <a:pt x="9774" y="1455"/>
                    </a:lnTo>
                    <a:lnTo>
                      <a:pt x="9425" y="1106"/>
                    </a:lnTo>
                    <a:lnTo>
                      <a:pt x="9018" y="815"/>
                    </a:lnTo>
                    <a:lnTo>
                      <a:pt x="8610" y="582"/>
                    </a:lnTo>
                    <a:lnTo>
                      <a:pt x="8145" y="408"/>
                    </a:lnTo>
                    <a:lnTo>
                      <a:pt x="7680" y="291"/>
                    </a:lnTo>
                    <a:lnTo>
                      <a:pt x="6807" y="117"/>
                    </a:lnTo>
                    <a:lnTo>
                      <a:pt x="6051" y="1"/>
                    </a:lnTo>
                    <a:lnTo>
                      <a:pt x="5411"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1030;p38"/>
              <p:cNvSpPr/>
              <p:nvPr/>
            </p:nvSpPr>
            <p:spPr>
              <a:xfrm>
                <a:off x="3863075" y="1523800"/>
                <a:ext cx="267625" cy="280725"/>
              </a:xfrm>
              <a:custGeom>
                <a:avLst/>
                <a:gdLst/>
                <a:ahLst/>
                <a:cxnLst/>
                <a:rect l="l" t="t" r="r" b="b"/>
                <a:pathLst>
                  <a:path w="10705" h="11229" extrusionOk="0">
                    <a:moveTo>
                      <a:pt x="4771" y="1"/>
                    </a:moveTo>
                    <a:lnTo>
                      <a:pt x="3956" y="117"/>
                    </a:lnTo>
                    <a:lnTo>
                      <a:pt x="3084" y="291"/>
                    </a:lnTo>
                    <a:lnTo>
                      <a:pt x="2618" y="408"/>
                    </a:lnTo>
                    <a:lnTo>
                      <a:pt x="2153" y="582"/>
                    </a:lnTo>
                    <a:lnTo>
                      <a:pt x="1746" y="815"/>
                    </a:lnTo>
                    <a:lnTo>
                      <a:pt x="1338" y="1106"/>
                    </a:lnTo>
                    <a:lnTo>
                      <a:pt x="989" y="1455"/>
                    </a:lnTo>
                    <a:lnTo>
                      <a:pt x="640" y="1862"/>
                    </a:lnTo>
                    <a:lnTo>
                      <a:pt x="408" y="2269"/>
                    </a:lnTo>
                    <a:lnTo>
                      <a:pt x="175" y="2793"/>
                    </a:lnTo>
                    <a:lnTo>
                      <a:pt x="59" y="3375"/>
                    </a:lnTo>
                    <a:lnTo>
                      <a:pt x="0" y="4073"/>
                    </a:lnTo>
                    <a:lnTo>
                      <a:pt x="59" y="4771"/>
                    </a:lnTo>
                    <a:lnTo>
                      <a:pt x="175" y="5411"/>
                    </a:lnTo>
                    <a:lnTo>
                      <a:pt x="349" y="5993"/>
                    </a:lnTo>
                    <a:lnTo>
                      <a:pt x="640" y="6574"/>
                    </a:lnTo>
                    <a:lnTo>
                      <a:pt x="931" y="7098"/>
                    </a:lnTo>
                    <a:lnTo>
                      <a:pt x="1222" y="7563"/>
                    </a:lnTo>
                    <a:lnTo>
                      <a:pt x="1571" y="8029"/>
                    </a:lnTo>
                    <a:lnTo>
                      <a:pt x="1978" y="8494"/>
                    </a:lnTo>
                    <a:lnTo>
                      <a:pt x="2735" y="9251"/>
                    </a:lnTo>
                    <a:lnTo>
                      <a:pt x="3491" y="9949"/>
                    </a:lnTo>
                    <a:lnTo>
                      <a:pt x="4073" y="10530"/>
                    </a:lnTo>
                    <a:lnTo>
                      <a:pt x="4305" y="10763"/>
                    </a:lnTo>
                    <a:lnTo>
                      <a:pt x="4480" y="11054"/>
                    </a:lnTo>
                    <a:lnTo>
                      <a:pt x="4945" y="11170"/>
                    </a:lnTo>
                    <a:lnTo>
                      <a:pt x="5411" y="11229"/>
                    </a:lnTo>
                    <a:lnTo>
                      <a:pt x="5876" y="11170"/>
                    </a:lnTo>
                    <a:lnTo>
                      <a:pt x="6342" y="11054"/>
                    </a:lnTo>
                    <a:lnTo>
                      <a:pt x="6516" y="10763"/>
                    </a:lnTo>
                    <a:lnTo>
                      <a:pt x="6749" y="10530"/>
                    </a:lnTo>
                    <a:lnTo>
                      <a:pt x="7331" y="9949"/>
                    </a:lnTo>
                    <a:lnTo>
                      <a:pt x="8029" y="9251"/>
                    </a:lnTo>
                    <a:lnTo>
                      <a:pt x="8785" y="8494"/>
                    </a:lnTo>
                    <a:lnTo>
                      <a:pt x="9192" y="8029"/>
                    </a:lnTo>
                    <a:lnTo>
                      <a:pt x="9541" y="7563"/>
                    </a:lnTo>
                    <a:lnTo>
                      <a:pt x="9832" y="7098"/>
                    </a:lnTo>
                    <a:lnTo>
                      <a:pt x="10123" y="6574"/>
                    </a:lnTo>
                    <a:lnTo>
                      <a:pt x="10356" y="5993"/>
                    </a:lnTo>
                    <a:lnTo>
                      <a:pt x="10588" y="5411"/>
                    </a:lnTo>
                    <a:lnTo>
                      <a:pt x="10705" y="4771"/>
                    </a:lnTo>
                    <a:lnTo>
                      <a:pt x="10705" y="4073"/>
                    </a:lnTo>
                    <a:lnTo>
                      <a:pt x="10705" y="3375"/>
                    </a:lnTo>
                    <a:lnTo>
                      <a:pt x="10530" y="2793"/>
                    </a:lnTo>
                    <a:lnTo>
                      <a:pt x="10356" y="2269"/>
                    </a:lnTo>
                    <a:lnTo>
                      <a:pt x="10065" y="1862"/>
                    </a:lnTo>
                    <a:lnTo>
                      <a:pt x="9774" y="1455"/>
                    </a:lnTo>
                    <a:lnTo>
                      <a:pt x="9425" y="1106"/>
                    </a:lnTo>
                    <a:lnTo>
                      <a:pt x="9018" y="815"/>
                    </a:lnTo>
                    <a:lnTo>
                      <a:pt x="8610" y="582"/>
                    </a:lnTo>
                    <a:lnTo>
                      <a:pt x="8145" y="408"/>
                    </a:lnTo>
                    <a:lnTo>
                      <a:pt x="7680" y="291"/>
                    </a:lnTo>
                    <a:lnTo>
                      <a:pt x="6807" y="117"/>
                    </a:lnTo>
                    <a:lnTo>
                      <a:pt x="605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1031;p38"/>
              <p:cNvSpPr/>
              <p:nvPr/>
            </p:nvSpPr>
            <p:spPr>
              <a:xfrm>
                <a:off x="3863075" y="1523800"/>
                <a:ext cx="267625" cy="280725"/>
              </a:xfrm>
              <a:custGeom>
                <a:avLst/>
                <a:gdLst/>
                <a:ahLst/>
                <a:cxnLst/>
                <a:rect l="l" t="t" r="r" b="b"/>
                <a:pathLst>
                  <a:path w="10705" h="11229" fill="none" extrusionOk="0">
                    <a:moveTo>
                      <a:pt x="5411" y="1"/>
                    </a:moveTo>
                    <a:lnTo>
                      <a:pt x="5411" y="1"/>
                    </a:lnTo>
                    <a:lnTo>
                      <a:pt x="4771" y="1"/>
                    </a:lnTo>
                    <a:lnTo>
                      <a:pt x="3956" y="117"/>
                    </a:lnTo>
                    <a:lnTo>
                      <a:pt x="3084" y="291"/>
                    </a:lnTo>
                    <a:lnTo>
                      <a:pt x="2618" y="408"/>
                    </a:lnTo>
                    <a:lnTo>
                      <a:pt x="2153" y="582"/>
                    </a:lnTo>
                    <a:lnTo>
                      <a:pt x="1746" y="815"/>
                    </a:lnTo>
                    <a:lnTo>
                      <a:pt x="1338" y="1106"/>
                    </a:lnTo>
                    <a:lnTo>
                      <a:pt x="989" y="1455"/>
                    </a:lnTo>
                    <a:lnTo>
                      <a:pt x="640" y="1862"/>
                    </a:lnTo>
                    <a:lnTo>
                      <a:pt x="408" y="2269"/>
                    </a:lnTo>
                    <a:lnTo>
                      <a:pt x="175" y="2793"/>
                    </a:lnTo>
                    <a:lnTo>
                      <a:pt x="59" y="3375"/>
                    </a:lnTo>
                    <a:lnTo>
                      <a:pt x="0" y="4073"/>
                    </a:lnTo>
                    <a:lnTo>
                      <a:pt x="0" y="4073"/>
                    </a:lnTo>
                    <a:lnTo>
                      <a:pt x="59" y="4771"/>
                    </a:lnTo>
                    <a:lnTo>
                      <a:pt x="175" y="5411"/>
                    </a:lnTo>
                    <a:lnTo>
                      <a:pt x="349" y="5993"/>
                    </a:lnTo>
                    <a:lnTo>
                      <a:pt x="640" y="6574"/>
                    </a:lnTo>
                    <a:lnTo>
                      <a:pt x="931" y="7098"/>
                    </a:lnTo>
                    <a:lnTo>
                      <a:pt x="1222" y="7563"/>
                    </a:lnTo>
                    <a:lnTo>
                      <a:pt x="1571" y="8029"/>
                    </a:lnTo>
                    <a:lnTo>
                      <a:pt x="1978" y="8494"/>
                    </a:lnTo>
                    <a:lnTo>
                      <a:pt x="2735" y="9251"/>
                    </a:lnTo>
                    <a:lnTo>
                      <a:pt x="3491" y="9949"/>
                    </a:lnTo>
                    <a:lnTo>
                      <a:pt x="4073" y="10530"/>
                    </a:lnTo>
                    <a:lnTo>
                      <a:pt x="4305" y="10763"/>
                    </a:lnTo>
                    <a:lnTo>
                      <a:pt x="4480" y="11054"/>
                    </a:lnTo>
                    <a:lnTo>
                      <a:pt x="4480" y="11054"/>
                    </a:lnTo>
                    <a:lnTo>
                      <a:pt x="4945" y="11170"/>
                    </a:lnTo>
                    <a:lnTo>
                      <a:pt x="5411" y="11229"/>
                    </a:lnTo>
                    <a:lnTo>
                      <a:pt x="5876" y="11170"/>
                    </a:lnTo>
                    <a:lnTo>
                      <a:pt x="6342" y="11054"/>
                    </a:lnTo>
                    <a:lnTo>
                      <a:pt x="6342" y="11054"/>
                    </a:lnTo>
                    <a:lnTo>
                      <a:pt x="6516" y="10763"/>
                    </a:lnTo>
                    <a:lnTo>
                      <a:pt x="6749" y="10530"/>
                    </a:lnTo>
                    <a:lnTo>
                      <a:pt x="7331" y="9949"/>
                    </a:lnTo>
                    <a:lnTo>
                      <a:pt x="8029" y="9251"/>
                    </a:lnTo>
                    <a:lnTo>
                      <a:pt x="8785" y="8494"/>
                    </a:lnTo>
                    <a:lnTo>
                      <a:pt x="9192" y="8029"/>
                    </a:lnTo>
                    <a:lnTo>
                      <a:pt x="9541" y="7563"/>
                    </a:lnTo>
                    <a:lnTo>
                      <a:pt x="9832" y="7098"/>
                    </a:lnTo>
                    <a:lnTo>
                      <a:pt x="10123" y="6574"/>
                    </a:lnTo>
                    <a:lnTo>
                      <a:pt x="10356" y="5993"/>
                    </a:lnTo>
                    <a:lnTo>
                      <a:pt x="10588" y="5411"/>
                    </a:lnTo>
                    <a:lnTo>
                      <a:pt x="10705" y="4771"/>
                    </a:lnTo>
                    <a:lnTo>
                      <a:pt x="10705" y="4073"/>
                    </a:lnTo>
                    <a:lnTo>
                      <a:pt x="10705" y="4073"/>
                    </a:lnTo>
                    <a:lnTo>
                      <a:pt x="10705" y="3375"/>
                    </a:lnTo>
                    <a:lnTo>
                      <a:pt x="10530" y="2793"/>
                    </a:lnTo>
                    <a:lnTo>
                      <a:pt x="10356" y="2269"/>
                    </a:lnTo>
                    <a:lnTo>
                      <a:pt x="10065" y="1862"/>
                    </a:lnTo>
                    <a:lnTo>
                      <a:pt x="9774" y="1455"/>
                    </a:lnTo>
                    <a:lnTo>
                      <a:pt x="9425" y="1106"/>
                    </a:lnTo>
                    <a:lnTo>
                      <a:pt x="9018" y="815"/>
                    </a:lnTo>
                    <a:lnTo>
                      <a:pt x="8610" y="582"/>
                    </a:lnTo>
                    <a:lnTo>
                      <a:pt x="8145" y="408"/>
                    </a:lnTo>
                    <a:lnTo>
                      <a:pt x="7680" y="291"/>
                    </a:lnTo>
                    <a:lnTo>
                      <a:pt x="6807" y="117"/>
                    </a:lnTo>
                    <a:lnTo>
                      <a:pt x="6051" y="1"/>
                    </a:lnTo>
                    <a:lnTo>
                      <a:pt x="5411" y="1"/>
                    </a:lnTo>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1032;p38"/>
              <p:cNvSpPr/>
              <p:nvPr/>
            </p:nvSpPr>
            <p:spPr>
              <a:xfrm>
                <a:off x="3975050" y="1798675"/>
                <a:ext cx="11675" cy="36400"/>
              </a:xfrm>
              <a:custGeom>
                <a:avLst/>
                <a:gdLst/>
                <a:ahLst/>
                <a:cxnLst/>
                <a:rect l="l" t="t" r="r" b="b"/>
                <a:pathLst>
                  <a:path w="467" h="1456" extrusionOk="0">
                    <a:moveTo>
                      <a:pt x="59" y="1"/>
                    </a:moveTo>
                    <a:lnTo>
                      <a:pt x="1" y="59"/>
                    </a:lnTo>
                    <a:lnTo>
                      <a:pt x="408" y="1455"/>
                    </a:lnTo>
                    <a:lnTo>
                      <a:pt x="466" y="1455"/>
                    </a:lnTo>
                    <a:lnTo>
                      <a:pt x="5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38"/>
              <p:cNvSpPr/>
              <p:nvPr/>
            </p:nvSpPr>
            <p:spPr>
              <a:xfrm>
                <a:off x="3986700" y="1798675"/>
                <a:ext cx="7300" cy="36400"/>
              </a:xfrm>
              <a:custGeom>
                <a:avLst/>
                <a:gdLst/>
                <a:ahLst/>
                <a:cxnLst/>
                <a:rect l="l" t="t" r="r" b="b"/>
                <a:pathLst>
                  <a:path w="292" h="1456" extrusionOk="0">
                    <a:moveTo>
                      <a:pt x="117" y="1"/>
                    </a:moveTo>
                    <a:lnTo>
                      <a:pt x="0" y="59"/>
                    </a:lnTo>
                    <a:lnTo>
                      <a:pt x="175" y="1455"/>
                    </a:lnTo>
                    <a:lnTo>
                      <a:pt x="291" y="1455"/>
                    </a:lnTo>
                    <a:lnTo>
                      <a:pt x="11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38"/>
              <p:cNvSpPr/>
              <p:nvPr/>
            </p:nvSpPr>
            <p:spPr>
              <a:xfrm>
                <a:off x="4007050" y="1798675"/>
                <a:ext cx="13125" cy="36400"/>
              </a:xfrm>
              <a:custGeom>
                <a:avLst/>
                <a:gdLst/>
                <a:ahLst/>
                <a:cxnLst/>
                <a:rect l="l" t="t" r="r" b="b"/>
                <a:pathLst>
                  <a:path w="525" h="1456" extrusionOk="0">
                    <a:moveTo>
                      <a:pt x="466" y="1"/>
                    </a:moveTo>
                    <a:lnTo>
                      <a:pt x="1" y="1455"/>
                    </a:lnTo>
                    <a:lnTo>
                      <a:pt x="117" y="1455"/>
                    </a:lnTo>
                    <a:lnTo>
                      <a:pt x="524" y="59"/>
                    </a:lnTo>
                    <a:lnTo>
                      <a:pt x="46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1035;p38"/>
              <p:cNvSpPr/>
              <p:nvPr/>
            </p:nvSpPr>
            <p:spPr>
              <a:xfrm>
                <a:off x="4001250" y="1798675"/>
                <a:ext cx="7275" cy="36400"/>
              </a:xfrm>
              <a:custGeom>
                <a:avLst/>
                <a:gdLst/>
                <a:ahLst/>
                <a:cxnLst/>
                <a:rect l="l" t="t" r="r" b="b"/>
                <a:pathLst>
                  <a:path w="291" h="1456" extrusionOk="0">
                    <a:moveTo>
                      <a:pt x="175" y="1"/>
                    </a:moveTo>
                    <a:lnTo>
                      <a:pt x="0" y="1455"/>
                    </a:lnTo>
                    <a:lnTo>
                      <a:pt x="58" y="1455"/>
                    </a:lnTo>
                    <a:lnTo>
                      <a:pt x="291" y="59"/>
                    </a:lnTo>
                    <a:lnTo>
                      <a:pt x="17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38"/>
              <p:cNvSpPr/>
              <p:nvPr/>
            </p:nvSpPr>
            <p:spPr>
              <a:xfrm>
                <a:off x="3979425" y="1832125"/>
                <a:ext cx="36375" cy="24750"/>
              </a:xfrm>
              <a:custGeom>
                <a:avLst/>
                <a:gdLst/>
                <a:ahLst/>
                <a:cxnLst/>
                <a:rect l="l" t="t" r="r" b="b"/>
                <a:pathLst>
                  <a:path w="1455" h="990" extrusionOk="0">
                    <a:moveTo>
                      <a:pt x="0" y="1"/>
                    </a:moveTo>
                    <a:lnTo>
                      <a:pt x="175" y="990"/>
                    </a:lnTo>
                    <a:lnTo>
                      <a:pt x="1280" y="990"/>
                    </a:lnTo>
                    <a:lnTo>
                      <a:pt x="14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1037;p38"/>
              <p:cNvSpPr/>
              <p:nvPr/>
            </p:nvSpPr>
            <p:spPr>
              <a:xfrm>
                <a:off x="3979425" y="1832125"/>
                <a:ext cx="36375" cy="8750"/>
              </a:xfrm>
              <a:custGeom>
                <a:avLst/>
                <a:gdLst/>
                <a:ahLst/>
                <a:cxnLst/>
                <a:rect l="l" t="t" r="r" b="b"/>
                <a:pathLst>
                  <a:path w="1455" h="350" extrusionOk="0">
                    <a:moveTo>
                      <a:pt x="0" y="1"/>
                    </a:moveTo>
                    <a:lnTo>
                      <a:pt x="59" y="350"/>
                    </a:lnTo>
                    <a:lnTo>
                      <a:pt x="1397" y="350"/>
                    </a:lnTo>
                    <a:lnTo>
                      <a:pt x="145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1038;p38"/>
              <p:cNvSpPr/>
              <p:nvPr/>
            </p:nvSpPr>
            <p:spPr>
              <a:xfrm>
                <a:off x="3976525" y="1830675"/>
                <a:ext cx="40750" cy="4400"/>
              </a:xfrm>
              <a:custGeom>
                <a:avLst/>
                <a:gdLst/>
                <a:ahLst/>
                <a:cxnLst/>
                <a:rect l="l" t="t" r="r" b="b"/>
                <a:pathLst>
                  <a:path w="1630" h="176" extrusionOk="0">
                    <a:moveTo>
                      <a:pt x="116" y="1"/>
                    </a:moveTo>
                    <a:lnTo>
                      <a:pt x="58" y="59"/>
                    </a:lnTo>
                    <a:lnTo>
                      <a:pt x="0" y="59"/>
                    </a:lnTo>
                    <a:lnTo>
                      <a:pt x="58" y="117"/>
                    </a:lnTo>
                    <a:lnTo>
                      <a:pt x="116" y="175"/>
                    </a:lnTo>
                    <a:lnTo>
                      <a:pt x="1571" y="175"/>
                    </a:lnTo>
                    <a:lnTo>
                      <a:pt x="1629" y="117"/>
                    </a:lnTo>
                    <a:lnTo>
                      <a:pt x="1629" y="59"/>
                    </a:lnTo>
                    <a:lnTo>
                      <a:pt x="157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1039;p38"/>
              <p:cNvSpPr/>
              <p:nvPr/>
            </p:nvSpPr>
            <p:spPr>
              <a:xfrm>
                <a:off x="4004150" y="1523800"/>
                <a:ext cx="1475" cy="25"/>
              </a:xfrm>
              <a:custGeom>
                <a:avLst/>
                <a:gdLst/>
                <a:ahLst/>
                <a:cxnLst/>
                <a:rect l="l" t="t" r="r" b="b"/>
                <a:pathLst>
                  <a:path w="59" h="1" extrusionOk="0">
                    <a:moveTo>
                      <a:pt x="0" y="1"/>
                    </a:moveTo>
                    <a:lnTo>
                      <a:pt x="0" y="1"/>
                    </a:lnTo>
                    <a:lnTo>
                      <a:pt x="59" y="1"/>
                    </a:lnTo>
                    <a:lnTo>
                      <a:pt x="59" y="1"/>
                    </a:lnTo>
                    <a:lnTo>
                      <a:pt x="0" y="1"/>
                    </a:lnTo>
                    <a:lnTo>
                      <a:pt x="0" y="1"/>
                    </a:lnTo>
                    <a:close/>
                  </a:path>
                </a:pathLst>
              </a:custGeom>
              <a:solidFill>
                <a:srgbClr val="D2DF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1040;p38"/>
              <p:cNvSpPr/>
              <p:nvPr/>
            </p:nvSpPr>
            <p:spPr>
              <a:xfrm>
                <a:off x="4002700" y="1523800"/>
                <a:ext cx="1475" cy="25"/>
              </a:xfrm>
              <a:custGeom>
                <a:avLst/>
                <a:gdLst/>
                <a:ahLst/>
                <a:cxnLst/>
                <a:rect l="l" t="t" r="r" b="b"/>
                <a:pathLst>
                  <a:path w="59" h="1" extrusionOk="0">
                    <a:moveTo>
                      <a:pt x="0" y="1"/>
                    </a:moveTo>
                    <a:lnTo>
                      <a:pt x="58" y="1"/>
                    </a:lnTo>
                    <a:lnTo>
                      <a:pt x="0" y="1"/>
                    </a:lnTo>
                    <a:close/>
                  </a:path>
                </a:pathLst>
              </a:custGeom>
              <a:solidFill>
                <a:srgbClr val="D2DF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1041;p38"/>
              <p:cNvSpPr/>
              <p:nvPr/>
            </p:nvSpPr>
            <p:spPr>
              <a:xfrm>
                <a:off x="3999775" y="1523800"/>
                <a:ext cx="1500" cy="25"/>
              </a:xfrm>
              <a:custGeom>
                <a:avLst/>
                <a:gdLst/>
                <a:ahLst/>
                <a:cxnLst/>
                <a:rect l="l" t="t" r="r" b="b"/>
                <a:pathLst>
                  <a:path w="60" h="1" extrusionOk="0">
                    <a:moveTo>
                      <a:pt x="1" y="1"/>
                    </a:moveTo>
                    <a:lnTo>
                      <a:pt x="59" y="1"/>
                    </a:lnTo>
                    <a:lnTo>
                      <a:pt x="1" y="1"/>
                    </a:lnTo>
                    <a:close/>
                  </a:path>
                </a:pathLst>
              </a:custGeom>
              <a:solidFill>
                <a:srgbClr val="D2DF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38"/>
              <p:cNvSpPr/>
              <p:nvPr/>
            </p:nvSpPr>
            <p:spPr>
              <a:xfrm>
                <a:off x="3980875" y="1523800"/>
                <a:ext cx="11675" cy="25"/>
              </a:xfrm>
              <a:custGeom>
                <a:avLst/>
                <a:gdLst/>
                <a:ahLst/>
                <a:cxnLst/>
                <a:rect l="l" t="t" r="r" b="b"/>
                <a:pathLst>
                  <a:path w="467" h="1" extrusionOk="0">
                    <a:moveTo>
                      <a:pt x="1" y="1"/>
                    </a:moveTo>
                    <a:lnTo>
                      <a:pt x="1" y="1"/>
                    </a:lnTo>
                    <a:lnTo>
                      <a:pt x="466" y="1"/>
                    </a:lnTo>
                    <a:lnTo>
                      <a:pt x="466" y="1"/>
                    </a:lnTo>
                    <a:lnTo>
                      <a:pt x="1" y="1"/>
                    </a:lnTo>
                    <a:lnTo>
                      <a:pt x="1" y="1"/>
                    </a:lnTo>
                    <a:close/>
                  </a:path>
                </a:pathLst>
              </a:custGeom>
              <a:solidFill>
                <a:srgbClr val="D2DF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38"/>
              <p:cNvSpPr/>
              <p:nvPr/>
            </p:nvSpPr>
            <p:spPr>
              <a:xfrm>
                <a:off x="3992525" y="1523800"/>
                <a:ext cx="1475" cy="25"/>
              </a:xfrm>
              <a:custGeom>
                <a:avLst/>
                <a:gdLst/>
                <a:ahLst/>
                <a:cxnLst/>
                <a:rect l="l" t="t" r="r" b="b"/>
                <a:pathLst>
                  <a:path w="59" h="1" extrusionOk="0">
                    <a:moveTo>
                      <a:pt x="0" y="1"/>
                    </a:moveTo>
                    <a:lnTo>
                      <a:pt x="58" y="1"/>
                    </a:lnTo>
                    <a:lnTo>
                      <a:pt x="0" y="1"/>
                    </a:lnTo>
                    <a:close/>
                  </a:path>
                </a:pathLst>
              </a:custGeom>
              <a:solidFill>
                <a:srgbClr val="D2DF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1044;p38"/>
              <p:cNvSpPr/>
              <p:nvPr/>
            </p:nvSpPr>
            <p:spPr>
              <a:xfrm>
                <a:off x="3995425" y="1523800"/>
                <a:ext cx="25" cy="25"/>
              </a:xfrm>
              <a:custGeom>
                <a:avLst/>
                <a:gdLst/>
                <a:ahLst/>
                <a:cxnLst/>
                <a:rect l="l" t="t" r="r" b="b"/>
                <a:pathLst>
                  <a:path w="1" h="1" extrusionOk="0">
                    <a:moveTo>
                      <a:pt x="0" y="1"/>
                    </a:moveTo>
                    <a:lnTo>
                      <a:pt x="0" y="1"/>
                    </a:lnTo>
                    <a:lnTo>
                      <a:pt x="0" y="1"/>
                    </a:lnTo>
                    <a:close/>
                  </a:path>
                </a:pathLst>
              </a:custGeom>
              <a:solidFill>
                <a:srgbClr val="D2DF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1045;p38"/>
              <p:cNvSpPr/>
              <p:nvPr/>
            </p:nvSpPr>
            <p:spPr>
              <a:xfrm>
                <a:off x="3986700" y="1803050"/>
                <a:ext cx="24750" cy="1475"/>
              </a:xfrm>
              <a:custGeom>
                <a:avLst/>
                <a:gdLst/>
                <a:ahLst/>
                <a:cxnLst/>
                <a:rect l="l" t="t" r="r" b="b"/>
                <a:pathLst>
                  <a:path w="990" h="59" extrusionOk="0">
                    <a:moveTo>
                      <a:pt x="0" y="0"/>
                    </a:moveTo>
                    <a:lnTo>
                      <a:pt x="0" y="0"/>
                    </a:lnTo>
                    <a:lnTo>
                      <a:pt x="466" y="59"/>
                    </a:lnTo>
                    <a:lnTo>
                      <a:pt x="989" y="0"/>
                    </a:lnTo>
                    <a:lnTo>
                      <a:pt x="989" y="0"/>
                    </a:lnTo>
                    <a:lnTo>
                      <a:pt x="466" y="59"/>
                    </a:lnTo>
                    <a:lnTo>
                      <a:pt x="0" y="0"/>
                    </a:lnTo>
                    <a:lnTo>
                      <a:pt x="0" y="0"/>
                    </a:lnTo>
                    <a:close/>
                  </a:path>
                </a:pathLst>
              </a:custGeom>
              <a:solidFill>
                <a:srgbClr val="D2DF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 name="Google Shape;1046;p38"/>
              <p:cNvSpPr/>
              <p:nvPr/>
            </p:nvSpPr>
            <p:spPr>
              <a:xfrm>
                <a:off x="4011425" y="1803050"/>
                <a:ext cx="25" cy="25"/>
              </a:xfrm>
              <a:custGeom>
                <a:avLst/>
                <a:gdLst/>
                <a:ahLst/>
                <a:cxnLst/>
                <a:rect l="l" t="t" r="r" b="b"/>
                <a:pathLst>
                  <a:path w="1" h="1" extrusionOk="0">
                    <a:moveTo>
                      <a:pt x="0" y="0"/>
                    </a:moveTo>
                    <a:lnTo>
                      <a:pt x="0" y="0"/>
                    </a:lnTo>
                    <a:lnTo>
                      <a:pt x="0" y="0"/>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 name="Google Shape;1047;p38"/>
              <p:cNvSpPr/>
              <p:nvPr/>
            </p:nvSpPr>
            <p:spPr>
              <a:xfrm>
                <a:off x="3992525" y="1523800"/>
                <a:ext cx="25" cy="25"/>
              </a:xfrm>
              <a:custGeom>
                <a:avLst/>
                <a:gdLst/>
                <a:ahLst/>
                <a:cxnLst/>
                <a:rect l="l" t="t" r="r" b="b"/>
                <a:pathLst>
                  <a:path w="1" h="1" extrusionOk="0">
                    <a:moveTo>
                      <a:pt x="0" y="1"/>
                    </a:moveTo>
                    <a:lnTo>
                      <a:pt x="0" y="1"/>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 name="Google Shape;1048;p38"/>
              <p:cNvSpPr/>
              <p:nvPr/>
            </p:nvSpPr>
            <p:spPr>
              <a:xfrm>
                <a:off x="3980875" y="1523800"/>
                <a:ext cx="25" cy="25"/>
              </a:xfrm>
              <a:custGeom>
                <a:avLst/>
                <a:gdLst/>
                <a:ahLst/>
                <a:cxnLst/>
                <a:rect l="l" t="t" r="r" b="b"/>
                <a:pathLst>
                  <a:path w="1" h="1" extrusionOk="0">
                    <a:moveTo>
                      <a:pt x="1" y="1"/>
                    </a:moveTo>
                    <a:lnTo>
                      <a:pt x="1" y="1"/>
                    </a:lnTo>
                    <a:lnTo>
                      <a:pt x="1" y="1"/>
                    </a:ln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 name="Google Shape;1049;p38"/>
              <p:cNvSpPr/>
              <p:nvPr/>
            </p:nvSpPr>
            <p:spPr>
              <a:xfrm>
                <a:off x="3986700" y="1803050"/>
                <a:ext cx="25" cy="25"/>
              </a:xfrm>
              <a:custGeom>
                <a:avLst/>
                <a:gdLst/>
                <a:ahLst/>
                <a:cxnLst/>
                <a:rect l="l" t="t" r="r" b="b"/>
                <a:pathLst>
                  <a:path w="1" h="1" extrusionOk="0">
                    <a:moveTo>
                      <a:pt x="0" y="0"/>
                    </a:moveTo>
                    <a:lnTo>
                      <a:pt x="0" y="0"/>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 name="Google Shape;1050;p38"/>
              <p:cNvSpPr/>
              <p:nvPr/>
            </p:nvSpPr>
            <p:spPr>
              <a:xfrm>
                <a:off x="4005600" y="1523800"/>
                <a:ext cx="1475" cy="25"/>
              </a:xfrm>
              <a:custGeom>
                <a:avLst/>
                <a:gdLst/>
                <a:ahLst/>
                <a:cxnLst/>
                <a:rect l="l" t="t" r="r" b="b"/>
                <a:pathLst>
                  <a:path w="59" h="1" extrusionOk="0">
                    <a:moveTo>
                      <a:pt x="1" y="1"/>
                    </a:moveTo>
                    <a:lnTo>
                      <a:pt x="59" y="1"/>
                    </a:ln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 name="Google Shape;1051;p38"/>
              <p:cNvSpPr/>
              <p:nvPr/>
            </p:nvSpPr>
            <p:spPr>
              <a:xfrm>
                <a:off x="3998325" y="1523800"/>
                <a:ext cx="1475" cy="25"/>
              </a:xfrm>
              <a:custGeom>
                <a:avLst/>
                <a:gdLst/>
                <a:ahLst/>
                <a:cxnLst/>
                <a:rect l="l" t="t" r="r" b="b"/>
                <a:pathLst>
                  <a:path w="59" h="1" extrusionOk="0">
                    <a:moveTo>
                      <a:pt x="1" y="1"/>
                    </a:moveTo>
                    <a:lnTo>
                      <a:pt x="1" y="1"/>
                    </a:lnTo>
                    <a:lnTo>
                      <a:pt x="59" y="1"/>
                    </a:lnTo>
                    <a:lnTo>
                      <a:pt x="59" y="1"/>
                    </a:lnTo>
                    <a:lnTo>
                      <a:pt x="1" y="1"/>
                    </a:ln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 name="Google Shape;1052;p38"/>
              <p:cNvSpPr/>
              <p:nvPr/>
            </p:nvSpPr>
            <p:spPr>
              <a:xfrm>
                <a:off x="4004150" y="1523800"/>
                <a:ext cx="25" cy="25"/>
              </a:xfrm>
              <a:custGeom>
                <a:avLst/>
                <a:gdLst/>
                <a:ahLst/>
                <a:cxnLst/>
                <a:rect l="l" t="t" r="r" b="b"/>
                <a:pathLst>
                  <a:path w="1" h="1" extrusionOk="0">
                    <a:moveTo>
                      <a:pt x="0" y="1"/>
                    </a:moveTo>
                    <a:lnTo>
                      <a:pt x="0" y="1"/>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 name="Google Shape;1053;p38"/>
              <p:cNvSpPr/>
              <p:nvPr/>
            </p:nvSpPr>
            <p:spPr>
              <a:xfrm>
                <a:off x="4001250" y="1523800"/>
                <a:ext cx="1475" cy="25"/>
              </a:xfrm>
              <a:custGeom>
                <a:avLst/>
                <a:gdLst/>
                <a:ahLst/>
                <a:cxnLst/>
                <a:rect l="l" t="t" r="r" b="b"/>
                <a:pathLst>
                  <a:path w="59" h="1" extrusionOk="0">
                    <a:moveTo>
                      <a:pt x="0" y="1"/>
                    </a:moveTo>
                    <a:lnTo>
                      <a:pt x="58" y="1"/>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 name="Google Shape;1054;p38"/>
              <p:cNvSpPr/>
              <p:nvPr/>
            </p:nvSpPr>
            <p:spPr>
              <a:xfrm>
                <a:off x="3995425" y="1523800"/>
                <a:ext cx="2925" cy="25"/>
              </a:xfrm>
              <a:custGeom>
                <a:avLst/>
                <a:gdLst/>
                <a:ahLst/>
                <a:cxnLst/>
                <a:rect l="l" t="t" r="r" b="b"/>
                <a:pathLst>
                  <a:path w="117" h="1" extrusionOk="0">
                    <a:moveTo>
                      <a:pt x="0" y="1"/>
                    </a:moveTo>
                    <a:lnTo>
                      <a:pt x="0" y="1"/>
                    </a:lnTo>
                    <a:lnTo>
                      <a:pt x="117" y="1"/>
                    </a:lnTo>
                    <a:lnTo>
                      <a:pt x="117" y="1"/>
                    </a:lnTo>
                    <a:lnTo>
                      <a:pt x="0" y="1"/>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 name="Google Shape;1055;p38"/>
              <p:cNvSpPr/>
              <p:nvPr/>
            </p:nvSpPr>
            <p:spPr>
              <a:xfrm>
                <a:off x="3993975" y="1523800"/>
                <a:ext cx="1475" cy="25"/>
              </a:xfrm>
              <a:custGeom>
                <a:avLst/>
                <a:gdLst/>
                <a:ahLst/>
                <a:cxnLst/>
                <a:rect l="l" t="t" r="r" b="b"/>
                <a:pathLst>
                  <a:path w="59" h="1" extrusionOk="0">
                    <a:moveTo>
                      <a:pt x="0" y="1"/>
                    </a:moveTo>
                    <a:lnTo>
                      <a:pt x="58" y="1"/>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 name="Google Shape;1056;p38"/>
              <p:cNvSpPr/>
              <p:nvPr/>
            </p:nvSpPr>
            <p:spPr>
              <a:xfrm>
                <a:off x="3896525" y="1523800"/>
                <a:ext cx="90200" cy="279275"/>
              </a:xfrm>
              <a:custGeom>
                <a:avLst/>
                <a:gdLst/>
                <a:ahLst/>
                <a:cxnLst/>
                <a:rect l="l" t="t" r="r" b="b"/>
                <a:pathLst>
                  <a:path w="3608" h="11171" extrusionOk="0">
                    <a:moveTo>
                      <a:pt x="3375" y="1"/>
                    </a:moveTo>
                    <a:lnTo>
                      <a:pt x="2793" y="59"/>
                    </a:lnTo>
                    <a:lnTo>
                      <a:pt x="2153" y="175"/>
                    </a:lnTo>
                    <a:lnTo>
                      <a:pt x="1804" y="350"/>
                    </a:lnTo>
                    <a:lnTo>
                      <a:pt x="1513" y="582"/>
                    </a:lnTo>
                    <a:lnTo>
                      <a:pt x="1222" y="815"/>
                    </a:lnTo>
                    <a:lnTo>
                      <a:pt x="931" y="1106"/>
                    </a:lnTo>
                    <a:lnTo>
                      <a:pt x="815" y="1280"/>
                    </a:lnTo>
                    <a:lnTo>
                      <a:pt x="640" y="1571"/>
                    </a:lnTo>
                    <a:lnTo>
                      <a:pt x="466" y="1920"/>
                    </a:lnTo>
                    <a:lnTo>
                      <a:pt x="291" y="2269"/>
                    </a:lnTo>
                    <a:lnTo>
                      <a:pt x="175" y="2677"/>
                    </a:lnTo>
                    <a:lnTo>
                      <a:pt x="0" y="3491"/>
                    </a:lnTo>
                    <a:lnTo>
                      <a:pt x="0" y="4015"/>
                    </a:lnTo>
                    <a:lnTo>
                      <a:pt x="0" y="4829"/>
                    </a:lnTo>
                    <a:lnTo>
                      <a:pt x="59" y="5527"/>
                    </a:lnTo>
                    <a:lnTo>
                      <a:pt x="233" y="6167"/>
                    </a:lnTo>
                    <a:lnTo>
                      <a:pt x="466" y="6865"/>
                    </a:lnTo>
                    <a:lnTo>
                      <a:pt x="873" y="7563"/>
                    </a:lnTo>
                    <a:lnTo>
                      <a:pt x="1571" y="8669"/>
                    </a:lnTo>
                    <a:lnTo>
                      <a:pt x="2444" y="9949"/>
                    </a:lnTo>
                    <a:lnTo>
                      <a:pt x="2851" y="10530"/>
                    </a:lnTo>
                    <a:lnTo>
                      <a:pt x="3200" y="11054"/>
                    </a:lnTo>
                    <a:lnTo>
                      <a:pt x="3607" y="11170"/>
                    </a:lnTo>
                    <a:lnTo>
                      <a:pt x="3200" y="10123"/>
                    </a:lnTo>
                    <a:lnTo>
                      <a:pt x="2735" y="9134"/>
                    </a:lnTo>
                    <a:lnTo>
                      <a:pt x="2502" y="8611"/>
                    </a:lnTo>
                    <a:lnTo>
                      <a:pt x="1978" y="7563"/>
                    </a:lnTo>
                    <a:lnTo>
                      <a:pt x="1688" y="6691"/>
                    </a:lnTo>
                    <a:lnTo>
                      <a:pt x="1629" y="6516"/>
                    </a:lnTo>
                    <a:lnTo>
                      <a:pt x="1513" y="5760"/>
                    </a:lnTo>
                    <a:lnTo>
                      <a:pt x="1397" y="4946"/>
                    </a:lnTo>
                    <a:lnTo>
                      <a:pt x="1397" y="4887"/>
                    </a:lnTo>
                    <a:lnTo>
                      <a:pt x="1397" y="3840"/>
                    </a:lnTo>
                    <a:lnTo>
                      <a:pt x="1455" y="3026"/>
                    </a:lnTo>
                    <a:lnTo>
                      <a:pt x="1629" y="2269"/>
                    </a:lnTo>
                    <a:lnTo>
                      <a:pt x="1862" y="1688"/>
                    </a:lnTo>
                    <a:lnTo>
                      <a:pt x="2095" y="1280"/>
                    </a:lnTo>
                    <a:lnTo>
                      <a:pt x="2327" y="873"/>
                    </a:lnTo>
                    <a:lnTo>
                      <a:pt x="2677" y="524"/>
                    </a:lnTo>
                    <a:lnTo>
                      <a:pt x="3026" y="233"/>
                    </a:lnTo>
                    <a:lnTo>
                      <a:pt x="337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 name="Google Shape;1057;p38"/>
              <p:cNvSpPr/>
              <p:nvPr/>
            </p:nvSpPr>
            <p:spPr>
              <a:xfrm>
                <a:off x="3896525" y="1523800"/>
                <a:ext cx="90200" cy="279275"/>
              </a:xfrm>
              <a:custGeom>
                <a:avLst/>
                <a:gdLst/>
                <a:ahLst/>
                <a:cxnLst/>
                <a:rect l="l" t="t" r="r" b="b"/>
                <a:pathLst>
                  <a:path w="3608" h="11171" fill="none" extrusionOk="0">
                    <a:moveTo>
                      <a:pt x="2502" y="8611"/>
                    </a:moveTo>
                    <a:lnTo>
                      <a:pt x="2502" y="8611"/>
                    </a:lnTo>
                    <a:lnTo>
                      <a:pt x="1978" y="7563"/>
                    </a:lnTo>
                    <a:lnTo>
                      <a:pt x="1978" y="7563"/>
                    </a:lnTo>
                    <a:lnTo>
                      <a:pt x="1688" y="6691"/>
                    </a:lnTo>
                    <a:lnTo>
                      <a:pt x="1688" y="6691"/>
                    </a:lnTo>
                    <a:lnTo>
                      <a:pt x="1629" y="6516"/>
                    </a:lnTo>
                    <a:lnTo>
                      <a:pt x="1629" y="6516"/>
                    </a:lnTo>
                    <a:lnTo>
                      <a:pt x="1513" y="5760"/>
                    </a:lnTo>
                    <a:lnTo>
                      <a:pt x="1397" y="4946"/>
                    </a:lnTo>
                    <a:lnTo>
                      <a:pt x="1397" y="4887"/>
                    </a:lnTo>
                    <a:lnTo>
                      <a:pt x="1397" y="4887"/>
                    </a:lnTo>
                    <a:lnTo>
                      <a:pt x="1397" y="3840"/>
                    </a:lnTo>
                    <a:lnTo>
                      <a:pt x="1397" y="3840"/>
                    </a:lnTo>
                    <a:lnTo>
                      <a:pt x="1455" y="3026"/>
                    </a:lnTo>
                    <a:lnTo>
                      <a:pt x="1629" y="2269"/>
                    </a:lnTo>
                    <a:lnTo>
                      <a:pt x="1629" y="2269"/>
                    </a:lnTo>
                    <a:lnTo>
                      <a:pt x="1862" y="1688"/>
                    </a:lnTo>
                    <a:lnTo>
                      <a:pt x="1862" y="1688"/>
                    </a:lnTo>
                    <a:lnTo>
                      <a:pt x="2095" y="1280"/>
                    </a:lnTo>
                    <a:lnTo>
                      <a:pt x="2095" y="1280"/>
                    </a:lnTo>
                    <a:lnTo>
                      <a:pt x="2327" y="873"/>
                    </a:lnTo>
                    <a:lnTo>
                      <a:pt x="2677" y="524"/>
                    </a:lnTo>
                    <a:lnTo>
                      <a:pt x="3026" y="233"/>
                    </a:lnTo>
                    <a:lnTo>
                      <a:pt x="3375" y="1"/>
                    </a:lnTo>
                    <a:lnTo>
                      <a:pt x="3375" y="1"/>
                    </a:lnTo>
                    <a:lnTo>
                      <a:pt x="2793" y="59"/>
                    </a:lnTo>
                    <a:lnTo>
                      <a:pt x="2153" y="175"/>
                    </a:lnTo>
                    <a:lnTo>
                      <a:pt x="2153" y="175"/>
                    </a:lnTo>
                    <a:lnTo>
                      <a:pt x="1804" y="350"/>
                    </a:lnTo>
                    <a:lnTo>
                      <a:pt x="1513" y="582"/>
                    </a:lnTo>
                    <a:lnTo>
                      <a:pt x="1222" y="815"/>
                    </a:lnTo>
                    <a:lnTo>
                      <a:pt x="931" y="1106"/>
                    </a:lnTo>
                    <a:lnTo>
                      <a:pt x="931" y="1106"/>
                    </a:lnTo>
                    <a:lnTo>
                      <a:pt x="815" y="1280"/>
                    </a:lnTo>
                    <a:lnTo>
                      <a:pt x="815" y="1280"/>
                    </a:lnTo>
                    <a:lnTo>
                      <a:pt x="640" y="1571"/>
                    </a:lnTo>
                    <a:lnTo>
                      <a:pt x="466" y="1920"/>
                    </a:lnTo>
                    <a:lnTo>
                      <a:pt x="466" y="1920"/>
                    </a:lnTo>
                    <a:lnTo>
                      <a:pt x="291" y="2269"/>
                    </a:lnTo>
                    <a:lnTo>
                      <a:pt x="175" y="2677"/>
                    </a:lnTo>
                    <a:lnTo>
                      <a:pt x="0" y="3491"/>
                    </a:lnTo>
                    <a:lnTo>
                      <a:pt x="0" y="3491"/>
                    </a:lnTo>
                    <a:lnTo>
                      <a:pt x="0" y="4015"/>
                    </a:lnTo>
                    <a:lnTo>
                      <a:pt x="0" y="4015"/>
                    </a:lnTo>
                    <a:lnTo>
                      <a:pt x="0" y="4829"/>
                    </a:lnTo>
                    <a:lnTo>
                      <a:pt x="0" y="4829"/>
                    </a:lnTo>
                    <a:lnTo>
                      <a:pt x="59" y="5527"/>
                    </a:lnTo>
                    <a:lnTo>
                      <a:pt x="233" y="6167"/>
                    </a:lnTo>
                    <a:lnTo>
                      <a:pt x="233" y="6167"/>
                    </a:lnTo>
                    <a:lnTo>
                      <a:pt x="466" y="6865"/>
                    </a:lnTo>
                    <a:lnTo>
                      <a:pt x="466" y="6865"/>
                    </a:lnTo>
                    <a:lnTo>
                      <a:pt x="873" y="7563"/>
                    </a:lnTo>
                    <a:lnTo>
                      <a:pt x="873" y="7563"/>
                    </a:lnTo>
                    <a:lnTo>
                      <a:pt x="1571" y="8669"/>
                    </a:lnTo>
                    <a:lnTo>
                      <a:pt x="1571" y="8669"/>
                    </a:lnTo>
                    <a:lnTo>
                      <a:pt x="2444" y="9949"/>
                    </a:lnTo>
                    <a:lnTo>
                      <a:pt x="2851" y="10530"/>
                    </a:lnTo>
                    <a:lnTo>
                      <a:pt x="3200" y="11054"/>
                    </a:lnTo>
                    <a:lnTo>
                      <a:pt x="3200" y="11054"/>
                    </a:lnTo>
                    <a:lnTo>
                      <a:pt x="3607" y="11170"/>
                    </a:lnTo>
                    <a:lnTo>
                      <a:pt x="3607" y="11170"/>
                    </a:lnTo>
                    <a:lnTo>
                      <a:pt x="3200" y="10123"/>
                    </a:lnTo>
                    <a:lnTo>
                      <a:pt x="2735" y="9134"/>
                    </a:lnTo>
                    <a:lnTo>
                      <a:pt x="2735" y="9134"/>
                    </a:lnTo>
                    <a:lnTo>
                      <a:pt x="2502" y="861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1058;p38"/>
              <p:cNvSpPr/>
              <p:nvPr/>
            </p:nvSpPr>
            <p:spPr>
              <a:xfrm>
                <a:off x="4007050" y="1523800"/>
                <a:ext cx="94575" cy="279275"/>
              </a:xfrm>
              <a:custGeom>
                <a:avLst/>
                <a:gdLst/>
                <a:ahLst/>
                <a:cxnLst/>
                <a:rect l="l" t="t" r="r" b="b"/>
                <a:pathLst>
                  <a:path w="3783" h="11171" extrusionOk="0">
                    <a:moveTo>
                      <a:pt x="1" y="1"/>
                    </a:moveTo>
                    <a:lnTo>
                      <a:pt x="457" y="33"/>
                    </a:lnTo>
                    <a:lnTo>
                      <a:pt x="457" y="33"/>
                    </a:lnTo>
                    <a:lnTo>
                      <a:pt x="408" y="1"/>
                    </a:lnTo>
                    <a:close/>
                    <a:moveTo>
                      <a:pt x="457" y="33"/>
                    </a:moveTo>
                    <a:lnTo>
                      <a:pt x="757" y="233"/>
                    </a:lnTo>
                    <a:lnTo>
                      <a:pt x="1106" y="582"/>
                    </a:lnTo>
                    <a:lnTo>
                      <a:pt x="1455" y="931"/>
                    </a:lnTo>
                    <a:lnTo>
                      <a:pt x="1688" y="1280"/>
                    </a:lnTo>
                    <a:lnTo>
                      <a:pt x="1921" y="1688"/>
                    </a:lnTo>
                    <a:lnTo>
                      <a:pt x="2095" y="2095"/>
                    </a:lnTo>
                    <a:lnTo>
                      <a:pt x="2212" y="2502"/>
                    </a:lnTo>
                    <a:lnTo>
                      <a:pt x="2328" y="3200"/>
                    </a:lnTo>
                    <a:lnTo>
                      <a:pt x="2386" y="3840"/>
                    </a:lnTo>
                    <a:lnTo>
                      <a:pt x="2328" y="4887"/>
                    </a:lnTo>
                    <a:lnTo>
                      <a:pt x="2328" y="5120"/>
                    </a:lnTo>
                    <a:lnTo>
                      <a:pt x="2270" y="5818"/>
                    </a:lnTo>
                    <a:lnTo>
                      <a:pt x="2153" y="6516"/>
                    </a:lnTo>
                    <a:lnTo>
                      <a:pt x="2095" y="6691"/>
                    </a:lnTo>
                    <a:lnTo>
                      <a:pt x="1746" y="7680"/>
                    </a:lnTo>
                    <a:lnTo>
                      <a:pt x="1223" y="8785"/>
                    </a:lnTo>
                    <a:lnTo>
                      <a:pt x="1048" y="9134"/>
                    </a:lnTo>
                    <a:lnTo>
                      <a:pt x="583" y="10123"/>
                    </a:lnTo>
                    <a:lnTo>
                      <a:pt x="175" y="11170"/>
                    </a:lnTo>
                    <a:lnTo>
                      <a:pt x="583" y="11054"/>
                    </a:lnTo>
                    <a:lnTo>
                      <a:pt x="699" y="10821"/>
                    </a:lnTo>
                    <a:lnTo>
                      <a:pt x="1339" y="9949"/>
                    </a:lnTo>
                    <a:lnTo>
                      <a:pt x="1979" y="9018"/>
                    </a:lnTo>
                    <a:lnTo>
                      <a:pt x="2735" y="7854"/>
                    </a:lnTo>
                    <a:lnTo>
                      <a:pt x="3317" y="6865"/>
                    </a:lnTo>
                    <a:lnTo>
                      <a:pt x="3491" y="6400"/>
                    </a:lnTo>
                    <a:lnTo>
                      <a:pt x="3666" y="5702"/>
                    </a:lnTo>
                    <a:lnTo>
                      <a:pt x="3724" y="5004"/>
                    </a:lnTo>
                    <a:lnTo>
                      <a:pt x="3782" y="4015"/>
                    </a:lnTo>
                    <a:lnTo>
                      <a:pt x="3782" y="3666"/>
                    </a:lnTo>
                    <a:lnTo>
                      <a:pt x="3666" y="2968"/>
                    </a:lnTo>
                    <a:lnTo>
                      <a:pt x="3491" y="2269"/>
                    </a:lnTo>
                    <a:lnTo>
                      <a:pt x="3259" y="1746"/>
                    </a:lnTo>
                    <a:lnTo>
                      <a:pt x="2968" y="1280"/>
                    </a:lnTo>
                    <a:lnTo>
                      <a:pt x="2677" y="990"/>
                    </a:lnTo>
                    <a:lnTo>
                      <a:pt x="2212" y="524"/>
                    </a:lnTo>
                    <a:lnTo>
                      <a:pt x="1688" y="233"/>
                    </a:lnTo>
                    <a:lnTo>
                      <a:pt x="815" y="59"/>
                    </a:lnTo>
                    <a:lnTo>
                      <a:pt x="457" y="33"/>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 name="Google Shape;1059;p38"/>
              <p:cNvSpPr/>
              <p:nvPr/>
            </p:nvSpPr>
            <p:spPr>
              <a:xfrm>
                <a:off x="4007050" y="1523800"/>
                <a:ext cx="94575" cy="279275"/>
              </a:xfrm>
              <a:custGeom>
                <a:avLst/>
                <a:gdLst/>
                <a:ahLst/>
                <a:cxnLst/>
                <a:rect l="l" t="t" r="r" b="b"/>
                <a:pathLst>
                  <a:path w="3783" h="11171" fill="none" extrusionOk="0">
                    <a:moveTo>
                      <a:pt x="3782" y="4015"/>
                    </a:moveTo>
                    <a:lnTo>
                      <a:pt x="3782" y="4015"/>
                    </a:lnTo>
                    <a:lnTo>
                      <a:pt x="3782" y="3666"/>
                    </a:lnTo>
                    <a:lnTo>
                      <a:pt x="3782" y="3666"/>
                    </a:lnTo>
                    <a:lnTo>
                      <a:pt x="3666" y="2968"/>
                    </a:lnTo>
                    <a:lnTo>
                      <a:pt x="3491" y="2269"/>
                    </a:lnTo>
                    <a:lnTo>
                      <a:pt x="3491" y="2269"/>
                    </a:lnTo>
                    <a:lnTo>
                      <a:pt x="3259" y="1746"/>
                    </a:lnTo>
                    <a:lnTo>
                      <a:pt x="2968" y="1280"/>
                    </a:lnTo>
                    <a:lnTo>
                      <a:pt x="2968" y="1280"/>
                    </a:lnTo>
                    <a:lnTo>
                      <a:pt x="2677" y="990"/>
                    </a:lnTo>
                    <a:lnTo>
                      <a:pt x="2677" y="990"/>
                    </a:lnTo>
                    <a:lnTo>
                      <a:pt x="2212" y="524"/>
                    </a:lnTo>
                    <a:lnTo>
                      <a:pt x="1688" y="233"/>
                    </a:lnTo>
                    <a:lnTo>
                      <a:pt x="1688" y="233"/>
                    </a:lnTo>
                    <a:lnTo>
                      <a:pt x="815" y="59"/>
                    </a:lnTo>
                    <a:lnTo>
                      <a:pt x="1" y="1"/>
                    </a:lnTo>
                    <a:lnTo>
                      <a:pt x="1" y="1"/>
                    </a:lnTo>
                    <a:lnTo>
                      <a:pt x="408" y="1"/>
                    </a:lnTo>
                    <a:lnTo>
                      <a:pt x="408" y="1"/>
                    </a:lnTo>
                    <a:lnTo>
                      <a:pt x="757" y="233"/>
                    </a:lnTo>
                    <a:lnTo>
                      <a:pt x="1106" y="582"/>
                    </a:lnTo>
                    <a:lnTo>
                      <a:pt x="1455" y="931"/>
                    </a:lnTo>
                    <a:lnTo>
                      <a:pt x="1688" y="1280"/>
                    </a:lnTo>
                    <a:lnTo>
                      <a:pt x="1688" y="1280"/>
                    </a:lnTo>
                    <a:lnTo>
                      <a:pt x="1921" y="1688"/>
                    </a:lnTo>
                    <a:lnTo>
                      <a:pt x="1921" y="1688"/>
                    </a:lnTo>
                    <a:lnTo>
                      <a:pt x="2095" y="2095"/>
                    </a:lnTo>
                    <a:lnTo>
                      <a:pt x="2212" y="2502"/>
                    </a:lnTo>
                    <a:lnTo>
                      <a:pt x="2212" y="2502"/>
                    </a:lnTo>
                    <a:lnTo>
                      <a:pt x="2328" y="3200"/>
                    </a:lnTo>
                    <a:lnTo>
                      <a:pt x="2386" y="3840"/>
                    </a:lnTo>
                    <a:lnTo>
                      <a:pt x="2386" y="3840"/>
                    </a:lnTo>
                    <a:lnTo>
                      <a:pt x="2328" y="4887"/>
                    </a:lnTo>
                    <a:lnTo>
                      <a:pt x="2328" y="4887"/>
                    </a:lnTo>
                    <a:lnTo>
                      <a:pt x="2328" y="5120"/>
                    </a:lnTo>
                    <a:lnTo>
                      <a:pt x="2328" y="5120"/>
                    </a:lnTo>
                    <a:lnTo>
                      <a:pt x="2270" y="5818"/>
                    </a:lnTo>
                    <a:lnTo>
                      <a:pt x="2153" y="6516"/>
                    </a:lnTo>
                    <a:lnTo>
                      <a:pt x="2153" y="6516"/>
                    </a:lnTo>
                    <a:lnTo>
                      <a:pt x="2095" y="6691"/>
                    </a:lnTo>
                    <a:lnTo>
                      <a:pt x="2095" y="6691"/>
                    </a:lnTo>
                    <a:lnTo>
                      <a:pt x="1746" y="7680"/>
                    </a:lnTo>
                    <a:lnTo>
                      <a:pt x="1746" y="7680"/>
                    </a:lnTo>
                    <a:lnTo>
                      <a:pt x="1223" y="8785"/>
                    </a:lnTo>
                    <a:lnTo>
                      <a:pt x="1223" y="8785"/>
                    </a:lnTo>
                    <a:lnTo>
                      <a:pt x="1048" y="9134"/>
                    </a:lnTo>
                    <a:lnTo>
                      <a:pt x="1048" y="9134"/>
                    </a:lnTo>
                    <a:lnTo>
                      <a:pt x="583" y="10123"/>
                    </a:lnTo>
                    <a:lnTo>
                      <a:pt x="175" y="11170"/>
                    </a:lnTo>
                    <a:lnTo>
                      <a:pt x="175" y="11170"/>
                    </a:lnTo>
                    <a:lnTo>
                      <a:pt x="583" y="11054"/>
                    </a:lnTo>
                    <a:lnTo>
                      <a:pt x="583" y="11054"/>
                    </a:lnTo>
                    <a:lnTo>
                      <a:pt x="699" y="10821"/>
                    </a:lnTo>
                    <a:lnTo>
                      <a:pt x="699" y="10821"/>
                    </a:lnTo>
                    <a:lnTo>
                      <a:pt x="1339" y="9949"/>
                    </a:lnTo>
                    <a:lnTo>
                      <a:pt x="1979" y="9018"/>
                    </a:lnTo>
                    <a:lnTo>
                      <a:pt x="1979" y="9018"/>
                    </a:lnTo>
                    <a:lnTo>
                      <a:pt x="2735" y="7854"/>
                    </a:lnTo>
                    <a:lnTo>
                      <a:pt x="2735" y="7854"/>
                    </a:lnTo>
                    <a:lnTo>
                      <a:pt x="3317" y="6865"/>
                    </a:lnTo>
                    <a:lnTo>
                      <a:pt x="3317" y="6865"/>
                    </a:lnTo>
                    <a:lnTo>
                      <a:pt x="3491" y="6400"/>
                    </a:lnTo>
                    <a:lnTo>
                      <a:pt x="3491" y="6400"/>
                    </a:lnTo>
                    <a:lnTo>
                      <a:pt x="3666" y="5702"/>
                    </a:lnTo>
                    <a:lnTo>
                      <a:pt x="3724" y="5004"/>
                    </a:lnTo>
                    <a:lnTo>
                      <a:pt x="3724" y="5004"/>
                    </a:lnTo>
                    <a:lnTo>
                      <a:pt x="3782" y="4015"/>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1060;p38"/>
              <p:cNvSpPr/>
              <p:nvPr/>
            </p:nvSpPr>
            <p:spPr>
              <a:xfrm>
                <a:off x="3964875" y="1523800"/>
                <a:ext cx="58200" cy="280725"/>
              </a:xfrm>
              <a:custGeom>
                <a:avLst/>
                <a:gdLst/>
                <a:ahLst/>
                <a:cxnLst/>
                <a:rect l="l" t="t" r="r" b="b"/>
                <a:pathLst>
                  <a:path w="2328" h="11229" extrusionOk="0">
                    <a:moveTo>
                      <a:pt x="990" y="1"/>
                    </a:moveTo>
                    <a:lnTo>
                      <a:pt x="873" y="59"/>
                    </a:lnTo>
                    <a:lnTo>
                      <a:pt x="699" y="350"/>
                    </a:lnTo>
                    <a:lnTo>
                      <a:pt x="466" y="757"/>
                    </a:lnTo>
                    <a:lnTo>
                      <a:pt x="292" y="1339"/>
                    </a:lnTo>
                    <a:lnTo>
                      <a:pt x="117" y="2269"/>
                    </a:lnTo>
                    <a:lnTo>
                      <a:pt x="59" y="2968"/>
                    </a:lnTo>
                    <a:lnTo>
                      <a:pt x="1" y="3724"/>
                    </a:lnTo>
                    <a:lnTo>
                      <a:pt x="59" y="5062"/>
                    </a:lnTo>
                    <a:lnTo>
                      <a:pt x="117" y="5993"/>
                    </a:lnTo>
                    <a:lnTo>
                      <a:pt x="175" y="6400"/>
                    </a:lnTo>
                    <a:lnTo>
                      <a:pt x="408" y="7563"/>
                    </a:lnTo>
                    <a:lnTo>
                      <a:pt x="582" y="8552"/>
                    </a:lnTo>
                    <a:lnTo>
                      <a:pt x="1222" y="11229"/>
                    </a:lnTo>
                    <a:lnTo>
                      <a:pt x="1688" y="11170"/>
                    </a:lnTo>
                    <a:lnTo>
                      <a:pt x="2037" y="8611"/>
                    </a:lnTo>
                    <a:lnTo>
                      <a:pt x="2153" y="7680"/>
                    </a:lnTo>
                    <a:lnTo>
                      <a:pt x="2270" y="6458"/>
                    </a:lnTo>
                    <a:lnTo>
                      <a:pt x="2328" y="5295"/>
                    </a:lnTo>
                    <a:lnTo>
                      <a:pt x="2328" y="3840"/>
                    </a:lnTo>
                    <a:lnTo>
                      <a:pt x="2328" y="3782"/>
                    </a:lnTo>
                    <a:lnTo>
                      <a:pt x="2211" y="2444"/>
                    </a:lnTo>
                    <a:lnTo>
                      <a:pt x="2095" y="1571"/>
                    </a:lnTo>
                    <a:lnTo>
                      <a:pt x="1921" y="873"/>
                    </a:lnTo>
                    <a:lnTo>
                      <a:pt x="1688" y="350"/>
                    </a:lnTo>
                    <a:lnTo>
                      <a:pt x="1571" y="175"/>
                    </a:lnTo>
                    <a:lnTo>
                      <a:pt x="1397" y="59"/>
                    </a:lnTo>
                    <a:lnTo>
                      <a:pt x="12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38"/>
              <p:cNvSpPr/>
              <p:nvPr/>
            </p:nvSpPr>
            <p:spPr>
              <a:xfrm>
                <a:off x="3964875" y="1523800"/>
                <a:ext cx="58200" cy="280725"/>
              </a:xfrm>
              <a:custGeom>
                <a:avLst/>
                <a:gdLst/>
                <a:ahLst/>
                <a:cxnLst/>
                <a:rect l="l" t="t" r="r" b="b"/>
                <a:pathLst>
                  <a:path w="2328" h="11229" fill="none" extrusionOk="0">
                    <a:moveTo>
                      <a:pt x="2328" y="3840"/>
                    </a:moveTo>
                    <a:lnTo>
                      <a:pt x="2328" y="3840"/>
                    </a:lnTo>
                    <a:lnTo>
                      <a:pt x="2328" y="3782"/>
                    </a:lnTo>
                    <a:lnTo>
                      <a:pt x="2328" y="3782"/>
                    </a:lnTo>
                    <a:lnTo>
                      <a:pt x="2211" y="2444"/>
                    </a:lnTo>
                    <a:lnTo>
                      <a:pt x="2211" y="2444"/>
                    </a:lnTo>
                    <a:lnTo>
                      <a:pt x="2095" y="1571"/>
                    </a:lnTo>
                    <a:lnTo>
                      <a:pt x="2095" y="1571"/>
                    </a:lnTo>
                    <a:lnTo>
                      <a:pt x="1921" y="873"/>
                    </a:lnTo>
                    <a:lnTo>
                      <a:pt x="1688" y="350"/>
                    </a:lnTo>
                    <a:lnTo>
                      <a:pt x="1571" y="175"/>
                    </a:lnTo>
                    <a:lnTo>
                      <a:pt x="1397" y="59"/>
                    </a:lnTo>
                    <a:lnTo>
                      <a:pt x="1281" y="1"/>
                    </a:lnTo>
                    <a:lnTo>
                      <a:pt x="1106" y="1"/>
                    </a:lnTo>
                    <a:lnTo>
                      <a:pt x="1106" y="1"/>
                    </a:lnTo>
                    <a:lnTo>
                      <a:pt x="990" y="1"/>
                    </a:lnTo>
                    <a:lnTo>
                      <a:pt x="873" y="59"/>
                    </a:lnTo>
                    <a:lnTo>
                      <a:pt x="699" y="350"/>
                    </a:lnTo>
                    <a:lnTo>
                      <a:pt x="466" y="757"/>
                    </a:lnTo>
                    <a:lnTo>
                      <a:pt x="292" y="1339"/>
                    </a:lnTo>
                    <a:lnTo>
                      <a:pt x="292" y="1339"/>
                    </a:lnTo>
                    <a:lnTo>
                      <a:pt x="117" y="2269"/>
                    </a:lnTo>
                    <a:lnTo>
                      <a:pt x="117" y="2269"/>
                    </a:lnTo>
                    <a:lnTo>
                      <a:pt x="59" y="2968"/>
                    </a:lnTo>
                    <a:lnTo>
                      <a:pt x="1" y="3724"/>
                    </a:lnTo>
                    <a:lnTo>
                      <a:pt x="1" y="3724"/>
                    </a:lnTo>
                    <a:lnTo>
                      <a:pt x="59" y="5062"/>
                    </a:lnTo>
                    <a:lnTo>
                      <a:pt x="59" y="5062"/>
                    </a:lnTo>
                    <a:lnTo>
                      <a:pt x="117" y="5993"/>
                    </a:lnTo>
                    <a:lnTo>
                      <a:pt x="117" y="5993"/>
                    </a:lnTo>
                    <a:lnTo>
                      <a:pt x="175" y="6400"/>
                    </a:lnTo>
                    <a:lnTo>
                      <a:pt x="175" y="6400"/>
                    </a:lnTo>
                    <a:lnTo>
                      <a:pt x="408" y="7563"/>
                    </a:lnTo>
                    <a:lnTo>
                      <a:pt x="408" y="7563"/>
                    </a:lnTo>
                    <a:lnTo>
                      <a:pt x="582" y="8552"/>
                    </a:lnTo>
                    <a:lnTo>
                      <a:pt x="582" y="8552"/>
                    </a:lnTo>
                    <a:lnTo>
                      <a:pt x="1222" y="11229"/>
                    </a:lnTo>
                    <a:lnTo>
                      <a:pt x="1222" y="11229"/>
                    </a:lnTo>
                    <a:lnTo>
                      <a:pt x="1688" y="11170"/>
                    </a:lnTo>
                    <a:lnTo>
                      <a:pt x="1688" y="11170"/>
                    </a:lnTo>
                    <a:lnTo>
                      <a:pt x="2037" y="8611"/>
                    </a:lnTo>
                    <a:lnTo>
                      <a:pt x="2037" y="8611"/>
                    </a:lnTo>
                    <a:lnTo>
                      <a:pt x="2153" y="7680"/>
                    </a:lnTo>
                    <a:lnTo>
                      <a:pt x="2153" y="7680"/>
                    </a:lnTo>
                    <a:lnTo>
                      <a:pt x="2270" y="6458"/>
                    </a:lnTo>
                    <a:lnTo>
                      <a:pt x="2270" y="6458"/>
                    </a:lnTo>
                    <a:lnTo>
                      <a:pt x="2328" y="5295"/>
                    </a:lnTo>
                    <a:lnTo>
                      <a:pt x="2328" y="5295"/>
                    </a:lnTo>
                    <a:lnTo>
                      <a:pt x="2328" y="384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1062;p38"/>
              <p:cNvSpPr/>
              <p:nvPr/>
            </p:nvSpPr>
            <p:spPr>
              <a:xfrm>
                <a:off x="3870350" y="1551425"/>
                <a:ext cx="34925" cy="155650"/>
              </a:xfrm>
              <a:custGeom>
                <a:avLst/>
                <a:gdLst/>
                <a:ahLst/>
                <a:cxnLst/>
                <a:rect l="l" t="t" r="r" b="b"/>
                <a:pathLst>
                  <a:path w="1397" h="6226" extrusionOk="0">
                    <a:moveTo>
                      <a:pt x="1338" y="1"/>
                    </a:moveTo>
                    <a:lnTo>
                      <a:pt x="1280" y="59"/>
                    </a:lnTo>
                    <a:lnTo>
                      <a:pt x="1164" y="117"/>
                    </a:lnTo>
                    <a:lnTo>
                      <a:pt x="931" y="350"/>
                    </a:lnTo>
                    <a:lnTo>
                      <a:pt x="698" y="699"/>
                    </a:lnTo>
                    <a:lnTo>
                      <a:pt x="466" y="1164"/>
                    </a:lnTo>
                    <a:lnTo>
                      <a:pt x="233" y="1688"/>
                    </a:lnTo>
                    <a:lnTo>
                      <a:pt x="58" y="2328"/>
                    </a:lnTo>
                    <a:lnTo>
                      <a:pt x="0" y="3026"/>
                    </a:lnTo>
                    <a:lnTo>
                      <a:pt x="58" y="3724"/>
                    </a:lnTo>
                    <a:lnTo>
                      <a:pt x="117" y="4364"/>
                    </a:lnTo>
                    <a:lnTo>
                      <a:pt x="291" y="4946"/>
                    </a:lnTo>
                    <a:lnTo>
                      <a:pt x="524" y="5411"/>
                    </a:lnTo>
                    <a:lnTo>
                      <a:pt x="698" y="5760"/>
                    </a:lnTo>
                    <a:lnTo>
                      <a:pt x="873" y="6051"/>
                    </a:lnTo>
                    <a:lnTo>
                      <a:pt x="1106" y="6226"/>
                    </a:lnTo>
                    <a:lnTo>
                      <a:pt x="1106" y="6109"/>
                    </a:lnTo>
                    <a:lnTo>
                      <a:pt x="989" y="5935"/>
                    </a:lnTo>
                    <a:lnTo>
                      <a:pt x="757" y="5295"/>
                    </a:lnTo>
                    <a:lnTo>
                      <a:pt x="582" y="4830"/>
                    </a:lnTo>
                    <a:lnTo>
                      <a:pt x="466" y="4306"/>
                    </a:lnTo>
                    <a:lnTo>
                      <a:pt x="349" y="3666"/>
                    </a:lnTo>
                    <a:lnTo>
                      <a:pt x="349" y="3026"/>
                    </a:lnTo>
                    <a:lnTo>
                      <a:pt x="408" y="2386"/>
                    </a:lnTo>
                    <a:lnTo>
                      <a:pt x="524" y="1804"/>
                    </a:lnTo>
                    <a:lnTo>
                      <a:pt x="698" y="1281"/>
                    </a:lnTo>
                    <a:lnTo>
                      <a:pt x="931" y="815"/>
                    </a:lnTo>
                    <a:lnTo>
                      <a:pt x="1280" y="234"/>
                    </a:lnTo>
                    <a:lnTo>
                      <a:pt x="1338" y="117"/>
                    </a:lnTo>
                    <a:lnTo>
                      <a:pt x="1397" y="59"/>
                    </a:lnTo>
                    <a:lnTo>
                      <a:pt x="1397" y="1"/>
                    </a:lnTo>
                    <a:close/>
                  </a:path>
                </a:pathLst>
              </a:custGeom>
              <a:solidFill>
                <a:srgbClr val="EC63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1063;p38"/>
              <p:cNvSpPr/>
              <p:nvPr/>
            </p:nvSpPr>
            <p:spPr>
              <a:xfrm>
                <a:off x="3870350" y="1551425"/>
                <a:ext cx="34925" cy="155650"/>
              </a:xfrm>
              <a:custGeom>
                <a:avLst/>
                <a:gdLst/>
                <a:ahLst/>
                <a:cxnLst/>
                <a:rect l="l" t="t" r="r" b="b"/>
                <a:pathLst>
                  <a:path w="1397" h="6226" fill="none" extrusionOk="0">
                    <a:moveTo>
                      <a:pt x="1397" y="1"/>
                    </a:moveTo>
                    <a:lnTo>
                      <a:pt x="1397" y="1"/>
                    </a:lnTo>
                    <a:lnTo>
                      <a:pt x="1338" y="1"/>
                    </a:lnTo>
                    <a:lnTo>
                      <a:pt x="1338" y="1"/>
                    </a:lnTo>
                    <a:lnTo>
                      <a:pt x="1280" y="59"/>
                    </a:lnTo>
                    <a:lnTo>
                      <a:pt x="1280" y="59"/>
                    </a:lnTo>
                    <a:lnTo>
                      <a:pt x="1164" y="117"/>
                    </a:lnTo>
                    <a:lnTo>
                      <a:pt x="1164" y="117"/>
                    </a:lnTo>
                    <a:lnTo>
                      <a:pt x="931" y="350"/>
                    </a:lnTo>
                    <a:lnTo>
                      <a:pt x="698" y="699"/>
                    </a:lnTo>
                    <a:lnTo>
                      <a:pt x="698" y="699"/>
                    </a:lnTo>
                    <a:lnTo>
                      <a:pt x="466" y="1164"/>
                    </a:lnTo>
                    <a:lnTo>
                      <a:pt x="233" y="1688"/>
                    </a:lnTo>
                    <a:lnTo>
                      <a:pt x="233" y="1688"/>
                    </a:lnTo>
                    <a:lnTo>
                      <a:pt x="58" y="2328"/>
                    </a:lnTo>
                    <a:lnTo>
                      <a:pt x="58" y="2328"/>
                    </a:lnTo>
                    <a:lnTo>
                      <a:pt x="0" y="3026"/>
                    </a:lnTo>
                    <a:lnTo>
                      <a:pt x="0" y="3026"/>
                    </a:lnTo>
                    <a:lnTo>
                      <a:pt x="58" y="3724"/>
                    </a:lnTo>
                    <a:lnTo>
                      <a:pt x="58" y="3724"/>
                    </a:lnTo>
                    <a:lnTo>
                      <a:pt x="117" y="4364"/>
                    </a:lnTo>
                    <a:lnTo>
                      <a:pt x="117" y="4364"/>
                    </a:lnTo>
                    <a:lnTo>
                      <a:pt x="291" y="4946"/>
                    </a:lnTo>
                    <a:lnTo>
                      <a:pt x="291" y="4946"/>
                    </a:lnTo>
                    <a:lnTo>
                      <a:pt x="524" y="5411"/>
                    </a:lnTo>
                    <a:lnTo>
                      <a:pt x="524" y="5411"/>
                    </a:lnTo>
                    <a:lnTo>
                      <a:pt x="698" y="5760"/>
                    </a:lnTo>
                    <a:lnTo>
                      <a:pt x="873" y="6051"/>
                    </a:lnTo>
                    <a:lnTo>
                      <a:pt x="873" y="6051"/>
                    </a:lnTo>
                    <a:lnTo>
                      <a:pt x="1106" y="6226"/>
                    </a:lnTo>
                    <a:lnTo>
                      <a:pt x="1106" y="6226"/>
                    </a:lnTo>
                    <a:lnTo>
                      <a:pt x="1106" y="6226"/>
                    </a:lnTo>
                    <a:lnTo>
                      <a:pt x="1106" y="6226"/>
                    </a:lnTo>
                    <a:lnTo>
                      <a:pt x="1106" y="6109"/>
                    </a:lnTo>
                    <a:lnTo>
                      <a:pt x="989" y="5935"/>
                    </a:lnTo>
                    <a:lnTo>
                      <a:pt x="757" y="5295"/>
                    </a:lnTo>
                    <a:lnTo>
                      <a:pt x="757" y="5295"/>
                    </a:lnTo>
                    <a:lnTo>
                      <a:pt x="582" y="4830"/>
                    </a:lnTo>
                    <a:lnTo>
                      <a:pt x="582" y="4830"/>
                    </a:lnTo>
                    <a:lnTo>
                      <a:pt x="466" y="4306"/>
                    </a:lnTo>
                    <a:lnTo>
                      <a:pt x="466" y="4306"/>
                    </a:lnTo>
                    <a:lnTo>
                      <a:pt x="349" y="3666"/>
                    </a:lnTo>
                    <a:lnTo>
                      <a:pt x="349" y="3666"/>
                    </a:lnTo>
                    <a:lnTo>
                      <a:pt x="349" y="3026"/>
                    </a:lnTo>
                    <a:lnTo>
                      <a:pt x="349" y="3026"/>
                    </a:lnTo>
                    <a:lnTo>
                      <a:pt x="408" y="2386"/>
                    </a:lnTo>
                    <a:lnTo>
                      <a:pt x="408" y="2386"/>
                    </a:lnTo>
                    <a:lnTo>
                      <a:pt x="524" y="1804"/>
                    </a:lnTo>
                    <a:lnTo>
                      <a:pt x="524" y="1804"/>
                    </a:lnTo>
                    <a:lnTo>
                      <a:pt x="698" y="1281"/>
                    </a:lnTo>
                    <a:lnTo>
                      <a:pt x="931" y="815"/>
                    </a:lnTo>
                    <a:lnTo>
                      <a:pt x="931" y="815"/>
                    </a:lnTo>
                    <a:lnTo>
                      <a:pt x="1280" y="234"/>
                    </a:lnTo>
                    <a:lnTo>
                      <a:pt x="1280" y="234"/>
                    </a:lnTo>
                    <a:lnTo>
                      <a:pt x="1338" y="117"/>
                    </a:lnTo>
                    <a:lnTo>
                      <a:pt x="1338" y="117"/>
                    </a:lnTo>
                    <a:lnTo>
                      <a:pt x="1397" y="59"/>
                    </a:lnTo>
                    <a:lnTo>
                      <a:pt x="1397" y="59"/>
                    </a:lnTo>
                    <a:lnTo>
                      <a:pt x="1397" y="1"/>
                    </a:lnTo>
                    <a:lnTo>
                      <a:pt x="1397" y="1"/>
                    </a:lnTo>
                    <a:lnTo>
                      <a:pt x="1397" y="1"/>
                    </a:lnTo>
                  </a:path>
                </a:pathLst>
              </a:custGeom>
              <a:solidFill>
                <a:srgbClr val="FFFFFF">
                  <a:alpha val="10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1064;p38"/>
              <p:cNvSpPr/>
              <p:nvPr/>
            </p:nvSpPr>
            <p:spPr>
              <a:xfrm>
                <a:off x="3903800" y="1536900"/>
                <a:ext cx="40750" cy="183275"/>
              </a:xfrm>
              <a:custGeom>
                <a:avLst/>
                <a:gdLst/>
                <a:ahLst/>
                <a:cxnLst/>
                <a:rect l="l" t="t" r="r" b="b"/>
                <a:pathLst>
                  <a:path w="1630" h="7331" extrusionOk="0">
                    <a:moveTo>
                      <a:pt x="1629" y="0"/>
                    </a:moveTo>
                    <a:lnTo>
                      <a:pt x="1513" y="58"/>
                    </a:lnTo>
                    <a:lnTo>
                      <a:pt x="1455" y="117"/>
                    </a:lnTo>
                    <a:lnTo>
                      <a:pt x="1397" y="175"/>
                    </a:lnTo>
                    <a:lnTo>
                      <a:pt x="1338" y="175"/>
                    </a:lnTo>
                    <a:lnTo>
                      <a:pt x="1222" y="291"/>
                    </a:lnTo>
                    <a:lnTo>
                      <a:pt x="1106" y="466"/>
                    </a:lnTo>
                    <a:lnTo>
                      <a:pt x="815" y="873"/>
                    </a:lnTo>
                    <a:lnTo>
                      <a:pt x="524" y="1396"/>
                    </a:lnTo>
                    <a:lnTo>
                      <a:pt x="233" y="2036"/>
                    </a:lnTo>
                    <a:lnTo>
                      <a:pt x="59" y="2793"/>
                    </a:lnTo>
                    <a:lnTo>
                      <a:pt x="0" y="3607"/>
                    </a:lnTo>
                    <a:lnTo>
                      <a:pt x="0" y="4422"/>
                    </a:lnTo>
                    <a:lnTo>
                      <a:pt x="117" y="5178"/>
                    </a:lnTo>
                    <a:lnTo>
                      <a:pt x="349" y="5818"/>
                    </a:lnTo>
                    <a:lnTo>
                      <a:pt x="582" y="6400"/>
                    </a:lnTo>
                    <a:lnTo>
                      <a:pt x="815" y="6807"/>
                    </a:lnTo>
                    <a:lnTo>
                      <a:pt x="989" y="7098"/>
                    </a:lnTo>
                    <a:lnTo>
                      <a:pt x="1222" y="7330"/>
                    </a:lnTo>
                    <a:lnTo>
                      <a:pt x="1222" y="7272"/>
                    </a:lnTo>
                    <a:lnTo>
                      <a:pt x="1106" y="7039"/>
                    </a:lnTo>
                    <a:lnTo>
                      <a:pt x="815" y="6283"/>
                    </a:lnTo>
                    <a:lnTo>
                      <a:pt x="640" y="5760"/>
                    </a:lnTo>
                    <a:lnTo>
                      <a:pt x="466" y="5120"/>
                    </a:lnTo>
                    <a:lnTo>
                      <a:pt x="349" y="4363"/>
                    </a:lnTo>
                    <a:lnTo>
                      <a:pt x="349" y="3607"/>
                    </a:lnTo>
                    <a:lnTo>
                      <a:pt x="408" y="2851"/>
                    </a:lnTo>
                    <a:lnTo>
                      <a:pt x="582" y="2153"/>
                    </a:lnTo>
                    <a:lnTo>
                      <a:pt x="757" y="1513"/>
                    </a:lnTo>
                    <a:lnTo>
                      <a:pt x="989" y="989"/>
                    </a:lnTo>
                    <a:lnTo>
                      <a:pt x="1222" y="582"/>
                    </a:lnTo>
                    <a:lnTo>
                      <a:pt x="1338" y="407"/>
                    </a:lnTo>
                    <a:lnTo>
                      <a:pt x="1455" y="291"/>
                    </a:lnTo>
                    <a:lnTo>
                      <a:pt x="1513" y="233"/>
                    </a:lnTo>
                    <a:lnTo>
                      <a:pt x="1513" y="175"/>
                    </a:lnTo>
                    <a:lnTo>
                      <a:pt x="1571" y="117"/>
                    </a:lnTo>
                    <a:lnTo>
                      <a:pt x="1629" y="0"/>
                    </a:lnTo>
                    <a:close/>
                  </a:path>
                </a:pathLst>
              </a:custGeom>
              <a:solidFill>
                <a:srgbClr val="B8EF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 name="Google Shape;1065;p38"/>
              <p:cNvSpPr/>
              <p:nvPr/>
            </p:nvSpPr>
            <p:spPr>
              <a:xfrm>
                <a:off x="3903800" y="1536900"/>
                <a:ext cx="40750" cy="183275"/>
              </a:xfrm>
              <a:custGeom>
                <a:avLst/>
                <a:gdLst/>
                <a:ahLst/>
                <a:cxnLst/>
                <a:rect l="l" t="t" r="r" b="b"/>
                <a:pathLst>
                  <a:path w="1630" h="7331" fill="none" extrusionOk="0">
                    <a:moveTo>
                      <a:pt x="1629" y="0"/>
                    </a:moveTo>
                    <a:lnTo>
                      <a:pt x="1629" y="0"/>
                    </a:lnTo>
                    <a:lnTo>
                      <a:pt x="1513" y="58"/>
                    </a:lnTo>
                    <a:lnTo>
                      <a:pt x="1513" y="58"/>
                    </a:lnTo>
                    <a:lnTo>
                      <a:pt x="1455" y="117"/>
                    </a:lnTo>
                    <a:lnTo>
                      <a:pt x="1397" y="175"/>
                    </a:lnTo>
                    <a:lnTo>
                      <a:pt x="1338" y="175"/>
                    </a:lnTo>
                    <a:lnTo>
                      <a:pt x="1338" y="175"/>
                    </a:lnTo>
                    <a:lnTo>
                      <a:pt x="1222" y="291"/>
                    </a:lnTo>
                    <a:lnTo>
                      <a:pt x="1222" y="291"/>
                    </a:lnTo>
                    <a:lnTo>
                      <a:pt x="1106" y="466"/>
                    </a:lnTo>
                    <a:lnTo>
                      <a:pt x="1106" y="466"/>
                    </a:lnTo>
                    <a:lnTo>
                      <a:pt x="815" y="873"/>
                    </a:lnTo>
                    <a:lnTo>
                      <a:pt x="815" y="873"/>
                    </a:lnTo>
                    <a:lnTo>
                      <a:pt x="524" y="1396"/>
                    </a:lnTo>
                    <a:lnTo>
                      <a:pt x="233" y="2036"/>
                    </a:lnTo>
                    <a:lnTo>
                      <a:pt x="233" y="2036"/>
                    </a:lnTo>
                    <a:lnTo>
                      <a:pt x="59" y="2793"/>
                    </a:lnTo>
                    <a:lnTo>
                      <a:pt x="59" y="2793"/>
                    </a:lnTo>
                    <a:lnTo>
                      <a:pt x="0" y="3607"/>
                    </a:lnTo>
                    <a:lnTo>
                      <a:pt x="0" y="3607"/>
                    </a:lnTo>
                    <a:lnTo>
                      <a:pt x="0" y="4422"/>
                    </a:lnTo>
                    <a:lnTo>
                      <a:pt x="0" y="4422"/>
                    </a:lnTo>
                    <a:lnTo>
                      <a:pt x="117" y="5178"/>
                    </a:lnTo>
                    <a:lnTo>
                      <a:pt x="117" y="5178"/>
                    </a:lnTo>
                    <a:lnTo>
                      <a:pt x="349" y="5818"/>
                    </a:lnTo>
                    <a:lnTo>
                      <a:pt x="349" y="5818"/>
                    </a:lnTo>
                    <a:lnTo>
                      <a:pt x="582" y="6400"/>
                    </a:lnTo>
                    <a:lnTo>
                      <a:pt x="582" y="6400"/>
                    </a:lnTo>
                    <a:lnTo>
                      <a:pt x="815" y="6807"/>
                    </a:lnTo>
                    <a:lnTo>
                      <a:pt x="989" y="7098"/>
                    </a:lnTo>
                    <a:lnTo>
                      <a:pt x="989" y="7098"/>
                    </a:lnTo>
                    <a:lnTo>
                      <a:pt x="1222" y="7330"/>
                    </a:lnTo>
                    <a:lnTo>
                      <a:pt x="1222" y="7330"/>
                    </a:lnTo>
                    <a:lnTo>
                      <a:pt x="1222" y="7330"/>
                    </a:lnTo>
                    <a:lnTo>
                      <a:pt x="1222" y="7330"/>
                    </a:lnTo>
                    <a:lnTo>
                      <a:pt x="1222" y="7272"/>
                    </a:lnTo>
                    <a:lnTo>
                      <a:pt x="1106" y="7039"/>
                    </a:lnTo>
                    <a:lnTo>
                      <a:pt x="1106" y="7039"/>
                    </a:lnTo>
                    <a:lnTo>
                      <a:pt x="815" y="6283"/>
                    </a:lnTo>
                    <a:lnTo>
                      <a:pt x="815" y="6283"/>
                    </a:lnTo>
                    <a:lnTo>
                      <a:pt x="640" y="5760"/>
                    </a:lnTo>
                    <a:lnTo>
                      <a:pt x="640" y="5760"/>
                    </a:lnTo>
                    <a:lnTo>
                      <a:pt x="466" y="5120"/>
                    </a:lnTo>
                    <a:lnTo>
                      <a:pt x="466" y="5120"/>
                    </a:lnTo>
                    <a:lnTo>
                      <a:pt x="349" y="4363"/>
                    </a:lnTo>
                    <a:lnTo>
                      <a:pt x="349" y="4363"/>
                    </a:lnTo>
                    <a:lnTo>
                      <a:pt x="349" y="3607"/>
                    </a:lnTo>
                    <a:lnTo>
                      <a:pt x="349" y="3607"/>
                    </a:lnTo>
                    <a:lnTo>
                      <a:pt x="408" y="2851"/>
                    </a:lnTo>
                    <a:lnTo>
                      <a:pt x="408" y="2851"/>
                    </a:lnTo>
                    <a:lnTo>
                      <a:pt x="582" y="2153"/>
                    </a:lnTo>
                    <a:lnTo>
                      <a:pt x="582" y="2153"/>
                    </a:lnTo>
                    <a:lnTo>
                      <a:pt x="757" y="1513"/>
                    </a:lnTo>
                    <a:lnTo>
                      <a:pt x="989" y="989"/>
                    </a:lnTo>
                    <a:lnTo>
                      <a:pt x="989" y="989"/>
                    </a:lnTo>
                    <a:lnTo>
                      <a:pt x="1222" y="582"/>
                    </a:lnTo>
                    <a:lnTo>
                      <a:pt x="1222" y="582"/>
                    </a:lnTo>
                    <a:lnTo>
                      <a:pt x="1338" y="407"/>
                    </a:lnTo>
                    <a:lnTo>
                      <a:pt x="1338" y="407"/>
                    </a:lnTo>
                    <a:lnTo>
                      <a:pt x="1455" y="291"/>
                    </a:lnTo>
                    <a:lnTo>
                      <a:pt x="1513" y="233"/>
                    </a:lnTo>
                    <a:lnTo>
                      <a:pt x="1513" y="175"/>
                    </a:lnTo>
                    <a:lnTo>
                      <a:pt x="1513" y="175"/>
                    </a:lnTo>
                    <a:lnTo>
                      <a:pt x="1571" y="117"/>
                    </a:lnTo>
                    <a:lnTo>
                      <a:pt x="1571" y="117"/>
                    </a:lnTo>
                    <a:lnTo>
                      <a:pt x="1629" y="0"/>
                    </a:lnTo>
                    <a:lnTo>
                      <a:pt x="1629" y="0"/>
                    </a:lnTo>
                    <a:lnTo>
                      <a:pt x="1629" y="0"/>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1066;p38"/>
              <p:cNvSpPr/>
              <p:nvPr/>
            </p:nvSpPr>
            <p:spPr>
              <a:xfrm>
                <a:off x="3935800" y="1529625"/>
                <a:ext cx="43650" cy="205100"/>
              </a:xfrm>
              <a:custGeom>
                <a:avLst/>
                <a:gdLst/>
                <a:ahLst/>
                <a:cxnLst/>
                <a:rect l="l" t="t" r="r" b="b"/>
                <a:pathLst>
                  <a:path w="1746" h="8204" extrusionOk="0">
                    <a:moveTo>
                      <a:pt x="1687" y="0"/>
                    </a:moveTo>
                    <a:lnTo>
                      <a:pt x="1629" y="58"/>
                    </a:lnTo>
                    <a:lnTo>
                      <a:pt x="1513" y="117"/>
                    </a:lnTo>
                    <a:lnTo>
                      <a:pt x="1513" y="175"/>
                    </a:lnTo>
                    <a:lnTo>
                      <a:pt x="1455" y="233"/>
                    </a:lnTo>
                    <a:lnTo>
                      <a:pt x="1280" y="349"/>
                    </a:lnTo>
                    <a:lnTo>
                      <a:pt x="1164" y="524"/>
                    </a:lnTo>
                    <a:lnTo>
                      <a:pt x="989" y="698"/>
                    </a:lnTo>
                    <a:lnTo>
                      <a:pt x="931" y="815"/>
                    </a:lnTo>
                    <a:lnTo>
                      <a:pt x="815" y="989"/>
                    </a:lnTo>
                    <a:lnTo>
                      <a:pt x="524" y="1571"/>
                    </a:lnTo>
                    <a:lnTo>
                      <a:pt x="233" y="2269"/>
                    </a:lnTo>
                    <a:lnTo>
                      <a:pt x="117" y="3084"/>
                    </a:lnTo>
                    <a:lnTo>
                      <a:pt x="0" y="4014"/>
                    </a:lnTo>
                    <a:lnTo>
                      <a:pt x="0" y="4247"/>
                    </a:lnTo>
                    <a:lnTo>
                      <a:pt x="0" y="4480"/>
                    </a:lnTo>
                    <a:lnTo>
                      <a:pt x="58" y="4887"/>
                    </a:lnTo>
                    <a:lnTo>
                      <a:pt x="117" y="5352"/>
                    </a:lnTo>
                    <a:lnTo>
                      <a:pt x="175" y="5760"/>
                    </a:lnTo>
                    <a:lnTo>
                      <a:pt x="407" y="6458"/>
                    </a:lnTo>
                    <a:lnTo>
                      <a:pt x="640" y="7098"/>
                    </a:lnTo>
                    <a:lnTo>
                      <a:pt x="873" y="7563"/>
                    </a:lnTo>
                    <a:lnTo>
                      <a:pt x="1106" y="7912"/>
                    </a:lnTo>
                    <a:lnTo>
                      <a:pt x="1338" y="8203"/>
                    </a:lnTo>
                    <a:lnTo>
                      <a:pt x="1338" y="8087"/>
                    </a:lnTo>
                    <a:lnTo>
                      <a:pt x="1222" y="7854"/>
                    </a:lnTo>
                    <a:lnTo>
                      <a:pt x="873" y="6981"/>
                    </a:lnTo>
                    <a:lnTo>
                      <a:pt x="698" y="6400"/>
                    </a:lnTo>
                    <a:lnTo>
                      <a:pt x="524" y="5702"/>
                    </a:lnTo>
                    <a:lnTo>
                      <a:pt x="466" y="5294"/>
                    </a:lnTo>
                    <a:lnTo>
                      <a:pt x="407" y="4887"/>
                    </a:lnTo>
                    <a:lnTo>
                      <a:pt x="349" y="4480"/>
                    </a:lnTo>
                    <a:lnTo>
                      <a:pt x="349" y="4247"/>
                    </a:lnTo>
                    <a:lnTo>
                      <a:pt x="349" y="4014"/>
                    </a:lnTo>
                    <a:lnTo>
                      <a:pt x="407" y="3142"/>
                    </a:lnTo>
                    <a:lnTo>
                      <a:pt x="582" y="2386"/>
                    </a:lnTo>
                    <a:lnTo>
                      <a:pt x="815" y="1687"/>
                    </a:lnTo>
                    <a:lnTo>
                      <a:pt x="1047" y="1106"/>
                    </a:lnTo>
                    <a:lnTo>
                      <a:pt x="1106" y="989"/>
                    </a:lnTo>
                    <a:lnTo>
                      <a:pt x="1164" y="873"/>
                    </a:lnTo>
                    <a:lnTo>
                      <a:pt x="1280" y="640"/>
                    </a:lnTo>
                    <a:lnTo>
                      <a:pt x="1396" y="466"/>
                    </a:lnTo>
                    <a:lnTo>
                      <a:pt x="1513" y="291"/>
                    </a:lnTo>
                    <a:lnTo>
                      <a:pt x="1571" y="233"/>
                    </a:lnTo>
                    <a:lnTo>
                      <a:pt x="1629" y="175"/>
                    </a:lnTo>
                    <a:lnTo>
                      <a:pt x="1687" y="117"/>
                    </a:lnTo>
                    <a:lnTo>
                      <a:pt x="1745" y="0"/>
                    </a:lnTo>
                    <a:close/>
                  </a:path>
                </a:pathLst>
              </a:custGeom>
              <a:solidFill>
                <a:srgbClr val="EC63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67;p38"/>
              <p:cNvSpPr/>
              <p:nvPr/>
            </p:nvSpPr>
            <p:spPr>
              <a:xfrm>
                <a:off x="3935800" y="1529625"/>
                <a:ext cx="43650" cy="205100"/>
              </a:xfrm>
              <a:custGeom>
                <a:avLst/>
                <a:gdLst/>
                <a:ahLst/>
                <a:cxnLst/>
                <a:rect l="l" t="t" r="r" b="b"/>
                <a:pathLst>
                  <a:path w="1746" h="8204" fill="none" extrusionOk="0">
                    <a:moveTo>
                      <a:pt x="1687" y="0"/>
                    </a:moveTo>
                    <a:lnTo>
                      <a:pt x="1687" y="0"/>
                    </a:lnTo>
                    <a:lnTo>
                      <a:pt x="1629" y="58"/>
                    </a:lnTo>
                    <a:lnTo>
                      <a:pt x="1629" y="58"/>
                    </a:lnTo>
                    <a:lnTo>
                      <a:pt x="1513" y="117"/>
                    </a:lnTo>
                    <a:lnTo>
                      <a:pt x="1513" y="175"/>
                    </a:lnTo>
                    <a:lnTo>
                      <a:pt x="1455" y="233"/>
                    </a:lnTo>
                    <a:lnTo>
                      <a:pt x="1455" y="233"/>
                    </a:lnTo>
                    <a:lnTo>
                      <a:pt x="1280" y="349"/>
                    </a:lnTo>
                    <a:lnTo>
                      <a:pt x="1280" y="349"/>
                    </a:lnTo>
                    <a:lnTo>
                      <a:pt x="1164" y="524"/>
                    </a:lnTo>
                    <a:lnTo>
                      <a:pt x="1164" y="524"/>
                    </a:lnTo>
                    <a:lnTo>
                      <a:pt x="989" y="698"/>
                    </a:lnTo>
                    <a:lnTo>
                      <a:pt x="989" y="698"/>
                    </a:lnTo>
                    <a:lnTo>
                      <a:pt x="931" y="815"/>
                    </a:lnTo>
                    <a:lnTo>
                      <a:pt x="931" y="815"/>
                    </a:lnTo>
                    <a:lnTo>
                      <a:pt x="815" y="989"/>
                    </a:lnTo>
                    <a:lnTo>
                      <a:pt x="815" y="989"/>
                    </a:lnTo>
                    <a:lnTo>
                      <a:pt x="524" y="1571"/>
                    </a:lnTo>
                    <a:lnTo>
                      <a:pt x="233" y="2269"/>
                    </a:lnTo>
                    <a:lnTo>
                      <a:pt x="233" y="2269"/>
                    </a:lnTo>
                    <a:lnTo>
                      <a:pt x="117" y="3084"/>
                    </a:lnTo>
                    <a:lnTo>
                      <a:pt x="117" y="3084"/>
                    </a:lnTo>
                    <a:lnTo>
                      <a:pt x="0" y="4014"/>
                    </a:lnTo>
                    <a:lnTo>
                      <a:pt x="0" y="4014"/>
                    </a:lnTo>
                    <a:lnTo>
                      <a:pt x="0" y="4247"/>
                    </a:lnTo>
                    <a:lnTo>
                      <a:pt x="0" y="4247"/>
                    </a:lnTo>
                    <a:lnTo>
                      <a:pt x="0" y="4480"/>
                    </a:lnTo>
                    <a:lnTo>
                      <a:pt x="0" y="4480"/>
                    </a:lnTo>
                    <a:lnTo>
                      <a:pt x="58" y="4887"/>
                    </a:lnTo>
                    <a:lnTo>
                      <a:pt x="58" y="4887"/>
                    </a:lnTo>
                    <a:lnTo>
                      <a:pt x="117" y="5352"/>
                    </a:lnTo>
                    <a:lnTo>
                      <a:pt x="117" y="5352"/>
                    </a:lnTo>
                    <a:lnTo>
                      <a:pt x="175" y="5760"/>
                    </a:lnTo>
                    <a:lnTo>
                      <a:pt x="175" y="5760"/>
                    </a:lnTo>
                    <a:lnTo>
                      <a:pt x="407" y="6458"/>
                    </a:lnTo>
                    <a:lnTo>
                      <a:pt x="407" y="6458"/>
                    </a:lnTo>
                    <a:lnTo>
                      <a:pt x="640" y="7098"/>
                    </a:lnTo>
                    <a:lnTo>
                      <a:pt x="640" y="7098"/>
                    </a:lnTo>
                    <a:lnTo>
                      <a:pt x="873" y="7563"/>
                    </a:lnTo>
                    <a:lnTo>
                      <a:pt x="1106" y="7912"/>
                    </a:lnTo>
                    <a:lnTo>
                      <a:pt x="1106" y="7912"/>
                    </a:lnTo>
                    <a:lnTo>
                      <a:pt x="1338" y="8203"/>
                    </a:lnTo>
                    <a:lnTo>
                      <a:pt x="1338" y="8203"/>
                    </a:lnTo>
                    <a:lnTo>
                      <a:pt x="1338" y="8203"/>
                    </a:lnTo>
                    <a:lnTo>
                      <a:pt x="1338" y="8203"/>
                    </a:lnTo>
                    <a:lnTo>
                      <a:pt x="1338" y="8087"/>
                    </a:lnTo>
                    <a:lnTo>
                      <a:pt x="1222" y="7854"/>
                    </a:lnTo>
                    <a:lnTo>
                      <a:pt x="1222" y="7854"/>
                    </a:lnTo>
                    <a:lnTo>
                      <a:pt x="873" y="6981"/>
                    </a:lnTo>
                    <a:lnTo>
                      <a:pt x="873" y="6981"/>
                    </a:lnTo>
                    <a:lnTo>
                      <a:pt x="698" y="6400"/>
                    </a:lnTo>
                    <a:lnTo>
                      <a:pt x="698" y="6400"/>
                    </a:lnTo>
                    <a:lnTo>
                      <a:pt x="524" y="5702"/>
                    </a:lnTo>
                    <a:lnTo>
                      <a:pt x="524" y="5702"/>
                    </a:lnTo>
                    <a:lnTo>
                      <a:pt x="466" y="5294"/>
                    </a:lnTo>
                    <a:lnTo>
                      <a:pt x="466" y="5294"/>
                    </a:lnTo>
                    <a:lnTo>
                      <a:pt x="407" y="4887"/>
                    </a:lnTo>
                    <a:lnTo>
                      <a:pt x="407" y="4887"/>
                    </a:lnTo>
                    <a:lnTo>
                      <a:pt x="349" y="4480"/>
                    </a:lnTo>
                    <a:lnTo>
                      <a:pt x="349" y="4480"/>
                    </a:lnTo>
                    <a:lnTo>
                      <a:pt x="349" y="4247"/>
                    </a:lnTo>
                    <a:lnTo>
                      <a:pt x="349" y="4247"/>
                    </a:lnTo>
                    <a:lnTo>
                      <a:pt x="349" y="4014"/>
                    </a:lnTo>
                    <a:lnTo>
                      <a:pt x="349" y="4014"/>
                    </a:lnTo>
                    <a:lnTo>
                      <a:pt x="407" y="3142"/>
                    </a:lnTo>
                    <a:lnTo>
                      <a:pt x="407" y="3142"/>
                    </a:lnTo>
                    <a:lnTo>
                      <a:pt x="582" y="2386"/>
                    </a:lnTo>
                    <a:lnTo>
                      <a:pt x="582" y="2386"/>
                    </a:lnTo>
                    <a:lnTo>
                      <a:pt x="815" y="1687"/>
                    </a:lnTo>
                    <a:lnTo>
                      <a:pt x="1047" y="1106"/>
                    </a:lnTo>
                    <a:lnTo>
                      <a:pt x="1047" y="1106"/>
                    </a:lnTo>
                    <a:lnTo>
                      <a:pt x="1106" y="989"/>
                    </a:lnTo>
                    <a:lnTo>
                      <a:pt x="1106" y="989"/>
                    </a:lnTo>
                    <a:lnTo>
                      <a:pt x="1164" y="873"/>
                    </a:lnTo>
                    <a:lnTo>
                      <a:pt x="1164" y="873"/>
                    </a:lnTo>
                    <a:lnTo>
                      <a:pt x="1280" y="640"/>
                    </a:lnTo>
                    <a:lnTo>
                      <a:pt x="1280" y="640"/>
                    </a:lnTo>
                    <a:lnTo>
                      <a:pt x="1396" y="466"/>
                    </a:lnTo>
                    <a:lnTo>
                      <a:pt x="1396" y="466"/>
                    </a:lnTo>
                    <a:lnTo>
                      <a:pt x="1513" y="291"/>
                    </a:lnTo>
                    <a:lnTo>
                      <a:pt x="1513" y="291"/>
                    </a:lnTo>
                    <a:lnTo>
                      <a:pt x="1571" y="233"/>
                    </a:lnTo>
                    <a:lnTo>
                      <a:pt x="1629" y="175"/>
                    </a:lnTo>
                    <a:lnTo>
                      <a:pt x="1629" y="175"/>
                    </a:lnTo>
                    <a:lnTo>
                      <a:pt x="1687" y="117"/>
                    </a:lnTo>
                    <a:lnTo>
                      <a:pt x="1687" y="117"/>
                    </a:lnTo>
                    <a:lnTo>
                      <a:pt x="1745" y="0"/>
                    </a:lnTo>
                    <a:lnTo>
                      <a:pt x="1745" y="0"/>
                    </a:lnTo>
                    <a:lnTo>
                      <a:pt x="1687" y="0"/>
                    </a:lnTo>
                  </a:path>
                </a:pathLst>
              </a:custGeom>
              <a:solidFill>
                <a:srgbClr val="FFFFFF">
                  <a:alpha val="10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1068;p38"/>
              <p:cNvSpPr/>
              <p:nvPr/>
            </p:nvSpPr>
            <p:spPr>
              <a:xfrm>
                <a:off x="3979425" y="1533975"/>
                <a:ext cx="10200" cy="187650"/>
              </a:xfrm>
              <a:custGeom>
                <a:avLst/>
                <a:gdLst/>
                <a:ahLst/>
                <a:cxnLst/>
                <a:rect l="l" t="t" r="r" b="b"/>
                <a:pathLst>
                  <a:path w="408" h="7506" extrusionOk="0">
                    <a:moveTo>
                      <a:pt x="233" y="1"/>
                    </a:moveTo>
                    <a:lnTo>
                      <a:pt x="175" y="59"/>
                    </a:lnTo>
                    <a:lnTo>
                      <a:pt x="117" y="292"/>
                    </a:lnTo>
                    <a:lnTo>
                      <a:pt x="59" y="1106"/>
                    </a:lnTo>
                    <a:lnTo>
                      <a:pt x="0" y="3782"/>
                    </a:lnTo>
                    <a:lnTo>
                      <a:pt x="59" y="6400"/>
                    </a:lnTo>
                    <a:lnTo>
                      <a:pt x="117" y="7215"/>
                    </a:lnTo>
                    <a:lnTo>
                      <a:pt x="175" y="7447"/>
                    </a:lnTo>
                    <a:lnTo>
                      <a:pt x="233" y="7506"/>
                    </a:lnTo>
                    <a:lnTo>
                      <a:pt x="233" y="7447"/>
                    </a:lnTo>
                    <a:lnTo>
                      <a:pt x="291" y="7215"/>
                    </a:lnTo>
                    <a:lnTo>
                      <a:pt x="350" y="6400"/>
                    </a:lnTo>
                    <a:lnTo>
                      <a:pt x="408" y="3782"/>
                    </a:lnTo>
                    <a:lnTo>
                      <a:pt x="350" y="1106"/>
                    </a:lnTo>
                    <a:lnTo>
                      <a:pt x="291" y="292"/>
                    </a:lnTo>
                    <a:lnTo>
                      <a:pt x="233" y="59"/>
                    </a:lnTo>
                    <a:lnTo>
                      <a:pt x="233" y="1"/>
                    </a:lnTo>
                    <a:close/>
                  </a:path>
                </a:pathLst>
              </a:custGeom>
              <a:solidFill>
                <a:srgbClr val="B8EF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38"/>
              <p:cNvSpPr/>
              <p:nvPr/>
            </p:nvSpPr>
            <p:spPr>
              <a:xfrm>
                <a:off x="3979425" y="1533975"/>
                <a:ext cx="10200" cy="187650"/>
              </a:xfrm>
              <a:custGeom>
                <a:avLst/>
                <a:gdLst/>
                <a:ahLst/>
                <a:cxnLst/>
                <a:rect l="l" t="t" r="r" b="b"/>
                <a:pathLst>
                  <a:path w="408" h="7506" fill="none" extrusionOk="0">
                    <a:moveTo>
                      <a:pt x="233" y="1"/>
                    </a:moveTo>
                    <a:lnTo>
                      <a:pt x="233" y="1"/>
                    </a:lnTo>
                    <a:lnTo>
                      <a:pt x="175" y="59"/>
                    </a:lnTo>
                    <a:lnTo>
                      <a:pt x="117" y="292"/>
                    </a:lnTo>
                    <a:lnTo>
                      <a:pt x="59" y="1106"/>
                    </a:lnTo>
                    <a:lnTo>
                      <a:pt x="0" y="3782"/>
                    </a:lnTo>
                    <a:lnTo>
                      <a:pt x="0" y="3782"/>
                    </a:lnTo>
                    <a:lnTo>
                      <a:pt x="59" y="6400"/>
                    </a:lnTo>
                    <a:lnTo>
                      <a:pt x="117" y="7215"/>
                    </a:lnTo>
                    <a:lnTo>
                      <a:pt x="175" y="7447"/>
                    </a:lnTo>
                    <a:lnTo>
                      <a:pt x="233" y="7506"/>
                    </a:lnTo>
                    <a:lnTo>
                      <a:pt x="233" y="7506"/>
                    </a:lnTo>
                    <a:lnTo>
                      <a:pt x="233" y="7447"/>
                    </a:lnTo>
                    <a:lnTo>
                      <a:pt x="291" y="7215"/>
                    </a:lnTo>
                    <a:lnTo>
                      <a:pt x="350" y="6400"/>
                    </a:lnTo>
                    <a:lnTo>
                      <a:pt x="408" y="3782"/>
                    </a:lnTo>
                    <a:lnTo>
                      <a:pt x="408" y="3782"/>
                    </a:lnTo>
                    <a:lnTo>
                      <a:pt x="350" y="1106"/>
                    </a:lnTo>
                    <a:lnTo>
                      <a:pt x="291" y="292"/>
                    </a:lnTo>
                    <a:lnTo>
                      <a:pt x="233" y="59"/>
                    </a:lnTo>
                    <a:lnTo>
                      <a:pt x="233" y="1"/>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 name="Google Shape;1070;p38"/>
              <p:cNvSpPr/>
              <p:nvPr/>
            </p:nvSpPr>
            <p:spPr>
              <a:xfrm>
                <a:off x="4014325" y="1531075"/>
                <a:ext cx="29125" cy="180375"/>
              </a:xfrm>
              <a:custGeom>
                <a:avLst/>
                <a:gdLst/>
                <a:ahLst/>
                <a:cxnLst/>
                <a:rect l="l" t="t" r="r" b="b"/>
                <a:pathLst>
                  <a:path w="1165" h="7215" extrusionOk="0">
                    <a:moveTo>
                      <a:pt x="1" y="0"/>
                    </a:moveTo>
                    <a:lnTo>
                      <a:pt x="59" y="59"/>
                    </a:lnTo>
                    <a:lnTo>
                      <a:pt x="117" y="291"/>
                    </a:lnTo>
                    <a:lnTo>
                      <a:pt x="292" y="582"/>
                    </a:lnTo>
                    <a:lnTo>
                      <a:pt x="408" y="989"/>
                    </a:lnTo>
                    <a:lnTo>
                      <a:pt x="524" y="1513"/>
                    </a:lnTo>
                    <a:lnTo>
                      <a:pt x="641" y="2153"/>
                    </a:lnTo>
                    <a:lnTo>
                      <a:pt x="757" y="2851"/>
                    </a:lnTo>
                    <a:lnTo>
                      <a:pt x="815" y="3549"/>
                    </a:lnTo>
                    <a:lnTo>
                      <a:pt x="815" y="4306"/>
                    </a:lnTo>
                    <a:lnTo>
                      <a:pt x="815" y="5004"/>
                    </a:lnTo>
                    <a:lnTo>
                      <a:pt x="641" y="6167"/>
                    </a:lnTo>
                    <a:lnTo>
                      <a:pt x="524" y="6923"/>
                    </a:lnTo>
                    <a:lnTo>
                      <a:pt x="466" y="7156"/>
                    </a:lnTo>
                    <a:lnTo>
                      <a:pt x="466" y="7214"/>
                    </a:lnTo>
                    <a:lnTo>
                      <a:pt x="524" y="7156"/>
                    </a:lnTo>
                    <a:lnTo>
                      <a:pt x="641" y="6982"/>
                    </a:lnTo>
                    <a:lnTo>
                      <a:pt x="873" y="6225"/>
                    </a:lnTo>
                    <a:lnTo>
                      <a:pt x="1048" y="5644"/>
                    </a:lnTo>
                    <a:lnTo>
                      <a:pt x="1106" y="5004"/>
                    </a:lnTo>
                    <a:lnTo>
                      <a:pt x="1164" y="4306"/>
                    </a:lnTo>
                    <a:lnTo>
                      <a:pt x="1164" y="3549"/>
                    </a:lnTo>
                    <a:lnTo>
                      <a:pt x="1106" y="2793"/>
                    </a:lnTo>
                    <a:lnTo>
                      <a:pt x="990" y="2095"/>
                    </a:lnTo>
                    <a:lnTo>
                      <a:pt x="815" y="1455"/>
                    </a:lnTo>
                    <a:lnTo>
                      <a:pt x="641" y="931"/>
                    </a:lnTo>
                    <a:lnTo>
                      <a:pt x="466" y="524"/>
                    </a:lnTo>
                    <a:lnTo>
                      <a:pt x="350" y="350"/>
                    </a:lnTo>
                    <a:lnTo>
                      <a:pt x="233" y="233"/>
                    </a:lnTo>
                    <a:lnTo>
                      <a:pt x="175" y="117"/>
                    </a:lnTo>
                    <a:lnTo>
                      <a:pt x="117" y="59"/>
                    </a:lnTo>
                    <a:lnTo>
                      <a:pt x="59" y="0"/>
                    </a:lnTo>
                    <a:close/>
                  </a:path>
                </a:pathLst>
              </a:custGeom>
              <a:solidFill>
                <a:srgbClr val="EC63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 name="Google Shape;1071;p38"/>
              <p:cNvSpPr/>
              <p:nvPr/>
            </p:nvSpPr>
            <p:spPr>
              <a:xfrm>
                <a:off x="4014325" y="1531075"/>
                <a:ext cx="29125" cy="180375"/>
              </a:xfrm>
              <a:custGeom>
                <a:avLst/>
                <a:gdLst/>
                <a:ahLst/>
                <a:cxnLst/>
                <a:rect l="l" t="t" r="r" b="b"/>
                <a:pathLst>
                  <a:path w="1165" h="7215" fill="none" extrusionOk="0">
                    <a:moveTo>
                      <a:pt x="59" y="0"/>
                    </a:moveTo>
                    <a:lnTo>
                      <a:pt x="59" y="0"/>
                    </a:lnTo>
                    <a:lnTo>
                      <a:pt x="1" y="0"/>
                    </a:lnTo>
                    <a:lnTo>
                      <a:pt x="1" y="0"/>
                    </a:lnTo>
                    <a:lnTo>
                      <a:pt x="59" y="59"/>
                    </a:lnTo>
                    <a:lnTo>
                      <a:pt x="117" y="291"/>
                    </a:lnTo>
                    <a:lnTo>
                      <a:pt x="292" y="582"/>
                    </a:lnTo>
                    <a:lnTo>
                      <a:pt x="408" y="989"/>
                    </a:lnTo>
                    <a:lnTo>
                      <a:pt x="408" y="989"/>
                    </a:lnTo>
                    <a:lnTo>
                      <a:pt x="524" y="1513"/>
                    </a:lnTo>
                    <a:lnTo>
                      <a:pt x="641" y="2153"/>
                    </a:lnTo>
                    <a:lnTo>
                      <a:pt x="641" y="2153"/>
                    </a:lnTo>
                    <a:lnTo>
                      <a:pt x="757" y="2851"/>
                    </a:lnTo>
                    <a:lnTo>
                      <a:pt x="815" y="3549"/>
                    </a:lnTo>
                    <a:lnTo>
                      <a:pt x="815" y="3549"/>
                    </a:lnTo>
                    <a:lnTo>
                      <a:pt x="815" y="4306"/>
                    </a:lnTo>
                    <a:lnTo>
                      <a:pt x="815" y="5004"/>
                    </a:lnTo>
                    <a:lnTo>
                      <a:pt x="815" y="5004"/>
                    </a:lnTo>
                    <a:lnTo>
                      <a:pt x="641" y="6167"/>
                    </a:lnTo>
                    <a:lnTo>
                      <a:pt x="641" y="6167"/>
                    </a:lnTo>
                    <a:lnTo>
                      <a:pt x="524" y="6923"/>
                    </a:lnTo>
                    <a:lnTo>
                      <a:pt x="466" y="7156"/>
                    </a:lnTo>
                    <a:lnTo>
                      <a:pt x="466" y="7214"/>
                    </a:lnTo>
                    <a:lnTo>
                      <a:pt x="466" y="7214"/>
                    </a:lnTo>
                    <a:lnTo>
                      <a:pt x="466" y="7214"/>
                    </a:lnTo>
                    <a:lnTo>
                      <a:pt x="466" y="7214"/>
                    </a:lnTo>
                    <a:lnTo>
                      <a:pt x="524" y="7156"/>
                    </a:lnTo>
                    <a:lnTo>
                      <a:pt x="641" y="6982"/>
                    </a:lnTo>
                    <a:lnTo>
                      <a:pt x="873" y="6225"/>
                    </a:lnTo>
                    <a:lnTo>
                      <a:pt x="873" y="6225"/>
                    </a:lnTo>
                    <a:lnTo>
                      <a:pt x="1048" y="5644"/>
                    </a:lnTo>
                    <a:lnTo>
                      <a:pt x="1106" y="5004"/>
                    </a:lnTo>
                    <a:lnTo>
                      <a:pt x="1106" y="5004"/>
                    </a:lnTo>
                    <a:lnTo>
                      <a:pt x="1164" y="4306"/>
                    </a:lnTo>
                    <a:lnTo>
                      <a:pt x="1164" y="3549"/>
                    </a:lnTo>
                    <a:lnTo>
                      <a:pt x="1164" y="3549"/>
                    </a:lnTo>
                    <a:lnTo>
                      <a:pt x="1106" y="2793"/>
                    </a:lnTo>
                    <a:lnTo>
                      <a:pt x="990" y="2095"/>
                    </a:lnTo>
                    <a:lnTo>
                      <a:pt x="990" y="2095"/>
                    </a:lnTo>
                    <a:lnTo>
                      <a:pt x="815" y="1455"/>
                    </a:lnTo>
                    <a:lnTo>
                      <a:pt x="641" y="931"/>
                    </a:lnTo>
                    <a:lnTo>
                      <a:pt x="641" y="931"/>
                    </a:lnTo>
                    <a:lnTo>
                      <a:pt x="466" y="524"/>
                    </a:lnTo>
                    <a:lnTo>
                      <a:pt x="466" y="524"/>
                    </a:lnTo>
                    <a:lnTo>
                      <a:pt x="350" y="350"/>
                    </a:lnTo>
                    <a:lnTo>
                      <a:pt x="350" y="350"/>
                    </a:lnTo>
                    <a:lnTo>
                      <a:pt x="233" y="233"/>
                    </a:lnTo>
                    <a:lnTo>
                      <a:pt x="233" y="233"/>
                    </a:lnTo>
                    <a:lnTo>
                      <a:pt x="175" y="117"/>
                    </a:lnTo>
                    <a:lnTo>
                      <a:pt x="175" y="117"/>
                    </a:lnTo>
                    <a:lnTo>
                      <a:pt x="117" y="59"/>
                    </a:lnTo>
                    <a:lnTo>
                      <a:pt x="117" y="59"/>
                    </a:lnTo>
                    <a:lnTo>
                      <a:pt x="59" y="0"/>
                    </a:lnTo>
                  </a:path>
                </a:pathLst>
              </a:custGeom>
              <a:solidFill>
                <a:srgbClr val="FFFFFF">
                  <a:alpha val="10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 name="Google Shape;1072;p38"/>
              <p:cNvSpPr/>
              <p:nvPr/>
            </p:nvSpPr>
            <p:spPr>
              <a:xfrm>
                <a:off x="4044875" y="1533975"/>
                <a:ext cx="37825" cy="142575"/>
              </a:xfrm>
              <a:custGeom>
                <a:avLst/>
                <a:gdLst/>
                <a:ahLst/>
                <a:cxnLst/>
                <a:rect l="l" t="t" r="r" b="b"/>
                <a:pathLst>
                  <a:path w="1513" h="5703" extrusionOk="0">
                    <a:moveTo>
                      <a:pt x="0" y="1"/>
                    </a:moveTo>
                    <a:lnTo>
                      <a:pt x="117" y="234"/>
                    </a:lnTo>
                    <a:lnTo>
                      <a:pt x="408" y="757"/>
                    </a:lnTo>
                    <a:lnTo>
                      <a:pt x="582" y="1164"/>
                    </a:lnTo>
                    <a:lnTo>
                      <a:pt x="757" y="1630"/>
                    </a:lnTo>
                    <a:lnTo>
                      <a:pt x="931" y="2153"/>
                    </a:lnTo>
                    <a:lnTo>
                      <a:pt x="1048" y="2735"/>
                    </a:lnTo>
                    <a:lnTo>
                      <a:pt x="1106" y="3026"/>
                    </a:lnTo>
                    <a:lnTo>
                      <a:pt x="1106" y="3317"/>
                    </a:lnTo>
                    <a:lnTo>
                      <a:pt x="1164" y="3899"/>
                    </a:lnTo>
                    <a:lnTo>
                      <a:pt x="1164" y="4829"/>
                    </a:lnTo>
                    <a:lnTo>
                      <a:pt x="1106" y="5469"/>
                    </a:lnTo>
                    <a:lnTo>
                      <a:pt x="1048" y="5644"/>
                    </a:lnTo>
                    <a:lnTo>
                      <a:pt x="1106" y="5702"/>
                    </a:lnTo>
                    <a:lnTo>
                      <a:pt x="1222" y="5469"/>
                    </a:lnTo>
                    <a:lnTo>
                      <a:pt x="1397" y="4829"/>
                    </a:lnTo>
                    <a:lnTo>
                      <a:pt x="1455" y="4364"/>
                    </a:lnTo>
                    <a:lnTo>
                      <a:pt x="1513" y="3840"/>
                    </a:lnTo>
                    <a:lnTo>
                      <a:pt x="1455" y="3259"/>
                    </a:lnTo>
                    <a:lnTo>
                      <a:pt x="1455" y="2968"/>
                    </a:lnTo>
                    <a:lnTo>
                      <a:pt x="1397" y="2677"/>
                    </a:lnTo>
                    <a:lnTo>
                      <a:pt x="1222" y="2037"/>
                    </a:lnTo>
                    <a:lnTo>
                      <a:pt x="1048" y="1513"/>
                    </a:lnTo>
                    <a:lnTo>
                      <a:pt x="873" y="1048"/>
                    </a:lnTo>
                    <a:lnTo>
                      <a:pt x="640" y="641"/>
                    </a:lnTo>
                    <a:lnTo>
                      <a:pt x="408" y="292"/>
                    </a:lnTo>
                    <a:lnTo>
                      <a:pt x="233" y="117"/>
                    </a:lnTo>
                    <a:lnTo>
                      <a:pt x="0" y="1"/>
                    </a:lnTo>
                    <a:close/>
                  </a:path>
                </a:pathLst>
              </a:custGeom>
              <a:solidFill>
                <a:srgbClr val="B8EF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 name="Google Shape;1073;p38"/>
              <p:cNvSpPr/>
              <p:nvPr/>
            </p:nvSpPr>
            <p:spPr>
              <a:xfrm>
                <a:off x="4044875" y="1533975"/>
                <a:ext cx="37825" cy="142575"/>
              </a:xfrm>
              <a:custGeom>
                <a:avLst/>
                <a:gdLst/>
                <a:ahLst/>
                <a:cxnLst/>
                <a:rect l="l" t="t" r="r" b="b"/>
                <a:pathLst>
                  <a:path w="1513" h="5703" fill="none" extrusionOk="0">
                    <a:moveTo>
                      <a:pt x="0" y="1"/>
                    </a:moveTo>
                    <a:lnTo>
                      <a:pt x="0" y="1"/>
                    </a:lnTo>
                    <a:lnTo>
                      <a:pt x="0" y="1"/>
                    </a:lnTo>
                    <a:lnTo>
                      <a:pt x="0" y="1"/>
                    </a:lnTo>
                    <a:lnTo>
                      <a:pt x="117" y="234"/>
                    </a:lnTo>
                    <a:lnTo>
                      <a:pt x="117" y="234"/>
                    </a:lnTo>
                    <a:lnTo>
                      <a:pt x="408" y="757"/>
                    </a:lnTo>
                    <a:lnTo>
                      <a:pt x="408" y="757"/>
                    </a:lnTo>
                    <a:lnTo>
                      <a:pt x="582" y="1164"/>
                    </a:lnTo>
                    <a:lnTo>
                      <a:pt x="757" y="1630"/>
                    </a:lnTo>
                    <a:lnTo>
                      <a:pt x="931" y="2153"/>
                    </a:lnTo>
                    <a:lnTo>
                      <a:pt x="1048" y="2735"/>
                    </a:lnTo>
                    <a:lnTo>
                      <a:pt x="1048" y="2735"/>
                    </a:lnTo>
                    <a:lnTo>
                      <a:pt x="1106" y="3026"/>
                    </a:lnTo>
                    <a:lnTo>
                      <a:pt x="1106" y="3026"/>
                    </a:lnTo>
                    <a:lnTo>
                      <a:pt x="1106" y="3317"/>
                    </a:lnTo>
                    <a:lnTo>
                      <a:pt x="1106" y="3317"/>
                    </a:lnTo>
                    <a:lnTo>
                      <a:pt x="1164" y="3899"/>
                    </a:lnTo>
                    <a:lnTo>
                      <a:pt x="1164" y="3899"/>
                    </a:lnTo>
                    <a:lnTo>
                      <a:pt x="1164" y="4829"/>
                    </a:lnTo>
                    <a:lnTo>
                      <a:pt x="1164" y="4829"/>
                    </a:lnTo>
                    <a:lnTo>
                      <a:pt x="1106" y="5469"/>
                    </a:lnTo>
                    <a:lnTo>
                      <a:pt x="1048" y="5644"/>
                    </a:lnTo>
                    <a:lnTo>
                      <a:pt x="1106" y="5702"/>
                    </a:lnTo>
                    <a:lnTo>
                      <a:pt x="1106" y="5702"/>
                    </a:lnTo>
                    <a:lnTo>
                      <a:pt x="1106" y="5702"/>
                    </a:lnTo>
                    <a:lnTo>
                      <a:pt x="1106" y="5702"/>
                    </a:lnTo>
                    <a:lnTo>
                      <a:pt x="1222" y="5469"/>
                    </a:lnTo>
                    <a:lnTo>
                      <a:pt x="1222" y="5469"/>
                    </a:lnTo>
                    <a:lnTo>
                      <a:pt x="1397" y="4829"/>
                    </a:lnTo>
                    <a:lnTo>
                      <a:pt x="1397" y="4829"/>
                    </a:lnTo>
                    <a:lnTo>
                      <a:pt x="1455" y="4364"/>
                    </a:lnTo>
                    <a:lnTo>
                      <a:pt x="1513" y="3840"/>
                    </a:lnTo>
                    <a:lnTo>
                      <a:pt x="1513" y="3840"/>
                    </a:lnTo>
                    <a:lnTo>
                      <a:pt x="1455" y="3259"/>
                    </a:lnTo>
                    <a:lnTo>
                      <a:pt x="1455" y="3259"/>
                    </a:lnTo>
                    <a:lnTo>
                      <a:pt x="1455" y="2968"/>
                    </a:lnTo>
                    <a:lnTo>
                      <a:pt x="1455" y="2968"/>
                    </a:lnTo>
                    <a:lnTo>
                      <a:pt x="1397" y="2677"/>
                    </a:lnTo>
                    <a:lnTo>
                      <a:pt x="1397" y="2677"/>
                    </a:lnTo>
                    <a:lnTo>
                      <a:pt x="1222" y="2037"/>
                    </a:lnTo>
                    <a:lnTo>
                      <a:pt x="1048" y="1513"/>
                    </a:lnTo>
                    <a:lnTo>
                      <a:pt x="873" y="1048"/>
                    </a:lnTo>
                    <a:lnTo>
                      <a:pt x="640" y="641"/>
                    </a:lnTo>
                    <a:lnTo>
                      <a:pt x="640" y="641"/>
                    </a:lnTo>
                    <a:lnTo>
                      <a:pt x="408" y="292"/>
                    </a:lnTo>
                    <a:lnTo>
                      <a:pt x="233" y="117"/>
                    </a:lnTo>
                    <a:lnTo>
                      <a:pt x="233" y="117"/>
                    </a:lnTo>
                    <a:lnTo>
                      <a:pt x="0" y="1"/>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 name="Google Shape;1074;p38"/>
              <p:cNvSpPr/>
              <p:nvPr/>
            </p:nvSpPr>
            <p:spPr>
              <a:xfrm>
                <a:off x="4076875" y="1542700"/>
                <a:ext cx="39275" cy="96025"/>
              </a:xfrm>
              <a:custGeom>
                <a:avLst/>
                <a:gdLst/>
                <a:ahLst/>
                <a:cxnLst/>
                <a:rect l="l" t="t" r="r" b="b"/>
                <a:pathLst>
                  <a:path w="1571" h="3841" extrusionOk="0">
                    <a:moveTo>
                      <a:pt x="0" y="1"/>
                    </a:moveTo>
                    <a:lnTo>
                      <a:pt x="117" y="117"/>
                    </a:lnTo>
                    <a:lnTo>
                      <a:pt x="349" y="524"/>
                    </a:lnTo>
                    <a:lnTo>
                      <a:pt x="698" y="1048"/>
                    </a:lnTo>
                    <a:lnTo>
                      <a:pt x="873" y="1397"/>
                    </a:lnTo>
                    <a:lnTo>
                      <a:pt x="1047" y="1804"/>
                    </a:lnTo>
                    <a:lnTo>
                      <a:pt x="1222" y="2561"/>
                    </a:lnTo>
                    <a:lnTo>
                      <a:pt x="1280" y="3201"/>
                    </a:lnTo>
                    <a:lnTo>
                      <a:pt x="1338" y="3666"/>
                    </a:lnTo>
                    <a:lnTo>
                      <a:pt x="1396" y="3841"/>
                    </a:lnTo>
                    <a:lnTo>
                      <a:pt x="1455" y="3782"/>
                    </a:lnTo>
                    <a:lnTo>
                      <a:pt x="1455" y="3666"/>
                    </a:lnTo>
                    <a:lnTo>
                      <a:pt x="1571" y="3201"/>
                    </a:lnTo>
                    <a:lnTo>
                      <a:pt x="1571" y="2910"/>
                    </a:lnTo>
                    <a:lnTo>
                      <a:pt x="1571" y="2502"/>
                    </a:lnTo>
                    <a:lnTo>
                      <a:pt x="1455" y="2095"/>
                    </a:lnTo>
                    <a:lnTo>
                      <a:pt x="1338" y="1688"/>
                    </a:lnTo>
                    <a:lnTo>
                      <a:pt x="1164" y="1281"/>
                    </a:lnTo>
                    <a:lnTo>
                      <a:pt x="989" y="874"/>
                    </a:lnTo>
                    <a:lnTo>
                      <a:pt x="757" y="583"/>
                    </a:lnTo>
                    <a:lnTo>
                      <a:pt x="524" y="350"/>
                    </a:lnTo>
                    <a:lnTo>
                      <a:pt x="233" y="59"/>
                    </a:lnTo>
                    <a:lnTo>
                      <a:pt x="58" y="1"/>
                    </a:lnTo>
                    <a:close/>
                  </a:path>
                </a:pathLst>
              </a:custGeom>
              <a:solidFill>
                <a:srgbClr val="EC63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 name="Google Shape;1075;p38"/>
              <p:cNvSpPr/>
              <p:nvPr/>
            </p:nvSpPr>
            <p:spPr>
              <a:xfrm>
                <a:off x="4076875" y="1542700"/>
                <a:ext cx="39275" cy="96025"/>
              </a:xfrm>
              <a:custGeom>
                <a:avLst/>
                <a:gdLst/>
                <a:ahLst/>
                <a:cxnLst/>
                <a:rect l="l" t="t" r="r" b="b"/>
                <a:pathLst>
                  <a:path w="1571" h="3841" fill="none" extrusionOk="0">
                    <a:moveTo>
                      <a:pt x="58" y="1"/>
                    </a:moveTo>
                    <a:lnTo>
                      <a:pt x="58" y="1"/>
                    </a:lnTo>
                    <a:lnTo>
                      <a:pt x="0" y="1"/>
                    </a:lnTo>
                    <a:lnTo>
                      <a:pt x="0" y="1"/>
                    </a:lnTo>
                    <a:lnTo>
                      <a:pt x="117" y="117"/>
                    </a:lnTo>
                    <a:lnTo>
                      <a:pt x="349" y="524"/>
                    </a:lnTo>
                    <a:lnTo>
                      <a:pt x="349" y="524"/>
                    </a:lnTo>
                    <a:lnTo>
                      <a:pt x="698" y="1048"/>
                    </a:lnTo>
                    <a:lnTo>
                      <a:pt x="873" y="1397"/>
                    </a:lnTo>
                    <a:lnTo>
                      <a:pt x="1047" y="1804"/>
                    </a:lnTo>
                    <a:lnTo>
                      <a:pt x="1047" y="1804"/>
                    </a:lnTo>
                    <a:lnTo>
                      <a:pt x="1222" y="2561"/>
                    </a:lnTo>
                    <a:lnTo>
                      <a:pt x="1280" y="3201"/>
                    </a:lnTo>
                    <a:lnTo>
                      <a:pt x="1280" y="3201"/>
                    </a:lnTo>
                    <a:lnTo>
                      <a:pt x="1338" y="3666"/>
                    </a:lnTo>
                    <a:lnTo>
                      <a:pt x="1396" y="3841"/>
                    </a:lnTo>
                    <a:lnTo>
                      <a:pt x="1396" y="3841"/>
                    </a:lnTo>
                    <a:lnTo>
                      <a:pt x="1396" y="3841"/>
                    </a:lnTo>
                    <a:lnTo>
                      <a:pt x="1396" y="3841"/>
                    </a:lnTo>
                    <a:lnTo>
                      <a:pt x="1455" y="3782"/>
                    </a:lnTo>
                    <a:lnTo>
                      <a:pt x="1455" y="3666"/>
                    </a:lnTo>
                    <a:lnTo>
                      <a:pt x="1571" y="3201"/>
                    </a:lnTo>
                    <a:lnTo>
                      <a:pt x="1571" y="3201"/>
                    </a:lnTo>
                    <a:lnTo>
                      <a:pt x="1571" y="2910"/>
                    </a:lnTo>
                    <a:lnTo>
                      <a:pt x="1571" y="2502"/>
                    </a:lnTo>
                    <a:lnTo>
                      <a:pt x="1571" y="2502"/>
                    </a:lnTo>
                    <a:lnTo>
                      <a:pt x="1455" y="2095"/>
                    </a:lnTo>
                    <a:lnTo>
                      <a:pt x="1338" y="1688"/>
                    </a:lnTo>
                    <a:lnTo>
                      <a:pt x="1338" y="1688"/>
                    </a:lnTo>
                    <a:lnTo>
                      <a:pt x="1164" y="1281"/>
                    </a:lnTo>
                    <a:lnTo>
                      <a:pt x="989" y="874"/>
                    </a:lnTo>
                    <a:lnTo>
                      <a:pt x="989" y="874"/>
                    </a:lnTo>
                    <a:lnTo>
                      <a:pt x="757" y="583"/>
                    </a:lnTo>
                    <a:lnTo>
                      <a:pt x="524" y="350"/>
                    </a:lnTo>
                    <a:lnTo>
                      <a:pt x="524" y="350"/>
                    </a:lnTo>
                    <a:lnTo>
                      <a:pt x="233" y="59"/>
                    </a:lnTo>
                    <a:lnTo>
                      <a:pt x="58" y="1"/>
                    </a:lnTo>
                  </a:path>
                </a:pathLst>
              </a:custGeom>
              <a:solidFill>
                <a:srgbClr val="FFFFFF">
                  <a:alpha val="101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 name="Google Shape;1076;p38"/>
              <p:cNvSpPr/>
              <p:nvPr/>
            </p:nvSpPr>
            <p:spPr>
              <a:xfrm>
                <a:off x="3943075" y="1749225"/>
                <a:ext cx="104725" cy="55300"/>
              </a:xfrm>
              <a:custGeom>
                <a:avLst/>
                <a:gdLst/>
                <a:ahLst/>
                <a:cxnLst/>
                <a:rect l="l" t="t" r="r" b="b"/>
                <a:pathLst>
                  <a:path w="4189" h="2212" extrusionOk="0">
                    <a:moveTo>
                      <a:pt x="2327" y="1"/>
                    </a:moveTo>
                    <a:lnTo>
                      <a:pt x="1920" y="59"/>
                    </a:lnTo>
                    <a:lnTo>
                      <a:pt x="1745" y="117"/>
                    </a:lnTo>
                    <a:lnTo>
                      <a:pt x="1629" y="175"/>
                    </a:lnTo>
                    <a:lnTo>
                      <a:pt x="1105" y="175"/>
                    </a:lnTo>
                    <a:lnTo>
                      <a:pt x="989" y="292"/>
                    </a:lnTo>
                    <a:lnTo>
                      <a:pt x="756" y="234"/>
                    </a:lnTo>
                    <a:lnTo>
                      <a:pt x="582" y="292"/>
                    </a:lnTo>
                    <a:lnTo>
                      <a:pt x="407" y="350"/>
                    </a:lnTo>
                    <a:lnTo>
                      <a:pt x="291" y="524"/>
                    </a:lnTo>
                    <a:lnTo>
                      <a:pt x="116" y="524"/>
                    </a:lnTo>
                    <a:lnTo>
                      <a:pt x="0" y="583"/>
                    </a:lnTo>
                    <a:lnTo>
                      <a:pt x="0" y="641"/>
                    </a:lnTo>
                    <a:lnTo>
                      <a:pt x="756" y="1397"/>
                    </a:lnTo>
                    <a:lnTo>
                      <a:pt x="1047" y="1688"/>
                    </a:lnTo>
                    <a:lnTo>
                      <a:pt x="1280" y="2037"/>
                    </a:lnTo>
                    <a:lnTo>
                      <a:pt x="1745" y="2153"/>
                    </a:lnTo>
                    <a:lnTo>
                      <a:pt x="2211" y="2212"/>
                    </a:lnTo>
                    <a:lnTo>
                      <a:pt x="2676" y="2153"/>
                    </a:lnTo>
                    <a:lnTo>
                      <a:pt x="3142" y="2037"/>
                    </a:lnTo>
                    <a:lnTo>
                      <a:pt x="3316" y="1746"/>
                    </a:lnTo>
                    <a:lnTo>
                      <a:pt x="3549" y="1455"/>
                    </a:lnTo>
                    <a:lnTo>
                      <a:pt x="4189" y="815"/>
                    </a:lnTo>
                    <a:lnTo>
                      <a:pt x="4131" y="757"/>
                    </a:lnTo>
                    <a:lnTo>
                      <a:pt x="4014" y="757"/>
                    </a:lnTo>
                    <a:lnTo>
                      <a:pt x="4014" y="641"/>
                    </a:lnTo>
                    <a:lnTo>
                      <a:pt x="3956" y="583"/>
                    </a:lnTo>
                    <a:lnTo>
                      <a:pt x="3840" y="466"/>
                    </a:lnTo>
                    <a:lnTo>
                      <a:pt x="3607" y="408"/>
                    </a:lnTo>
                    <a:lnTo>
                      <a:pt x="3432" y="466"/>
                    </a:lnTo>
                    <a:lnTo>
                      <a:pt x="3316" y="292"/>
                    </a:lnTo>
                    <a:lnTo>
                      <a:pt x="3083" y="234"/>
                    </a:lnTo>
                    <a:lnTo>
                      <a:pt x="2967" y="234"/>
                    </a:lnTo>
                    <a:lnTo>
                      <a:pt x="2851" y="292"/>
                    </a:lnTo>
                    <a:lnTo>
                      <a:pt x="2793" y="175"/>
                    </a:lnTo>
                    <a:lnTo>
                      <a:pt x="2618" y="117"/>
                    </a:lnTo>
                    <a:lnTo>
                      <a:pt x="232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 name="Google Shape;1077;p38"/>
              <p:cNvSpPr/>
              <p:nvPr/>
            </p:nvSpPr>
            <p:spPr>
              <a:xfrm>
                <a:off x="4011425" y="1523800"/>
                <a:ext cx="25" cy="25"/>
              </a:xfrm>
              <a:custGeom>
                <a:avLst/>
                <a:gdLst/>
                <a:ahLst/>
                <a:cxnLst/>
                <a:rect l="l" t="t" r="r" b="b"/>
                <a:pathLst>
                  <a:path w="1" h="1" extrusionOk="0">
                    <a:moveTo>
                      <a:pt x="0" y="1"/>
                    </a:moveTo>
                    <a:lnTo>
                      <a:pt x="0" y="1"/>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 name="Google Shape;1078;p38"/>
              <p:cNvSpPr/>
              <p:nvPr/>
            </p:nvSpPr>
            <p:spPr>
              <a:xfrm>
                <a:off x="4017250" y="1523800"/>
                <a:ext cx="25" cy="25"/>
              </a:xfrm>
              <a:custGeom>
                <a:avLst/>
                <a:gdLst/>
                <a:ahLst/>
                <a:cxnLst/>
                <a:rect l="l" t="t" r="r" b="b"/>
                <a:pathLst>
                  <a:path w="1" h="1" extrusionOk="0">
                    <a:moveTo>
                      <a:pt x="0" y="1"/>
                    </a:moveTo>
                    <a:lnTo>
                      <a:pt x="0" y="1"/>
                    </a:lnTo>
                    <a:lnTo>
                      <a:pt x="0" y="1"/>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079" name="Google Shape;1079;p38"/>
          <p:cNvGrpSpPr/>
          <p:nvPr/>
        </p:nvGrpSpPr>
        <p:grpSpPr>
          <a:xfrm rot="-670921">
            <a:off x="6986785" y="3624889"/>
            <a:ext cx="1641466" cy="1158859"/>
            <a:chOff x="3177449" y="4179063"/>
            <a:chExt cx="1073966" cy="758210"/>
          </a:xfrm>
        </p:grpSpPr>
        <p:sp>
          <p:nvSpPr>
            <p:cNvPr id="1080" name="Google Shape;1080;p38"/>
            <p:cNvSpPr/>
            <p:nvPr/>
          </p:nvSpPr>
          <p:spPr>
            <a:xfrm>
              <a:off x="3177449" y="4179104"/>
              <a:ext cx="1073628" cy="758169"/>
            </a:xfrm>
            <a:custGeom>
              <a:avLst/>
              <a:gdLst/>
              <a:ahLst/>
              <a:cxnLst/>
              <a:rect l="l" t="t" r="r" b="b"/>
              <a:pathLst>
                <a:path w="12276" h="8669" extrusionOk="0">
                  <a:moveTo>
                    <a:pt x="11984" y="5702"/>
                  </a:moveTo>
                  <a:lnTo>
                    <a:pt x="11984" y="5702"/>
                  </a:lnTo>
                  <a:lnTo>
                    <a:pt x="11810" y="5644"/>
                  </a:lnTo>
                  <a:lnTo>
                    <a:pt x="11402" y="5527"/>
                  </a:lnTo>
                  <a:lnTo>
                    <a:pt x="10879" y="5411"/>
                  </a:lnTo>
                  <a:lnTo>
                    <a:pt x="10588" y="5411"/>
                  </a:lnTo>
                  <a:lnTo>
                    <a:pt x="10297" y="5469"/>
                  </a:lnTo>
                  <a:lnTo>
                    <a:pt x="10297" y="5469"/>
                  </a:lnTo>
                  <a:lnTo>
                    <a:pt x="10123" y="5527"/>
                  </a:lnTo>
                  <a:lnTo>
                    <a:pt x="10123" y="5527"/>
                  </a:lnTo>
                  <a:lnTo>
                    <a:pt x="10123" y="5469"/>
                  </a:lnTo>
                  <a:lnTo>
                    <a:pt x="10123" y="5469"/>
                  </a:lnTo>
                  <a:lnTo>
                    <a:pt x="10123" y="5411"/>
                  </a:lnTo>
                  <a:lnTo>
                    <a:pt x="10123" y="5411"/>
                  </a:lnTo>
                  <a:lnTo>
                    <a:pt x="10123" y="5295"/>
                  </a:lnTo>
                  <a:lnTo>
                    <a:pt x="10123" y="5295"/>
                  </a:lnTo>
                  <a:lnTo>
                    <a:pt x="10181" y="5236"/>
                  </a:lnTo>
                  <a:lnTo>
                    <a:pt x="10239" y="5178"/>
                  </a:lnTo>
                  <a:lnTo>
                    <a:pt x="10239" y="5062"/>
                  </a:lnTo>
                  <a:lnTo>
                    <a:pt x="10239" y="5004"/>
                  </a:lnTo>
                  <a:lnTo>
                    <a:pt x="10239" y="5004"/>
                  </a:lnTo>
                  <a:lnTo>
                    <a:pt x="10181" y="4887"/>
                  </a:lnTo>
                  <a:lnTo>
                    <a:pt x="10123" y="4887"/>
                  </a:lnTo>
                  <a:lnTo>
                    <a:pt x="9948" y="4829"/>
                  </a:lnTo>
                  <a:lnTo>
                    <a:pt x="9948" y="4829"/>
                  </a:lnTo>
                  <a:lnTo>
                    <a:pt x="9890" y="4771"/>
                  </a:lnTo>
                  <a:lnTo>
                    <a:pt x="9890" y="4771"/>
                  </a:lnTo>
                  <a:lnTo>
                    <a:pt x="9832" y="4771"/>
                  </a:lnTo>
                  <a:lnTo>
                    <a:pt x="9832" y="4771"/>
                  </a:lnTo>
                  <a:lnTo>
                    <a:pt x="9774" y="4655"/>
                  </a:lnTo>
                  <a:lnTo>
                    <a:pt x="9774" y="4655"/>
                  </a:lnTo>
                  <a:lnTo>
                    <a:pt x="9599" y="4538"/>
                  </a:lnTo>
                  <a:lnTo>
                    <a:pt x="9424" y="4422"/>
                  </a:lnTo>
                  <a:lnTo>
                    <a:pt x="9250" y="4131"/>
                  </a:lnTo>
                  <a:lnTo>
                    <a:pt x="9250" y="4131"/>
                  </a:lnTo>
                  <a:lnTo>
                    <a:pt x="9075" y="3782"/>
                  </a:lnTo>
                  <a:lnTo>
                    <a:pt x="8901" y="3317"/>
                  </a:lnTo>
                  <a:lnTo>
                    <a:pt x="8610" y="2502"/>
                  </a:lnTo>
                  <a:lnTo>
                    <a:pt x="8610" y="2502"/>
                  </a:lnTo>
                  <a:lnTo>
                    <a:pt x="8843" y="2502"/>
                  </a:lnTo>
                  <a:lnTo>
                    <a:pt x="9075" y="2502"/>
                  </a:lnTo>
                  <a:lnTo>
                    <a:pt x="9483" y="2444"/>
                  </a:lnTo>
                  <a:lnTo>
                    <a:pt x="9483" y="2444"/>
                  </a:lnTo>
                  <a:lnTo>
                    <a:pt x="9483" y="2444"/>
                  </a:lnTo>
                  <a:lnTo>
                    <a:pt x="9774" y="2386"/>
                  </a:lnTo>
                  <a:lnTo>
                    <a:pt x="9774" y="2386"/>
                  </a:lnTo>
                  <a:lnTo>
                    <a:pt x="9715" y="2037"/>
                  </a:lnTo>
                  <a:lnTo>
                    <a:pt x="9657" y="1746"/>
                  </a:lnTo>
                  <a:lnTo>
                    <a:pt x="9541" y="1513"/>
                  </a:lnTo>
                  <a:lnTo>
                    <a:pt x="9541" y="1513"/>
                  </a:lnTo>
                  <a:lnTo>
                    <a:pt x="9424" y="1513"/>
                  </a:lnTo>
                  <a:lnTo>
                    <a:pt x="9308" y="1513"/>
                  </a:lnTo>
                  <a:lnTo>
                    <a:pt x="9134" y="1571"/>
                  </a:lnTo>
                  <a:lnTo>
                    <a:pt x="9134" y="1571"/>
                  </a:lnTo>
                  <a:lnTo>
                    <a:pt x="9134" y="1571"/>
                  </a:lnTo>
                  <a:lnTo>
                    <a:pt x="8552" y="1746"/>
                  </a:lnTo>
                  <a:lnTo>
                    <a:pt x="8552" y="1746"/>
                  </a:lnTo>
                  <a:lnTo>
                    <a:pt x="8552" y="1164"/>
                  </a:lnTo>
                  <a:lnTo>
                    <a:pt x="8552" y="699"/>
                  </a:lnTo>
                  <a:lnTo>
                    <a:pt x="8552" y="699"/>
                  </a:lnTo>
                  <a:lnTo>
                    <a:pt x="8494" y="582"/>
                  </a:lnTo>
                  <a:lnTo>
                    <a:pt x="8377" y="524"/>
                  </a:lnTo>
                  <a:lnTo>
                    <a:pt x="8261" y="466"/>
                  </a:lnTo>
                  <a:lnTo>
                    <a:pt x="8261" y="466"/>
                  </a:lnTo>
                  <a:lnTo>
                    <a:pt x="8261" y="175"/>
                  </a:lnTo>
                  <a:lnTo>
                    <a:pt x="8203" y="59"/>
                  </a:lnTo>
                  <a:lnTo>
                    <a:pt x="8145" y="1"/>
                  </a:lnTo>
                  <a:lnTo>
                    <a:pt x="8145" y="1"/>
                  </a:lnTo>
                  <a:lnTo>
                    <a:pt x="8086" y="117"/>
                  </a:lnTo>
                  <a:lnTo>
                    <a:pt x="8028" y="291"/>
                  </a:lnTo>
                  <a:lnTo>
                    <a:pt x="7970" y="757"/>
                  </a:lnTo>
                  <a:lnTo>
                    <a:pt x="7970" y="757"/>
                  </a:lnTo>
                  <a:lnTo>
                    <a:pt x="7854" y="582"/>
                  </a:lnTo>
                  <a:lnTo>
                    <a:pt x="7854" y="582"/>
                  </a:lnTo>
                  <a:lnTo>
                    <a:pt x="7737" y="582"/>
                  </a:lnTo>
                  <a:lnTo>
                    <a:pt x="7679" y="582"/>
                  </a:lnTo>
                  <a:lnTo>
                    <a:pt x="7505" y="582"/>
                  </a:lnTo>
                  <a:lnTo>
                    <a:pt x="7505" y="582"/>
                  </a:lnTo>
                  <a:lnTo>
                    <a:pt x="7446" y="408"/>
                  </a:lnTo>
                  <a:lnTo>
                    <a:pt x="7330" y="233"/>
                  </a:lnTo>
                  <a:lnTo>
                    <a:pt x="7214" y="117"/>
                  </a:lnTo>
                  <a:lnTo>
                    <a:pt x="7214" y="117"/>
                  </a:lnTo>
                  <a:lnTo>
                    <a:pt x="7097" y="59"/>
                  </a:lnTo>
                  <a:lnTo>
                    <a:pt x="6981" y="1"/>
                  </a:lnTo>
                  <a:lnTo>
                    <a:pt x="6923" y="117"/>
                  </a:lnTo>
                  <a:lnTo>
                    <a:pt x="6981" y="233"/>
                  </a:lnTo>
                  <a:lnTo>
                    <a:pt x="6981" y="233"/>
                  </a:lnTo>
                  <a:lnTo>
                    <a:pt x="7272" y="873"/>
                  </a:lnTo>
                  <a:lnTo>
                    <a:pt x="7388" y="1106"/>
                  </a:lnTo>
                  <a:lnTo>
                    <a:pt x="7446" y="1164"/>
                  </a:lnTo>
                  <a:lnTo>
                    <a:pt x="7505" y="1222"/>
                  </a:lnTo>
                  <a:lnTo>
                    <a:pt x="7505" y="1222"/>
                  </a:lnTo>
                  <a:lnTo>
                    <a:pt x="7621" y="1106"/>
                  </a:lnTo>
                  <a:lnTo>
                    <a:pt x="7621" y="990"/>
                  </a:lnTo>
                  <a:lnTo>
                    <a:pt x="7563" y="815"/>
                  </a:lnTo>
                  <a:lnTo>
                    <a:pt x="7563" y="815"/>
                  </a:lnTo>
                  <a:lnTo>
                    <a:pt x="7679" y="757"/>
                  </a:lnTo>
                  <a:lnTo>
                    <a:pt x="7737" y="757"/>
                  </a:lnTo>
                  <a:lnTo>
                    <a:pt x="7796" y="757"/>
                  </a:lnTo>
                  <a:lnTo>
                    <a:pt x="7796" y="757"/>
                  </a:lnTo>
                  <a:lnTo>
                    <a:pt x="8086" y="1339"/>
                  </a:lnTo>
                  <a:lnTo>
                    <a:pt x="8319" y="1920"/>
                  </a:lnTo>
                  <a:lnTo>
                    <a:pt x="8377" y="1920"/>
                  </a:lnTo>
                  <a:lnTo>
                    <a:pt x="8377" y="1979"/>
                  </a:lnTo>
                  <a:lnTo>
                    <a:pt x="8377" y="1979"/>
                  </a:lnTo>
                  <a:lnTo>
                    <a:pt x="8203" y="2037"/>
                  </a:lnTo>
                  <a:lnTo>
                    <a:pt x="8203" y="2037"/>
                  </a:lnTo>
                  <a:lnTo>
                    <a:pt x="8203" y="2269"/>
                  </a:lnTo>
                  <a:lnTo>
                    <a:pt x="8261" y="2560"/>
                  </a:lnTo>
                  <a:lnTo>
                    <a:pt x="8319" y="2560"/>
                  </a:lnTo>
                  <a:lnTo>
                    <a:pt x="8319" y="2560"/>
                  </a:lnTo>
                  <a:lnTo>
                    <a:pt x="8843" y="4480"/>
                  </a:lnTo>
                  <a:lnTo>
                    <a:pt x="8843" y="4480"/>
                  </a:lnTo>
                  <a:lnTo>
                    <a:pt x="8435" y="4713"/>
                  </a:lnTo>
                  <a:lnTo>
                    <a:pt x="8145" y="4946"/>
                  </a:lnTo>
                  <a:lnTo>
                    <a:pt x="8145" y="4946"/>
                  </a:lnTo>
                  <a:lnTo>
                    <a:pt x="8145" y="5062"/>
                  </a:lnTo>
                  <a:lnTo>
                    <a:pt x="8145" y="5236"/>
                  </a:lnTo>
                  <a:lnTo>
                    <a:pt x="8203" y="5702"/>
                  </a:lnTo>
                  <a:lnTo>
                    <a:pt x="8494" y="6633"/>
                  </a:lnTo>
                  <a:lnTo>
                    <a:pt x="8494" y="6633"/>
                  </a:lnTo>
                  <a:lnTo>
                    <a:pt x="8261" y="6807"/>
                  </a:lnTo>
                  <a:lnTo>
                    <a:pt x="7970" y="6924"/>
                  </a:lnTo>
                  <a:lnTo>
                    <a:pt x="7621" y="6982"/>
                  </a:lnTo>
                  <a:lnTo>
                    <a:pt x="7214" y="7040"/>
                  </a:lnTo>
                  <a:lnTo>
                    <a:pt x="7214" y="7040"/>
                  </a:lnTo>
                  <a:lnTo>
                    <a:pt x="6516" y="7040"/>
                  </a:lnTo>
                  <a:lnTo>
                    <a:pt x="5701" y="6982"/>
                  </a:lnTo>
                  <a:lnTo>
                    <a:pt x="5003" y="6924"/>
                  </a:lnTo>
                  <a:lnTo>
                    <a:pt x="4538" y="6865"/>
                  </a:lnTo>
                  <a:lnTo>
                    <a:pt x="4538" y="6865"/>
                  </a:lnTo>
                  <a:lnTo>
                    <a:pt x="4363" y="6749"/>
                  </a:lnTo>
                  <a:lnTo>
                    <a:pt x="4189" y="6516"/>
                  </a:lnTo>
                  <a:lnTo>
                    <a:pt x="4130" y="6342"/>
                  </a:lnTo>
                  <a:lnTo>
                    <a:pt x="4189" y="6051"/>
                  </a:lnTo>
                  <a:lnTo>
                    <a:pt x="4189" y="6051"/>
                  </a:lnTo>
                  <a:lnTo>
                    <a:pt x="4363" y="5295"/>
                  </a:lnTo>
                  <a:lnTo>
                    <a:pt x="4480" y="4771"/>
                  </a:lnTo>
                  <a:lnTo>
                    <a:pt x="4596" y="4364"/>
                  </a:lnTo>
                  <a:lnTo>
                    <a:pt x="4596" y="4364"/>
                  </a:lnTo>
                  <a:lnTo>
                    <a:pt x="4596" y="4364"/>
                  </a:lnTo>
                  <a:lnTo>
                    <a:pt x="4770" y="4073"/>
                  </a:lnTo>
                  <a:lnTo>
                    <a:pt x="4887" y="3840"/>
                  </a:lnTo>
                  <a:lnTo>
                    <a:pt x="4945" y="3666"/>
                  </a:lnTo>
                  <a:lnTo>
                    <a:pt x="4945" y="3666"/>
                  </a:lnTo>
                  <a:lnTo>
                    <a:pt x="4887" y="3549"/>
                  </a:lnTo>
                  <a:lnTo>
                    <a:pt x="4712" y="3491"/>
                  </a:lnTo>
                  <a:lnTo>
                    <a:pt x="4189" y="3375"/>
                  </a:lnTo>
                  <a:lnTo>
                    <a:pt x="3200" y="3200"/>
                  </a:lnTo>
                  <a:lnTo>
                    <a:pt x="3200" y="3200"/>
                  </a:lnTo>
                  <a:lnTo>
                    <a:pt x="2327" y="2968"/>
                  </a:lnTo>
                  <a:lnTo>
                    <a:pt x="1803" y="2909"/>
                  </a:lnTo>
                  <a:lnTo>
                    <a:pt x="1571" y="2909"/>
                  </a:lnTo>
                  <a:lnTo>
                    <a:pt x="1396" y="2968"/>
                  </a:lnTo>
                  <a:lnTo>
                    <a:pt x="1396" y="2968"/>
                  </a:lnTo>
                  <a:lnTo>
                    <a:pt x="1280" y="3026"/>
                  </a:lnTo>
                  <a:lnTo>
                    <a:pt x="1222" y="3142"/>
                  </a:lnTo>
                  <a:lnTo>
                    <a:pt x="1164" y="3433"/>
                  </a:lnTo>
                  <a:lnTo>
                    <a:pt x="1222" y="3724"/>
                  </a:lnTo>
                  <a:lnTo>
                    <a:pt x="1222" y="3957"/>
                  </a:lnTo>
                  <a:lnTo>
                    <a:pt x="1222" y="3957"/>
                  </a:lnTo>
                  <a:lnTo>
                    <a:pt x="931" y="4422"/>
                  </a:lnTo>
                  <a:lnTo>
                    <a:pt x="931" y="4422"/>
                  </a:lnTo>
                  <a:lnTo>
                    <a:pt x="814" y="4364"/>
                  </a:lnTo>
                  <a:lnTo>
                    <a:pt x="698" y="4364"/>
                  </a:lnTo>
                  <a:lnTo>
                    <a:pt x="524" y="4422"/>
                  </a:lnTo>
                  <a:lnTo>
                    <a:pt x="407" y="4480"/>
                  </a:lnTo>
                  <a:lnTo>
                    <a:pt x="349" y="4596"/>
                  </a:lnTo>
                  <a:lnTo>
                    <a:pt x="349" y="4596"/>
                  </a:lnTo>
                  <a:lnTo>
                    <a:pt x="291" y="4829"/>
                  </a:lnTo>
                  <a:lnTo>
                    <a:pt x="349" y="4946"/>
                  </a:lnTo>
                  <a:lnTo>
                    <a:pt x="465" y="5062"/>
                  </a:lnTo>
                  <a:lnTo>
                    <a:pt x="524" y="5120"/>
                  </a:lnTo>
                  <a:lnTo>
                    <a:pt x="524" y="5120"/>
                  </a:lnTo>
                  <a:lnTo>
                    <a:pt x="349" y="5644"/>
                  </a:lnTo>
                  <a:lnTo>
                    <a:pt x="175" y="6109"/>
                  </a:lnTo>
                  <a:lnTo>
                    <a:pt x="175" y="6109"/>
                  </a:lnTo>
                  <a:lnTo>
                    <a:pt x="58" y="6400"/>
                  </a:lnTo>
                  <a:lnTo>
                    <a:pt x="58" y="6633"/>
                  </a:lnTo>
                  <a:lnTo>
                    <a:pt x="0" y="6807"/>
                  </a:lnTo>
                  <a:lnTo>
                    <a:pt x="0" y="6807"/>
                  </a:lnTo>
                  <a:lnTo>
                    <a:pt x="698" y="6807"/>
                  </a:lnTo>
                  <a:lnTo>
                    <a:pt x="698" y="6807"/>
                  </a:lnTo>
                  <a:lnTo>
                    <a:pt x="582" y="7040"/>
                  </a:lnTo>
                  <a:lnTo>
                    <a:pt x="582" y="7331"/>
                  </a:lnTo>
                  <a:lnTo>
                    <a:pt x="582" y="7331"/>
                  </a:lnTo>
                  <a:lnTo>
                    <a:pt x="582" y="7622"/>
                  </a:lnTo>
                  <a:lnTo>
                    <a:pt x="698" y="7854"/>
                  </a:lnTo>
                  <a:lnTo>
                    <a:pt x="814" y="8087"/>
                  </a:lnTo>
                  <a:lnTo>
                    <a:pt x="989" y="8262"/>
                  </a:lnTo>
                  <a:lnTo>
                    <a:pt x="1164" y="8436"/>
                  </a:lnTo>
                  <a:lnTo>
                    <a:pt x="1396" y="8552"/>
                  </a:lnTo>
                  <a:lnTo>
                    <a:pt x="1629" y="8669"/>
                  </a:lnTo>
                  <a:lnTo>
                    <a:pt x="1920" y="8669"/>
                  </a:lnTo>
                  <a:lnTo>
                    <a:pt x="1920" y="8669"/>
                  </a:lnTo>
                  <a:lnTo>
                    <a:pt x="2211" y="8669"/>
                  </a:lnTo>
                  <a:lnTo>
                    <a:pt x="2443" y="8552"/>
                  </a:lnTo>
                  <a:lnTo>
                    <a:pt x="2676" y="8436"/>
                  </a:lnTo>
                  <a:lnTo>
                    <a:pt x="2851" y="8262"/>
                  </a:lnTo>
                  <a:lnTo>
                    <a:pt x="3025" y="8087"/>
                  </a:lnTo>
                  <a:lnTo>
                    <a:pt x="3141" y="7854"/>
                  </a:lnTo>
                  <a:lnTo>
                    <a:pt x="3258" y="7622"/>
                  </a:lnTo>
                  <a:lnTo>
                    <a:pt x="3258" y="7331"/>
                  </a:lnTo>
                  <a:lnTo>
                    <a:pt x="3258" y="7331"/>
                  </a:lnTo>
                  <a:lnTo>
                    <a:pt x="3258" y="7331"/>
                  </a:lnTo>
                  <a:lnTo>
                    <a:pt x="3607" y="7331"/>
                  </a:lnTo>
                  <a:lnTo>
                    <a:pt x="3607" y="7331"/>
                  </a:lnTo>
                  <a:lnTo>
                    <a:pt x="3665" y="7214"/>
                  </a:lnTo>
                  <a:lnTo>
                    <a:pt x="3665" y="7214"/>
                  </a:lnTo>
                  <a:lnTo>
                    <a:pt x="4945" y="7389"/>
                  </a:lnTo>
                  <a:lnTo>
                    <a:pt x="4945" y="7389"/>
                  </a:lnTo>
                  <a:lnTo>
                    <a:pt x="5759" y="7447"/>
                  </a:lnTo>
                  <a:lnTo>
                    <a:pt x="6690" y="7447"/>
                  </a:lnTo>
                  <a:lnTo>
                    <a:pt x="7912" y="7447"/>
                  </a:lnTo>
                  <a:lnTo>
                    <a:pt x="7912" y="7447"/>
                  </a:lnTo>
                  <a:lnTo>
                    <a:pt x="8261" y="7273"/>
                  </a:lnTo>
                  <a:lnTo>
                    <a:pt x="8843" y="6865"/>
                  </a:lnTo>
                  <a:lnTo>
                    <a:pt x="8843" y="6865"/>
                  </a:lnTo>
                  <a:lnTo>
                    <a:pt x="8726" y="7273"/>
                  </a:lnTo>
                  <a:lnTo>
                    <a:pt x="8668" y="7505"/>
                  </a:lnTo>
                  <a:lnTo>
                    <a:pt x="8668" y="7505"/>
                  </a:lnTo>
                  <a:lnTo>
                    <a:pt x="9192" y="7505"/>
                  </a:lnTo>
                  <a:lnTo>
                    <a:pt x="9192" y="7505"/>
                  </a:lnTo>
                  <a:lnTo>
                    <a:pt x="9192" y="7738"/>
                  </a:lnTo>
                  <a:lnTo>
                    <a:pt x="9308" y="7971"/>
                  </a:lnTo>
                  <a:lnTo>
                    <a:pt x="9424" y="8145"/>
                  </a:lnTo>
                  <a:lnTo>
                    <a:pt x="9599" y="8320"/>
                  </a:lnTo>
                  <a:lnTo>
                    <a:pt x="9774" y="8494"/>
                  </a:lnTo>
                  <a:lnTo>
                    <a:pt x="10006" y="8611"/>
                  </a:lnTo>
                  <a:lnTo>
                    <a:pt x="10239" y="8669"/>
                  </a:lnTo>
                  <a:lnTo>
                    <a:pt x="10530" y="8669"/>
                  </a:lnTo>
                  <a:lnTo>
                    <a:pt x="10530" y="8669"/>
                  </a:lnTo>
                  <a:lnTo>
                    <a:pt x="10763" y="8669"/>
                  </a:lnTo>
                  <a:lnTo>
                    <a:pt x="11053" y="8552"/>
                  </a:lnTo>
                  <a:lnTo>
                    <a:pt x="11228" y="8436"/>
                  </a:lnTo>
                  <a:lnTo>
                    <a:pt x="11461" y="8262"/>
                  </a:lnTo>
                  <a:lnTo>
                    <a:pt x="11635" y="8087"/>
                  </a:lnTo>
                  <a:lnTo>
                    <a:pt x="11752" y="7854"/>
                  </a:lnTo>
                  <a:lnTo>
                    <a:pt x="11810" y="7622"/>
                  </a:lnTo>
                  <a:lnTo>
                    <a:pt x="11868" y="7331"/>
                  </a:lnTo>
                  <a:lnTo>
                    <a:pt x="11868" y="7331"/>
                  </a:lnTo>
                  <a:lnTo>
                    <a:pt x="11810" y="7098"/>
                  </a:lnTo>
                  <a:lnTo>
                    <a:pt x="11752" y="6865"/>
                  </a:lnTo>
                  <a:lnTo>
                    <a:pt x="11752" y="6865"/>
                  </a:lnTo>
                  <a:lnTo>
                    <a:pt x="12275" y="6865"/>
                  </a:lnTo>
                  <a:lnTo>
                    <a:pt x="12275" y="6865"/>
                  </a:lnTo>
                  <a:lnTo>
                    <a:pt x="12217" y="6574"/>
                  </a:lnTo>
                  <a:lnTo>
                    <a:pt x="12101" y="6284"/>
                  </a:lnTo>
                  <a:lnTo>
                    <a:pt x="11926" y="5993"/>
                  </a:lnTo>
                  <a:lnTo>
                    <a:pt x="11926" y="5993"/>
                  </a:lnTo>
                  <a:lnTo>
                    <a:pt x="11984" y="5818"/>
                  </a:lnTo>
                  <a:lnTo>
                    <a:pt x="11984" y="5702"/>
                  </a:lnTo>
                  <a:lnTo>
                    <a:pt x="11984" y="5702"/>
                  </a:lnTo>
                  <a:close/>
                  <a:moveTo>
                    <a:pt x="8086" y="931"/>
                  </a:moveTo>
                  <a:lnTo>
                    <a:pt x="8086" y="931"/>
                  </a:lnTo>
                  <a:lnTo>
                    <a:pt x="8203" y="757"/>
                  </a:lnTo>
                  <a:lnTo>
                    <a:pt x="8261" y="582"/>
                  </a:lnTo>
                  <a:lnTo>
                    <a:pt x="8261" y="582"/>
                  </a:lnTo>
                  <a:lnTo>
                    <a:pt x="8319" y="641"/>
                  </a:lnTo>
                  <a:lnTo>
                    <a:pt x="8435" y="699"/>
                  </a:lnTo>
                  <a:lnTo>
                    <a:pt x="8435" y="699"/>
                  </a:lnTo>
                  <a:lnTo>
                    <a:pt x="8435" y="1048"/>
                  </a:lnTo>
                  <a:lnTo>
                    <a:pt x="8435" y="1630"/>
                  </a:lnTo>
                  <a:lnTo>
                    <a:pt x="8435" y="1630"/>
                  </a:lnTo>
                  <a:lnTo>
                    <a:pt x="8086" y="931"/>
                  </a:lnTo>
                  <a:lnTo>
                    <a:pt x="8086" y="931"/>
                  </a:lnTo>
                  <a:close/>
                </a:path>
              </a:pathLst>
            </a:custGeom>
            <a:solidFill>
              <a:schemeClr val="accent4"/>
            </a:solidFill>
            <a:ln w="76200" cap="flat" cmpd="sng">
              <a:solidFill>
                <a:schemeClr val="accent4"/>
              </a:solidFill>
              <a:prstDash val="solid"/>
              <a:round/>
              <a:headEnd type="none" w="sm" len="sm"/>
              <a:tailEnd type="none" w="sm" len="sm"/>
            </a:ln>
            <a:effectLst>
              <a:outerShdw blurRad="57150" algn="bl" rotWithShape="0">
                <a:schemeClr val="dk1">
                  <a:alpha val="2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81" name="Google Shape;1081;p38"/>
            <p:cNvGrpSpPr/>
            <p:nvPr/>
          </p:nvGrpSpPr>
          <p:grpSpPr>
            <a:xfrm>
              <a:off x="3177787" y="4179063"/>
              <a:ext cx="1073628" cy="758169"/>
              <a:chOff x="4008525" y="1912125"/>
              <a:chExt cx="306900" cy="216725"/>
            </a:xfrm>
          </p:grpSpPr>
          <p:sp>
            <p:nvSpPr>
              <p:cNvPr id="1082" name="Google Shape;1082;p38"/>
              <p:cNvSpPr/>
              <p:nvPr/>
            </p:nvSpPr>
            <p:spPr>
              <a:xfrm>
                <a:off x="4255750" y="2032850"/>
                <a:ext cx="8750" cy="11650"/>
              </a:xfrm>
              <a:custGeom>
                <a:avLst/>
                <a:gdLst/>
                <a:ahLst/>
                <a:cxnLst/>
                <a:rect l="l" t="t" r="r" b="b"/>
                <a:pathLst>
                  <a:path w="350" h="466" extrusionOk="0">
                    <a:moveTo>
                      <a:pt x="1" y="0"/>
                    </a:moveTo>
                    <a:lnTo>
                      <a:pt x="59" y="233"/>
                    </a:lnTo>
                    <a:lnTo>
                      <a:pt x="117" y="407"/>
                    </a:lnTo>
                    <a:lnTo>
                      <a:pt x="175" y="466"/>
                    </a:lnTo>
                    <a:lnTo>
                      <a:pt x="234" y="466"/>
                    </a:lnTo>
                    <a:lnTo>
                      <a:pt x="292" y="407"/>
                    </a:lnTo>
                    <a:lnTo>
                      <a:pt x="350" y="349"/>
                    </a:lnTo>
                    <a:lnTo>
                      <a:pt x="350" y="233"/>
                    </a:lnTo>
                    <a:lnTo>
                      <a:pt x="350" y="117"/>
                    </a:lnTo>
                    <a:lnTo>
                      <a:pt x="234" y="58"/>
                    </a:lnTo>
                    <a:lnTo>
                      <a:pt x="11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1083;p38"/>
              <p:cNvSpPr/>
              <p:nvPr/>
            </p:nvSpPr>
            <p:spPr>
              <a:xfrm>
                <a:off x="4252850" y="2029925"/>
                <a:ext cx="8750" cy="18950"/>
              </a:xfrm>
              <a:custGeom>
                <a:avLst/>
                <a:gdLst/>
                <a:ahLst/>
                <a:cxnLst/>
                <a:rect l="l" t="t" r="r" b="b"/>
                <a:pathLst>
                  <a:path w="350" h="758" extrusionOk="0">
                    <a:moveTo>
                      <a:pt x="1" y="1"/>
                    </a:moveTo>
                    <a:lnTo>
                      <a:pt x="233" y="757"/>
                    </a:lnTo>
                    <a:lnTo>
                      <a:pt x="291" y="757"/>
                    </a:lnTo>
                    <a:lnTo>
                      <a:pt x="350" y="699"/>
                    </a:lnTo>
                    <a:lnTo>
                      <a:pt x="350" y="641"/>
                    </a:lnTo>
                    <a:lnTo>
                      <a:pt x="291" y="350"/>
                    </a:lnTo>
                    <a:lnTo>
                      <a:pt x="117" y="59"/>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 name="Google Shape;1084;p38"/>
              <p:cNvSpPr/>
              <p:nvPr/>
            </p:nvSpPr>
            <p:spPr>
              <a:xfrm>
                <a:off x="4015775" y="2019750"/>
                <a:ext cx="16025" cy="20400"/>
              </a:xfrm>
              <a:custGeom>
                <a:avLst/>
                <a:gdLst/>
                <a:ahLst/>
                <a:cxnLst/>
                <a:rect l="l" t="t" r="r" b="b"/>
                <a:pathLst>
                  <a:path w="641" h="816" extrusionOk="0">
                    <a:moveTo>
                      <a:pt x="408" y="1"/>
                    </a:moveTo>
                    <a:lnTo>
                      <a:pt x="234" y="59"/>
                    </a:lnTo>
                    <a:lnTo>
                      <a:pt x="117" y="117"/>
                    </a:lnTo>
                    <a:lnTo>
                      <a:pt x="59" y="292"/>
                    </a:lnTo>
                    <a:lnTo>
                      <a:pt x="1" y="408"/>
                    </a:lnTo>
                    <a:lnTo>
                      <a:pt x="1" y="524"/>
                    </a:lnTo>
                    <a:lnTo>
                      <a:pt x="117" y="699"/>
                    </a:lnTo>
                    <a:lnTo>
                      <a:pt x="234" y="815"/>
                    </a:lnTo>
                    <a:lnTo>
                      <a:pt x="292" y="815"/>
                    </a:lnTo>
                    <a:lnTo>
                      <a:pt x="524" y="524"/>
                    </a:lnTo>
                    <a:lnTo>
                      <a:pt x="641" y="292"/>
                    </a:lnTo>
                    <a:lnTo>
                      <a:pt x="641" y="175"/>
                    </a:lnTo>
                    <a:lnTo>
                      <a:pt x="641" y="117"/>
                    </a:lnTo>
                    <a:lnTo>
                      <a:pt x="583" y="59"/>
                    </a:lnTo>
                    <a:lnTo>
                      <a:pt x="40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 name="Google Shape;1085;p38"/>
              <p:cNvSpPr/>
              <p:nvPr/>
            </p:nvSpPr>
            <p:spPr>
              <a:xfrm>
                <a:off x="4212125" y="2022650"/>
                <a:ext cx="27650" cy="59675"/>
              </a:xfrm>
              <a:custGeom>
                <a:avLst/>
                <a:gdLst/>
                <a:ahLst/>
                <a:cxnLst/>
                <a:rect l="l" t="t" r="r" b="b"/>
                <a:pathLst>
                  <a:path w="1106" h="2387" extrusionOk="0">
                    <a:moveTo>
                      <a:pt x="815" y="1"/>
                    </a:moveTo>
                    <a:lnTo>
                      <a:pt x="466" y="176"/>
                    </a:lnTo>
                    <a:lnTo>
                      <a:pt x="233" y="350"/>
                    </a:lnTo>
                    <a:lnTo>
                      <a:pt x="1" y="525"/>
                    </a:lnTo>
                    <a:lnTo>
                      <a:pt x="1" y="699"/>
                    </a:lnTo>
                    <a:lnTo>
                      <a:pt x="1" y="932"/>
                    </a:lnTo>
                    <a:lnTo>
                      <a:pt x="175" y="1572"/>
                    </a:lnTo>
                    <a:lnTo>
                      <a:pt x="408" y="2386"/>
                    </a:lnTo>
                    <a:lnTo>
                      <a:pt x="757" y="2037"/>
                    </a:lnTo>
                    <a:lnTo>
                      <a:pt x="931" y="1688"/>
                    </a:lnTo>
                    <a:lnTo>
                      <a:pt x="1048" y="1455"/>
                    </a:lnTo>
                    <a:lnTo>
                      <a:pt x="1106" y="1223"/>
                    </a:lnTo>
                    <a:lnTo>
                      <a:pt x="1106" y="990"/>
                    </a:lnTo>
                    <a:lnTo>
                      <a:pt x="1106" y="757"/>
                    </a:lnTo>
                    <a:lnTo>
                      <a:pt x="990" y="350"/>
                    </a:lnTo>
                    <a:lnTo>
                      <a:pt x="81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 name="Google Shape;1086;p38"/>
              <p:cNvSpPr/>
              <p:nvPr/>
            </p:nvSpPr>
            <p:spPr>
              <a:xfrm>
                <a:off x="4215025" y="1970300"/>
                <a:ext cx="21850" cy="80025"/>
              </a:xfrm>
              <a:custGeom>
                <a:avLst/>
                <a:gdLst/>
                <a:ahLst/>
                <a:cxnLst/>
                <a:rect l="l" t="t" r="r" b="b"/>
                <a:pathLst>
                  <a:path w="874" h="3201" extrusionOk="0">
                    <a:moveTo>
                      <a:pt x="234" y="1"/>
                    </a:moveTo>
                    <a:lnTo>
                      <a:pt x="1" y="59"/>
                    </a:lnTo>
                    <a:lnTo>
                      <a:pt x="350" y="1455"/>
                    </a:lnTo>
                    <a:lnTo>
                      <a:pt x="757" y="3142"/>
                    </a:lnTo>
                    <a:lnTo>
                      <a:pt x="815" y="3200"/>
                    </a:lnTo>
                    <a:lnTo>
                      <a:pt x="815" y="3142"/>
                    </a:lnTo>
                    <a:lnTo>
                      <a:pt x="874" y="2793"/>
                    </a:lnTo>
                    <a:lnTo>
                      <a:pt x="874" y="1920"/>
                    </a:lnTo>
                    <a:lnTo>
                      <a:pt x="757" y="1513"/>
                    </a:lnTo>
                    <a:lnTo>
                      <a:pt x="525" y="873"/>
                    </a:lnTo>
                    <a:lnTo>
                      <a:pt x="23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 name="Google Shape;1087;p38"/>
              <p:cNvSpPr/>
              <p:nvPr/>
            </p:nvSpPr>
            <p:spPr>
              <a:xfrm>
                <a:off x="4012875" y="1970300"/>
                <a:ext cx="248725" cy="128025"/>
              </a:xfrm>
              <a:custGeom>
                <a:avLst/>
                <a:gdLst/>
                <a:ahLst/>
                <a:cxnLst/>
                <a:rect l="l" t="t" r="r" b="b"/>
                <a:pathLst>
                  <a:path w="9949" h="5121" extrusionOk="0">
                    <a:moveTo>
                      <a:pt x="8261" y="1"/>
                    </a:moveTo>
                    <a:lnTo>
                      <a:pt x="8261" y="59"/>
                    </a:lnTo>
                    <a:lnTo>
                      <a:pt x="8494" y="757"/>
                    </a:lnTo>
                    <a:lnTo>
                      <a:pt x="8785" y="1571"/>
                    </a:lnTo>
                    <a:lnTo>
                      <a:pt x="8785" y="1920"/>
                    </a:lnTo>
                    <a:lnTo>
                      <a:pt x="8785" y="2328"/>
                    </a:lnTo>
                    <a:lnTo>
                      <a:pt x="8785" y="3084"/>
                    </a:lnTo>
                    <a:lnTo>
                      <a:pt x="8785" y="3317"/>
                    </a:lnTo>
                    <a:lnTo>
                      <a:pt x="8785" y="3549"/>
                    </a:lnTo>
                    <a:lnTo>
                      <a:pt x="8727" y="3782"/>
                    </a:lnTo>
                    <a:lnTo>
                      <a:pt x="8611" y="4015"/>
                    </a:lnTo>
                    <a:lnTo>
                      <a:pt x="8378" y="4247"/>
                    </a:lnTo>
                    <a:lnTo>
                      <a:pt x="8029" y="4480"/>
                    </a:lnTo>
                    <a:lnTo>
                      <a:pt x="7563" y="4597"/>
                    </a:lnTo>
                    <a:lnTo>
                      <a:pt x="7040" y="4713"/>
                    </a:lnTo>
                    <a:lnTo>
                      <a:pt x="6342" y="4713"/>
                    </a:lnTo>
                    <a:lnTo>
                      <a:pt x="5527" y="4655"/>
                    </a:lnTo>
                    <a:lnTo>
                      <a:pt x="4829" y="4597"/>
                    </a:lnTo>
                    <a:lnTo>
                      <a:pt x="4364" y="4480"/>
                    </a:lnTo>
                    <a:lnTo>
                      <a:pt x="4189" y="4364"/>
                    </a:lnTo>
                    <a:lnTo>
                      <a:pt x="4015" y="4189"/>
                    </a:lnTo>
                    <a:lnTo>
                      <a:pt x="3956" y="3957"/>
                    </a:lnTo>
                    <a:lnTo>
                      <a:pt x="4015" y="3724"/>
                    </a:lnTo>
                    <a:lnTo>
                      <a:pt x="4247" y="2677"/>
                    </a:lnTo>
                    <a:lnTo>
                      <a:pt x="4364" y="2095"/>
                    </a:lnTo>
                    <a:lnTo>
                      <a:pt x="4422" y="1862"/>
                    </a:lnTo>
                    <a:lnTo>
                      <a:pt x="4364" y="1688"/>
                    </a:lnTo>
                    <a:lnTo>
                      <a:pt x="4247" y="1630"/>
                    </a:lnTo>
                    <a:lnTo>
                      <a:pt x="3898" y="1513"/>
                    </a:lnTo>
                    <a:lnTo>
                      <a:pt x="2909" y="1397"/>
                    </a:lnTo>
                    <a:lnTo>
                      <a:pt x="1455" y="1397"/>
                    </a:lnTo>
                    <a:lnTo>
                      <a:pt x="1222" y="1455"/>
                    </a:lnTo>
                    <a:lnTo>
                      <a:pt x="1048" y="1630"/>
                    </a:lnTo>
                    <a:lnTo>
                      <a:pt x="815" y="1920"/>
                    </a:lnTo>
                    <a:lnTo>
                      <a:pt x="408" y="2677"/>
                    </a:lnTo>
                    <a:lnTo>
                      <a:pt x="117" y="3491"/>
                    </a:lnTo>
                    <a:lnTo>
                      <a:pt x="1" y="3840"/>
                    </a:lnTo>
                    <a:lnTo>
                      <a:pt x="1" y="4073"/>
                    </a:lnTo>
                    <a:lnTo>
                      <a:pt x="1280" y="4306"/>
                    </a:lnTo>
                    <a:lnTo>
                      <a:pt x="2211" y="4538"/>
                    </a:lnTo>
                    <a:lnTo>
                      <a:pt x="2793" y="4713"/>
                    </a:lnTo>
                    <a:lnTo>
                      <a:pt x="3084" y="4829"/>
                    </a:lnTo>
                    <a:lnTo>
                      <a:pt x="3491" y="4887"/>
                    </a:lnTo>
                    <a:lnTo>
                      <a:pt x="4771" y="5062"/>
                    </a:lnTo>
                    <a:lnTo>
                      <a:pt x="5585" y="5120"/>
                    </a:lnTo>
                    <a:lnTo>
                      <a:pt x="6516" y="5120"/>
                    </a:lnTo>
                    <a:lnTo>
                      <a:pt x="7738" y="5062"/>
                    </a:lnTo>
                    <a:lnTo>
                      <a:pt x="7854" y="5004"/>
                    </a:lnTo>
                    <a:lnTo>
                      <a:pt x="8087" y="4887"/>
                    </a:lnTo>
                    <a:lnTo>
                      <a:pt x="8669" y="4480"/>
                    </a:lnTo>
                    <a:lnTo>
                      <a:pt x="9250" y="4073"/>
                    </a:lnTo>
                    <a:lnTo>
                      <a:pt x="9658" y="3666"/>
                    </a:lnTo>
                    <a:lnTo>
                      <a:pt x="9832" y="3433"/>
                    </a:lnTo>
                    <a:lnTo>
                      <a:pt x="9890" y="3258"/>
                    </a:lnTo>
                    <a:lnTo>
                      <a:pt x="9949" y="3142"/>
                    </a:lnTo>
                    <a:lnTo>
                      <a:pt x="9890" y="3084"/>
                    </a:lnTo>
                    <a:lnTo>
                      <a:pt x="9774" y="2677"/>
                    </a:lnTo>
                    <a:lnTo>
                      <a:pt x="9600" y="2270"/>
                    </a:lnTo>
                    <a:lnTo>
                      <a:pt x="9425" y="2211"/>
                    </a:lnTo>
                    <a:lnTo>
                      <a:pt x="9250" y="2095"/>
                    </a:lnTo>
                    <a:lnTo>
                      <a:pt x="9076" y="1804"/>
                    </a:lnTo>
                    <a:lnTo>
                      <a:pt x="8843" y="1281"/>
                    </a:lnTo>
                    <a:lnTo>
                      <a:pt x="8611" y="699"/>
                    </a:lnTo>
                    <a:lnTo>
                      <a:pt x="843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1088;p38"/>
              <p:cNvSpPr/>
              <p:nvPr/>
            </p:nvSpPr>
            <p:spPr>
              <a:xfrm>
                <a:off x="4037600" y="1984850"/>
                <a:ext cx="94550" cy="36375"/>
              </a:xfrm>
              <a:custGeom>
                <a:avLst/>
                <a:gdLst/>
                <a:ahLst/>
                <a:cxnLst/>
                <a:rect l="l" t="t" r="r" b="b"/>
                <a:pathLst>
                  <a:path w="3782" h="1455" extrusionOk="0">
                    <a:moveTo>
                      <a:pt x="233" y="0"/>
                    </a:moveTo>
                    <a:lnTo>
                      <a:pt x="117" y="117"/>
                    </a:lnTo>
                    <a:lnTo>
                      <a:pt x="59" y="233"/>
                    </a:lnTo>
                    <a:lnTo>
                      <a:pt x="1" y="582"/>
                    </a:lnTo>
                    <a:lnTo>
                      <a:pt x="59" y="873"/>
                    </a:lnTo>
                    <a:lnTo>
                      <a:pt x="59" y="1048"/>
                    </a:lnTo>
                    <a:lnTo>
                      <a:pt x="408" y="1106"/>
                    </a:lnTo>
                    <a:lnTo>
                      <a:pt x="1280" y="1280"/>
                    </a:lnTo>
                    <a:lnTo>
                      <a:pt x="2386" y="1397"/>
                    </a:lnTo>
                    <a:lnTo>
                      <a:pt x="2909" y="1455"/>
                    </a:lnTo>
                    <a:lnTo>
                      <a:pt x="3433" y="1397"/>
                    </a:lnTo>
                    <a:lnTo>
                      <a:pt x="3607" y="1164"/>
                    </a:lnTo>
                    <a:lnTo>
                      <a:pt x="3724" y="931"/>
                    </a:lnTo>
                    <a:lnTo>
                      <a:pt x="3782" y="699"/>
                    </a:lnTo>
                    <a:lnTo>
                      <a:pt x="3724" y="640"/>
                    </a:lnTo>
                    <a:lnTo>
                      <a:pt x="3549" y="582"/>
                    </a:lnTo>
                    <a:lnTo>
                      <a:pt x="3026" y="466"/>
                    </a:lnTo>
                    <a:lnTo>
                      <a:pt x="2037" y="291"/>
                    </a:lnTo>
                    <a:lnTo>
                      <a:pt x="1164" y="59"/>
                    </a:lnTo>
                    <a:lnTo>
                      <a:pt x="64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1089;p38"/>
              <p:cNvSpPr/>
              <p:nvPr/>
            </p:nvSpPr>
            <p:spPr>
              <a:xfrm>
                <a:off x="4236850" y="2061925"/>
                <a:ext cx="68375" cy="66925"/>
              </a:xfrm>
              <a:custGeom>
                <a:avLst/>
                <a:gdLst/>
                <a:ahLst/>
                <a:cxnLst/>
                <a:rect l="l" t="t" r="r" b="b"/>
                <a:pathLst>
                  <a:path w="2735" h="2677" extrusionOk="0">
                    <a:moveTo>
                      <a:pt x="1106" y="1"/>
                    </a:moveTo>
                    <a:lnTo>
                      <a:pt x="873" y="59"/>
                    </a:lnTo>
                    <a:lnTo>
                      <a:pt x="641" y="175"/>
                    </a:lnTo>
                    <a:lnTo>
                      <a:pt x="408" y="350"/>
                    </a:lnTo>
                    <a:lnTo>
                      <a:pt x="233" y="582"/>
                    </a:lnTo>
                    <a:lnTo>
                      <a:pt x="117" y="815"/>
                    </a:lnTo>
                    <a:lnTo>
                      <a:pt x="59" y="1048"/>
                    </a:lnTo>
                    <a:lnTo>
                      <a:pt x="1" y="1339"/>
                    </a:lnTo>
                    <a:lnTo>
                      <a:pt x="59" y="1571"/>
                    </a:lnTo>
                    <a:lnTo>
                      <a:pt x="117" y="1862"/>
                    </a:lnTo>
                    <a:lnTo>
                      <a:pt x="233" y="2095"/>
                    </a:lnTo>
                    <a:lnTo>
                      <a:pt x="408" y="2270"/>
                    </a:lnTo>
                    <a:lnTo>
                      <a:pt x="641" y="2444"/>
                    </a:lnTo>
                    <a:lnTo>
                      <a:pt x="873" y="2560"/>
                    </a:lnTo>
                    <a:lnTo>
                      <a:pt x="1106" y="2619"/>
                    </a:lnTo>
                    <a:lnTo>
                      <a:pt x="1397" y="2677"/>
                    </a:lnTo>
                    <a:lnTo>
                      <a:pt x="1630" y="2619"/>
                    </a:lnTo>
                    <a:lnTo>
                      <a:pt x="1920" y="2560"/>
                    </a:lnTo>
                    <a:lnTo>
                      <a:pt x="2095" y="2444"/>
                    </a:lnTo>
                    <a:lnTo>
                      <a:pt x="2328" y="2270"/>
                    </a:lnTo>
                    <a:lnTo>
                      <a:pt x="2502" y="2095"/>
                    </a:lnTo>
                    <a:lnTo>
                      <a:pt x="2619" y="1862"/>
                    </a:lnTo>
                    <a:lnTo>
                      <a:pt x="2677" y="1571"/>
                    </a:lnTo>
                    <a:lnTo>
                      <a:pt x="2735" y="1339"/>
                    </a:lnTo>
                    <a:lnTo>
                      <a:pt x="2677" y="1048"/>
                    </a:lnTo>
                    <a:lnTo>
                      <a:pt x="2619" y="815"/>
                    </a:lnTo>
                    <a:lnTo>
                      <a:pt x="2502" y="582"/>
                    </a:lnTo>
                    <a:lnTo>
                      <a:pt x="2328" y="350"/>
                    </a:lnTo>
                    <a:lnTo>
                      <a:pt x="2095" y="175"/>
                    </a:lnTo>
                    <a:lnTo>
                      <a:pt x="1920" y="59"/>
                    </a:lnTo>
                    <a:lnTo>
                      <a:pt x="163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1090;p38"/>
              <p:cNvSpPr/>
              <p:nvPr/>
            </p:nvSpPr>
            <p:spPr>
              <a:xfrm>
                <a:off x="4252850" y="2076475"/>
                <a:ext cx="36375" cy="36375"/>
              </a:xfrm>
              <a:custGeom>
                <a:avLst/>
                <a:gdLst/>
                <a:ahLst/>
                <a:cxnLst/>
                <a:rect l="l" t="t" r="r" b="b"/>
                <a:pathLst>
                  <a:path w="1455" h="1455" extrusionOk="0">
                    <a:moveTo>
                      <a:pt x="757" y="0"/>
                    </a:moveTo>
                    <a:lnTo>
                      <a:pt x="466" y="59"/>
                    </a:lnTo>
                    <a:lnTo>
                      <a:pt x="233" y="233"/>
                    </a:lnTo>
                    <a:lnTo>
                      <a:pt x="59" y="466"/>
                    </a:lnTo>
                    <a:lnTo>
                      <a:pt x="1" y="757"/>
                    </a:lnTo>
                    <a:lnTo>
                      <a:pt x="59" y="989"/>
                    </a:lnTo>
                    <a:lnTo>
                      <a:pt x="233" y="1222"/>
                    </a:lnTo>
                    <a:lnTo>
                      <a:pt x="466" y="1397"/>
                    </a:lnTo>
                    <a:lnTo>
                      <a:pt x="757" y="1455"/>
                    </a:lnTo>
                    <a:lnTo>
                      <a:pt x="990" y="1397"/>
                    </a:lnTo>
                    <a:lnTo>
                      <a:pt x="1222" y="1222"/>
                    </a:lnTo>
                    <a:lnTo>
                      <a:pt x="1397" y="989"/>
                    </a:lnTo>
                    <a:lnTo>
                      <a:pt x="1455" y="757"/>
                    </a:lnTo>
                    <a:lnTo>
                      <a:pt x="1397" y="466"/>
                    </a:lnTo>
                    <a:lnTo>
                      <a:pt x="1222" y="233"/>
                    </a:lnTo>
                    <a:lnTo>
                      <a:pt x="990" y="59"/>
                    </a:lnTo>
                    <a:lnTo>
                      <a:pt x="75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1091;p38"/>
              <p:cNvSpPr/>
              <p:nvPr/>
            </p:nvSpPr>
            <p:spPr>
              <a:xfrm>
                <a:off x="4258675" y="2082300"/>
                <a:ext cx="24750" cy="24750"/>
              </a:xfrm>
              <a:custGeom>
                <a:avLst/>
                <a:gdLst/>
                <a:ahLst/>
                <a:cxnLst/>
                <a:rect l="l" t="t" r="r" b="b"/>
                <a:pathLst>
                  <a:path w="990" h="990" extrusionOk="0">
                    <a:moveTo>
                      <a:pt x="524" y="0"/>
                    </a:moveTo>
                    <a:lnTo>
                      <a:pt x="291" y="58"/>
                    </a:lnTo>
                    <a:lnTo>
                      <a:pt x="175" y="175"/>
                    </a:lnTo>
                    <a:lnTo>
                      <a:pt x="58" y="291"/>
                    </a:lnTo>
                    <a:lnTo>
                      <a:pt x="0" y="524"/>
                    </a:lnTo>
                    <a:lnTo>
                      <a:pt x="58" y="698"/>
                    </a:lnTo>
                    <a:lnTo>
                      <a:pt x="175" y="873"/>
                    </a:lnTo>
                    <a:lnTo>
                      <a:pt x="291" y="931"/>
                    </a:lnTo>
                    <a:lnTo>
                      <a:pt x="524" y="989"/>
                    </a:lnTo>
                    <a:lnTo>
                      <a:pt x="698" y="931"/>
                    </a:lnTo>
                    <a:lnTo>
                      <a:pt x="815" y="873"/>
                    </a:lnTo>
                    <a:lnTo>
                      <a:pt x="931" y="698"/>
                    </a:lnTo>
                    <a:lnTo>
                      <a:pt x="989" y="524"/>
                    </a:lnTo>
                    <a:lnTo>
                      <a:pt x="931" y="291"/>
                    </a:lnTo>
                    <a:lnTo>
                      <a:pt x="815" y="175"/>
                    </a:lnTo>
                    <a:lnTo>
                      <a:pt x="698" y="58"/>
                    </a:lnTo>
                    <a:lnTo>
                      <a:pt x="52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1092;p38"/>
              <p:cNvSpPr/>
              <p:nvPr/>
            </p:nvSpPr>
            <p:spPr>
              <a:xfrm>
                <a:off x="4265950" y="2047375"/>
                <a:ext cx="42200" cy="17500"/>
              </a:xfrm>
              <a:custGeom>
                <a:avLst/>
                <a:gdLst/>
                <a:ahLst/>
                <a:cxnLst/>
                <a:rect l="l" t="t" r="r" b="b"/>
                <a:pathLst>
                  <a:path w="1688" h="700" extrusionOk="0">
                    <a:moveTo>
                      <a:pt x="233" y="1"/>
                    </a:moveTo>
                    <a:lnTo>
                      <a:pt x="0" y="59"/>
                    </a:lnTo>
                    <a:lnTo>
                      <a:pt x="175" y="59"/>
                    </a:lnTo>
                    <a:lnTo>
                      <a:pt x="582" y="175"/>
                    </a:lnTo>
                    <a:lnTo>
                      <a:pt x="1105" y="350"/>
                    </a:lnTo>
                    <a:lnTo>
                      <a:pt x="1338" y="525"/>
                    </a:lnTo>
                    <a:lnTo>
                      <a:pt x="1571" y="699"/>
                    </a:lnTo>
                    <a:lnTo>
                      <a:pt x="1629" y="525"/>
                    </a:lnTo>
                    <a:lnTo>
                      <a:pt x="1687" y="408"/>
                    </a:lnTo>
                    <a:lnTo>
                      <a:pt x="1687" y="292"/>
                    </a:lnTo>
                    <a:lnTo>
                      <a:pt x="1513" y="234"/>
                    </a:lnTo>
                    <a:lnTo>
                      <a:pt x="1105" y="59"/>
                    </a:lnTo>
                    <a:lnTo>
                      <a:pt x="5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1093;p38"/>
              <p:cNvSpPr/>
              <p:nvPr/>
            </p:nvSpPr>
            <p:spPr>
              <a:xfrm>
                <a:off x="4225225" y="2047375"/>
                <a:ext cx="90200" cy="52400"/>
              </a:xfrm>
              <a:custGeom>
                <a:avLst/>
                <a:gdLst/>
                <a:ahLst/>
                <a:cxnLst/>
                <a:rect l="l" t="t" r="r" b="b"/>
                <a:pathLst>
                  <a:path w="3608" h="2096" extrusionOk="0">
                    <a:moveTo>
                      <a:pt x="1920" y="1"/>
                    </a:moveTo>
                    <a:lnTo>
                      <a:pt x="1687" y="59"/>
                    </a:lnTo>
                    <a:lnTo>
                      <a:pt x="1222" y="175"/>
                    </a:lnTo>
                    <a:lnTo>
                      <a:pt x="815" y="466"/>
                    </a:lnTo>
                    <a:lnTo>
                      <a:pt x="582" y="641"/>
                    </a:lnTo>
                    <a:lnTo>
                      <a:pt x="407" y="932"/>
                    </a:lnTo>
                    <a:lnTo>
                      <a:pt x="291" y="1164"/>
                    </a:lnTo>
                    <a:lnTo>
                      <a:pt x="175" y="1397"/>
                    </a:lnTo>
                    <a:lnTo>
                      <a:pt x="58" y="1863"/>
                    </a:lnTo>
                    <a:lnTo>
                      <a:pt x="0" y="2095"/>
                    </a:lnTo>
                    <a:lnTo>
                      <a:pt x="407" y="2037"/>
                    </a:lnTo>
                    <a:lnTo>
                      <a:pt x="931" y="1979"/>
                    </a:lnTo>
                    <a:lnTo>
                      <a:pt x="1106" y="1746"/>
                    </a:lnTo>
                    <a:lnTo>
                      <a:pt x="1396" y="1572"/>
                    </a:lnTo>
                    <a:lnTo>
                      <a:pt x="1745" y="1397"/>
                    </a:lnTo>
                    <a:lnTo>
                      <a:pt x="2734" y="1397"/>
                    </a:lnTo>
                    <a:lnTo>
                      <a:pt x="3607" y="1455"/>
                    </a:lnTo>
                    <a:lnTo>
                      <a:pt x="3607" y="1281"/>
                    </a:lnTo>
                    <a:lnTo>
                      <a:pt x="3491" y="874"/>
                    </a:lnTo>
                    <a:lnTo>
                      <a:pt x="3374" y="641"/>
                    </a:lnTo>
                    <a:lnTo>
                      <a:pt x="3200" y="466"/>
                    </a:lnTo>
                    <a:lnTo>
                      <a:pt x="2967" y="234"/>
                    </a:lnTo>
                    <a:lnTo>
                      <a:pt x="2676" y="117"/>
                    </a:lnTo>
                    <a:lnTo>
                      <a:pt x="215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 name="Google Shape;1094;p38"/>
              <p:cNvSpPr/>
              <p:nvPr/>
            </p:nvSpPr>
            <p:spPr>
              <a:xfrm>
                <a:off x="4023050" y="2061925"/>
                <a:ext cx="66925" cy="66925"/>
              </a:xfrm>
              <a:custGeom>
                <a:avLst/>
                <a:gdLst/>
                <a:ahLst/>
                <a:cxnLst/>
                <a:rect l="l" t="t" r="r" b="b"/>
                <a:pathLst>
                  <a:path w="2677" h="2677" extrusionOk="0">
                    <a:moveTo>
                      <a:pt x="1048" y="1"/>
                    </a:moveTo>
                    <a:lnTo>
                      <a:pt x="815" y="59"/>
                    </a:lnTo>
                    <a:lnTo>
                      <a:pt x="583" y="175"/>
                    </a:lnTo>
                    <a:lnTo>
                      <a:pt x="408" y="350"/>
                    </a:lnTo>
                    <a:lnTo>
                      <a:pt x="233" y="582"/>
                    </a:lnTo>
                    <a:lnTo>
                      <a:pt x="117" y="815"/>
                    </a:lnTo>
                    <a:lnTo>
                      <a:pt x="1" y="1048"/>
                    </a:lnTo>
                    <a:lnTo>
                      <a:pt x="1" y="1339"/>
                    </a:lnTo>
                    <a:lnTo>
                      <a:pt x="1" y="1571"/>
                    </a:lnTo>
                    <a:lnTo>
                      <a:pt x="117" y="1862"/>
                    </a:lnTo>
                    <a:lnTo>
                      <a:pt x="233" y="2095"/>
                    </a:lnTo>
                    <a:lnTo>
                      <a:pt x="408" y="2270"/>
                    </a:lnTo>
                    <a:lnTo>
                      <a:pt x="583" y="2444"/>
                    </a:lnTo>
                    <a:lnTo>
                      <a:pt x="815" y="2560"/>
                    </a:lnTo>
                    <a:lnTo>
                      <a:pt x="1048" y="2619"/>
                    </a:lnTo>
                    <a:lnTo>
                      <a:pt x="1339" y="2677"/>
                    </a:lnTo>
                    <a:lnTo>
                      <a:pt x="1630" y="2619"/>
                    </a:lnTo>
                    <a:lnTo>
                      <a:pt x="1862" y="2560"/>
                    </a:lnTo>
                    <a:lnTo>
                      <a:pt x="2095" y="2444"/>
                    </a:lnTo>
                    <a:lnTo>
                      <a:pt x="2270" y="2270"/>
                    </a:lnTo>
                    <a:lnTo>
                      <a:pt x="2444" y="2095"/>
                    </a:lnTo>
                    <a:lnTo>
                      <a:pt x="2560" y="1862"/>
                    </a:lnTo>
                    <a:lnTo>
                      <a:pt x="2677" y="1571"/>
                    </a:lnTo>
                    <a:lnTo>
                      <a:pt x="2677" y="1339"/>
                    </a:lnTo>
                    <a:lnTo>
                      <a:pt x="2677" y="1048"/>
                    </a:lnTo>
                    <a:lnTo>
                      <a:pt x="2560" y="815"/>
                    </a:lnTo>
                    <a:lnTo>
                      <a:pt x="2444" y="582"/>
                    </a:lnTo>
                    <a:lnTo>
                      <a:pt x="2270" y="350"/>
                    </a:lnTo>
                    <a:lnTo>
                      <a:pt x="2095" y="175"/>
                    </a:lnTo>
                    <a:lnTo>
                      <a:pt x="1862" y="59"/>
                    </a:lnTo>
                    <a:lnTo>
                      <a:pt x="163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1095;p38"/>
              <p:cNvSpPr/>
              <p:nvPr/>
            </p:nvSpPr>
            <p:spPr>
              <a:xfrm>
                <a:off x="4039050" y="2076475"/>
                <a:ext cx="34925" cy="36375"/>
              </a:xfrm>
              <a:custGeom>
                <a:avLst/>
                <a:gdLst/>
                <a:ahLst/>
                <a:cxnLst/>
                <a:rect l="l" t="t" r="r" b="b"/>
                <a:pathLst>
                  <a:path w="1397" h="1455" extrusionOk="0">
                    <a:moveTo>
                      <a:pt x="699" y="0"/>
                    </a:moveTo>
                    <a:lnTo>
                      <a:pt x="408" y="59"/>
                    </a:lnTo>
                    <a:lnTo>
                      <a:pt x="175" y="233"/>
                    </a:lnTo>
                    <a:lnTo>
                      <a:pt x="59" y="466"/>
                    </a:lnTo>
                    <a:lnTo>
                      <a:pt x="1" y="757"/>
                    </a:lnTo>
                    <a:lnTo>
                      <a:pt x="59" y="989"/>
                    </a:lnTo>
                    <a:lnTo>
                      <a:pt x="175" y="1222"/>
                    </a:lnTo>
                    <a:lnTo>
                      <a:pt x="408" y="1397"/>
                    </a:lnTo>
                    <a:lnTo>
                      <a:pt x="699" y="1455"/>
                    </a:lnTo>
                    <a:lnTo>
                      <a:pt x="990" y="1397"/>
                    </a:lnTo>
                    <a:lnTo>
                      <a:pt x="1222" y="1222"/>
                    </a:lnTo>
                    <a:lnTo>
                      <a:pt x="1339" y="989"/>
                    </a:lnTo>
                    <a:lnTo>
                      <a:pt x="1397" y="757"/>
                    </a:lnTo>
                    <a:lnTo>
                      <a:pt x="1339" y="466"/>
                    </a:lnTo>
                    <a:lnTo>
                      <a:pt x="1222" y="233"/>
                    </a:lnTo>
                    <a:lnTo>
                      <a:pt x="990" y="59"/>
                    </a:lnTo>
                    <a:lnTo>
                      <a:pt x="69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1096;p38"/>
              <p:cNvSpPr/>
              <p:nvPr/>
            </p:nvSpPr>
            <p:spPr>
              <a:xfrm>
                <a:off x="4044875" y="2082300"/>
                <a:ext cx="23300" cy="24750"/>
              </a:xfrm>
              <a:custGeom>
                <a:avLst/>
                <a:gdLst/>
                <a:ahLst/>
                <a:cxnLst/>
                <a:rect l="l" t="t" r="r" b="b"/>
                <a:pathLst>
                  <a:path w="932" h="990" extrusionOk="0">
                    <a:moveTo>
                      <a:pt x="466" y="0"/>
                    </a:moveTo>
                    <a:lnTo>
                      <a:pt x="291" y="58"/>
                    </a:lnTo>
                    <a:lnTo>
                      <a:pt x="117" y="175"/>
                    </a:lnTo>
                    <a:lnTo>
                      <a:pt x="0" y="291"/>
                    </a:lnTo>
                    <a:lnTo>
                      <a:pt x="0" y="524"/>
                    </a:lnTo>
                    <a:lnTo>
                      <a:pt x="0" y="698"/>
                    </a:lnTo>
                    <a:lnTo>
                      <a:pt x="117" y="873"/>
                    </a:lnTo>
                    <a:lnTo>
                      <a:pt x="291" y="931"/>
                    </a:lnTo>
                    <a:lnTo>
                      <a:pt x="466" y="989"/>
                    </a:lnTo>
                    <a:lnTo>
                      <a:pt x="640" y="931"/>
                    </a:lnTo>
                    <a:lnTo>
                      <a:pt x="815" y="873"/>
                    </a:lnTo>
                    <a:lnTo>
                      <a:pt x="931" y="698"/>
                    </a:lnTo>
                    <a:lnTo>
                      <a:pt x="931" y="524"/>
                    </a:lnTo>
                    <a:lnTo>
                      <a:pt x="931" y="291"/>
                    </a:lnTo>
                    <a:lnTo>
                      <a:pt x="815" y="175"/>
                    </a:lnTo>
                    <a:lnTo>
                      <a:pt x="640" y="58"/>
                    </a:lnTo>
                    <a:lnTo>
                      <a:pt x="46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1097;p38"/>
              <p:cNvSpPr/>
              <p:nvPr/>
            </p:nvSpPr>
            <p:spPr>
              <a:xfrm>
                <a:off x="4008525" y="2037200"/>
                <a:ext cx="101825" cy="58200"/>
              </a:xfrm>
              <a:custGeom>
                <a:avLst/>
                <a:gdLst/>
                <a:ahLst/>
                <a:cxnLst/>
                <a:rect l="l" t="t" r="r" b="b"/>
                <a:pathLst>
                  <a:path w="4073" h="2328" extrusionOk="0">
                    <a:moveTo>
                      <a:pt x="2153" y="1"/>
                    </a:moveTo>
                    <a:lnTo>
                      <a:pt x="1745" y="59"/>
                    </a:lnTo>
                    <a:lnTo>
                      <a:pt x="1338" y="175"/>
                    </a:lnTo>
                    <a:lnTo>
                      <a:pt x="931" y="350"/>
                    </a:lnTo>
                    <a:lnTo>
                      <a:pt x="582" y="582"/>
                    </a:lnTo>
                    <a:lnTo>
                      <a:pt x="349" y="873"/>
                    </a:lnTo>
                    <a:lnTo>
                      <a:pt x="175" y="1106"/>
                    </a:lnTo>
                    <a:lnTo>
                      <a:pt x="116" y="1339"/>
                    </a:lnTo>
                    <a:lnTo>
                      <a:pt x="0" y="1688"/>
                    </a:lnTo>
                    <a:lnTo>
                      <a:pt x="0" y="1804"/>
                    </a:lnTo>
                    <a:lnTo>
                      <a:pt x="1454" y="1804"/>
                    </a:lnTo>
                    <a:lnTo>
                      <a:pt x="1862" y="1921"/>
                    </a:lnTo>
                    <a:lnTo>
                      <a:pt x="2269" y="2037"/>
                    </a:lnTo>
                    <a:lnTo>
                      <a:pt x="2618" y="2211"/>
                    </a:lnTo>
                    <a:lnTo>
                      <a:pt x="3025" y="2270"/>
                    </a:lnTo>
                    <a:lnTo>
                      <a:pt x="3374" y="2328"/>
                    </a:lnTo>
                    <a:lnTo>
                      <a:pt x="3607" y="2328"/>
                    </a:lnTo>
                    <a:lnTo>
                      <a:pt x="3898" y="1688"/>
                    </a:lnTo>
                    <a:lnTo>
                      <a:pt x="4014" y="1222"/>
                    </a:lnTo>
                    <a:lnTo>
                      <a:pt x="4072" y="873"/>
                    </a:lnTo>
                    <a:lnTo>
                      <a:pt x="4014" y="641"/>
                    </a:lnTo>
                    <a:lnTo>
                      <a:pt x="3898" y="408"/>
                    </a:lnTo>
                    <a:lnTo>
                      <a:pt x="3781" y="175"/>
                    </a:lnTo>
                    <a:lnTo>
                      <a:pt x="3607" y="59"/>
                    </a:lnTo>
                    <a:lnTo>
                      <a:pt x="325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 name="Google Shape;1098;p38"/>
              <p:cNvSpPr/>
              <p:nvPr/>
            </p:nvSpPr>
            <p:spPr>
              <a:xfrm>
                <a:off x="4213575" y="1960125"/>
                <a:ext cx="11675" cy="16025"/>
              </a:xfrm>
              <a:custGeom>
                <a:avLst/>
                <a:gdLst/>
                <a:ahLst/>
                <a:cxnLst/>
                <a:rect l="l" t="t" r="r" b="b"/>
                <a:pathLst>
                  <a:path w="467" h="641" extrusionOk="0">
                    <a:moveTo>
                      <a:pt x="117" y="0"/>
                    </a:moveTo>
                    <a:lnTo>
                      <a:pt x="1" y="59"/>
                    </a:lnTo>
                    <a:lnTo>
                      <a:pt x="1" y="349"/>
                    </a:lnTo>
                    <a:lnTo>
                      <a:pt x="59" y="640"/>
                    </a:lnTo>
                    <a:lnTo>
                      <a:pt x="466" y="466"/>
                    </a:lnTo>
                    <a:lnTo>
                      <a:pt x="466" y="408"/>
                    </a:lnTo>
                    <a:lnTo>
                      <a:pt x="350" y="233"/>
                    </a:lnTo>
                    <a:lnTo>
                      <a:pt x="23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 name="Google Shape;1099;p38"/>
              <p:cNvSpPr/>
              <p:nvPr/>
            </p:nvSpPr>
            <p:spPr>
              <a:xfrm>
                <a:off x="4216500" y="1949950"/>
                <a:ext cx="32000" cy="24750"/>
              </a:xfrm>
              <a:custGeom>
                <a:avLst/>
                <a:gdLst/>
                <a:ahLst/>
                <a:cxnLst/>
                <a:rect l="l" t="t" r="r" b="b"/>
                <a:pathLst>
                  <a:path w="1280" h="990" extrusionOk="0">
                    <a:moveTo>
                      <a:pt x="989" y="0"/>
                    </a:moveTo>
                    <a:lnTo>
                      <a:pt x="640" y="117"/>
                    </a:lnTo>
                    <a:lnTo>
                      <a:pt x="349" y="233"/>
                    </a:lnTo>
                    <a:lnTo>
                      <a:pt x="116" y="291"/>
                    </a:lnTo>
                    <a:lnTo>
                      <a:pt x="0" y="407"/>
                    </a:lnTo>
                    <a:lnTo>
                      <a:pt x="0" y="582"/>
                    </a:lnTo>
                    <a:lnTo>
                      <a:pt x="58" y="756"/>
                    </a:lnTo>
                    <a:lnTo>
                      <a:pt x="175" y="873"/>
                    </a:lnTo>
                    <a:lnTo>
                      <a:pt x="233" y="931"/>
                    </a:lnTo>
                    <a:lnTo>
                      <a:pt x="407" y="989"/>
                    </a:lnTo>
                    <a:lnTo>
                      <a:pt x="815" y="931"/>
                    </a:lnTo>
                    <a:lnTo>
                      <a:pt x="1280" y="873"/>
                    </a:lnTo>
                    <a:lnTo>
                      <a:pt x="98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1100;p38"/>
              <p:cNvSpPr/>
              <p:nvPr/>
            </p:nvSpPr>
            <p:spPr>
              <a:xfrm>
                <a:off x="4236850" y="1948475"/>
                <a:ext cx="16025" cy="24750"/>
              </a:xfrm>
              <a:custGeom>
                <a:avLst/>
                <a:gdLst/>
                <a:ahLst/>
                <a:cxnLst/>
                <a:rect l="l" t="t" r="r" b="b"/>
                <a:pathLst>
                  <a:path w="641" h="990" extrusionOk="0">
                    <a:moveTo>
                      <a:pt x="291" y="1"/>
                    </a:moveTo>
                    <a:lnTo>
                      <a:pt x="175" y="59"/>
                    </a:lnTo>
                    <a:lnTo>
                      <a:pt x="1" y="117"/>
                    </a:lnTo>
                    <a:lnTo>
                      <a:pt x="59" y="234"/>
                    </a:lnTo>
                    <a:lnTo>
                      <a:pt x="175" y="583"/>
                    </a:lnTo>
                    <a:lnTo>
                      <a:pt x="350" y="990"/>
                    </a:lnTo>
                    <a:lnTo>
                      <a:pt x="641" y="932"/>
                    </a:lnTo>
                    <a:lnTo>
                      <a:pt x="582" y="583"/>
                    </a:lnTo>
                    <a:lnTo>
                      <a:pt x="524" y="292"/>
                    </a:lnTo>
                    <a:lnTo>
                      <a:pt x="40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1101;p38"/>
              <p:cNvSpPr/>
              <p:nvPr/>
            </p:nvSpPr>
            <p:spPr>
              <a:xfrm>
                <a:off x="4207775" y="1912125"/>
                <a:ext cx="16000" cy="45125"/>
              </a:xfrm>
              <a:custGeom>
                <a:avLst/>
                <a:gdLst/>
                <a:ahLst/>
                <a:cxnLst/>
                <a:rect l="l" t="t" r="r" b="b"/>
                <a:pathLst>
                  <a:path w="640" h="1805" extrusionOk="0">
                    <a:moveTo>
                      <a:pt x="175" y="1"/>
                    </a:moveTo>
                    <a:lnTo>
                      <a:pt x="58" y="175"/>
                    </a:lnTo>
                    <a:lnTo>
                      <a:pt x="0" y="466"/>
                    </a:lnTo>
                    <a:lnTo>
                      <a:pt x="0" y="757"/>
                    </a:lnTo>
                    <a:lnTo>
                      <a:pt x="0" y="931"/>
                    </a:lnTo>
                    <a:lnTo>
                      <a:pt x="116" y="931"/>
                    </a:lnTo>
                    <a:lnTo>
                      <a:pt x="233" y="757"/>
                    </a:lnTo>
                    <a:lnTo>
                      <a:pt x="291" y="582"/>
                    </a:lnTo>
                    <a:lnTo>
                      <a:pt x="349" y="582"/>
                    </a:lnTo>
                    <a:lnTo>
                      <a:pt x="465" y="699"/>
                    </a:lnTo>
                    <a:lnTo>
                      <a:pt x="465" y="1222"/>
                    </a:lnTo>
                    <a:lnTo>
                      <a:pt x="465" y="1746"/>
                    </a:lnTo>
                    <a:lnTo>
                      <a:pt x="582" y="1804"/>
                    </a:lnTo>
                    <a:lnTo>
                      <a:pt x="640" y="1804"/>
                    </a:lnTo>
                    <a:lnTo>
                      <a:pt x="582" y="1280"/>
                    </a:lnTo>
                    <a:lnTo>
                      <a:pt x="582" y="641"/>
                    </a:lnTo>
                    <a:lnTo>
                      <a:pt x="524" y="582"/>
                    </a:lnTo>
                    <a:lnTo>
                      <a:pt x="407" y="524"/>
                    </a:lnTo>
                    <a:lnTo>
                      <a:pt x="291" y="466"/>
                    </a:lnTo>
                    <a:lnTo>
                      <a:pt x="291" y="175"/>
                    </a:lnTo>
                    <a:lnTo>
                      <a:pt x="233" y="59"/>
                    </a:lnTo>
                    <a:lnTo>
                      <a:pt x="17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 name="Google Shape;1102;p38"/>
              <p:cNvSpPr/>
              <p:nvPr/>
            </p:nvSpPr>
            <p:spPr>
              <a:xfrm>
                <a:off x="4181575" y="1912125"/>
                <a:ext cx="42200" cy="49475"/>
              </a:xfrm>
              <a:custGeom>
                <a:avLst/>
                <a:gdLst/>
                <a:ahLst/>
                <a:cxnLst/>
                <a:rect l="l" t="t" r="r" b="b"/>
                <a:pathLst>
                  <a:path w="1688" h="1979" extrusionOk="0">
                    <a:moveTo>
                      <a:pt x="59" y="1"/>
                    </a:moveTo>
                    <a:lnTo>
                      <a:pt x="1" y="59"/>
                    </a:lnTo>
                    <a:lnTo>
                      <a:pt x="59" y="233"/>
                    </a:lnTo>
                    <a:lnTo>
                      <a:pt x="350" y="815"/>
                    </a:lnTo>
                    <a:lnTo>
                      <a:pt x="466" y="1106"/>
                    </a:lnTo>
                    <a:lnTo>
                      <a:pt x="524" y="1164"/>
                    </a:lnTo>
                    <a:lnTo>
                      <a:pt x="583" y="1164"/>
                    </a:lnTo>
                    <a:lnTo>
                      <a:pt x="699" y="1106"/>
                    </a:lnTo>
                    <a:lnTo>
                      <a:pt x="699" y="931"/>
                    </a:lnTo>
                    <a:lnTo>
                      <a:pt x="641" y="757"/>
                    </a:lnTo>
                    <a:lnTo>
                      <a:pt x="757" y="757"/>
                    </a:lnTo>
                    <a:lnTo>
                      <a:pt x="815" y="699"/>
                    </a:lnTo>
                    <a:lnTo>
                      <a:pt x="874" y="757"/>
                    </a:lnTo>
                    <a:lnTo>
                      <a:pt x="1164" y="1280"/>
                    </a:lnTo>
                    <a:lnTo>
                      <a:pt x="1397" y="1920"/>
                    </a:lnTo>
                    <a:lnTo>
                      <a:pt x="1513" y="1979"/>
                    </a:lnTo>
                    <a:lnTo>
                      <a:pt x="1688" y="1979"/>
                    </a:lnTo>
                    <a:lnTo>
                      <a:pt x="1688" y="1862"/>
                    </a:lnTo>
                    <a:lnTo>
                      <a:pt x="1339" y="1222"/>
                    </a:lnTo>
                    <a:lnTo>
                      <a:pt x="932" y="582"/>
                    </a:lnTo>
                    <a:lnTo>
                      <a:pt x="583" y="582"/>
                    </a:lnTo>
                    <a:lnTo>
                      <a:pt x="524" y="350"/>
                    </a:lnTo>
                    <a:lnTo>
                      <a:pt x="408" y="233"/>
                    </a:lnTo>
                    <a:lnTo>
                      <a:pt x="292" y="59"/>
                    </a:lnTo>
                    <a:lnTo>
                      <a:pt x="17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40" name="Google Shape;1486;p43"/>
          <p:cNvSpPr txBox="1">
            <a:spLocks noGrp="1"/>
          </p:cNvSpPr>
          <p:nvPr>
            <p:ph type="title"/>
          </p:nvPr>
        </p:nvSpPr>
        <p:spPr>
          <a:xfrm>
            <a:off x="2623074" y="3085524"/>
            <a:ext cx="3501281" cy="48573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400" dirty="0" smtClean="0"/>
              <a:t>Yes, i´m learning English here</a:t>
            </a:r>
            <a:endParaRPr sz="1400" dirty="0"/>
          </a:p>
        </p:txBody>
      </p:sp>
      <p:pic>
        <p:nvPicPr>
          <p:cNvPr id="4" name="Picture 2" descr="AIFI | Aprende Inglés | Academia Internacional de Formación en Idiomas  S.A.S. - AIFI"/>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10414" y="3575043"/>
            <a:ext cx="1042084" cy="7472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31512787"/>
      </p:ext>
    </p:extLst>
  </p:cSld>
  <p:clrMapOvr>
    <a:masterClrMapping/>
  </p:clrMapOvr>
  <p:timing>
    <p:tnLst>
      <p:par>
        <p:cTn id="1" dur="indefinite" restart="never" nodeType="tmRoot"/>
      </p:par>
    </p:tnLst>
  </p:timing>
</p:sld>
</file>

<file path=ppt/theme/theme1.xml><?xml version="1.0" encoding="utf-8"?>
<a:theme xmlns:a="http://schemas.openxmlformats.org/drawingml/2006/main" name="Language Arts for Elementary School: Say &quot;Good Morning&quot; in many languages by Slidesgo">
  <a:themeElements>
    <a:clrScheme name="Simple Light">
      <a:dk1>
        <a:srgbClr val="524371"/>
      </a:dk1>
      <a:lt1>
        <a:srgbClr val="7AE9E9"/>
      </a:lt1>
      <a:dk2>
        <a:srgbClr val="FFBF24"/>
      </a:dk2>
      <a:lt2>
        <a:srgbClr val="DA7B26"/>
      </a:lt2>
      <a:accent1>
        <a:srgbClr val="ED4040"/>
      </a:accent1>
      <a:accent2>
        <a:srgbClr val="00B29D"/>
      </a:accent2>
      <a:accent3>
        <a:srgbClr val="2C2C2C"/>
      </a:accent3>
      <a:accent4>
        <a:srgbClr val="FFFFFF"/>
      </a:accent4>
      <a:accent5>
        <a:srgbClr val="F27089"/>
      </a:accent5>
      <a:accent6>
        <a:srgbClr val="9862FE"/>
      </a:accent6>
      <a:hlink>
        <a:srgbClr val="52437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77</TotalTime>
  <Words>142</Words>
  <Application>Microsoft Office PowerPoint</Application>
  <PresentationFormat>Presentación en pantalla (16:9)</PresentationFormat>
  <Paragraphs>33</Paragraphs>
  <Slides>7</Slides>
  <Notes>7</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7</vt:i4>
      </vt:variant>
    </vt:vector>
  </HeadingPairs>
  <TitlesOfParts>
    <vt:vector size="14" baseType="lpstr">
      <vt:lpstr>Arial</vt:lpstr>
      <vt:lpstr>Nunito</vt:lpstr>
      <vt:lpstr>McLaren</vt:lpstr>
      <vt:lpstr>Wingdings</vt:lpstr>
      <vt:lpstr>Bebas Neue</vt:lpstr>
      <vt:lpstr>Nunito Light</vt:lpstr>
      <vt:lpstr>Language Arts for Elementary School: Say "Good Morning" in many languages by Slidesgo</vt:lpstr>
      <vt:lpstr>The Importance of Learning a Foreign Language</vt:lpstr>
      <vt:lpstr>¿How can speaking another language benefit individuals in their  personal or professional lives?</vt:lpstr>
      <vt:lpstr>Personal benefits</vt:lpstr>
      <vt:lpstr>Professional benefits</vt:lpstr>
      <vt:lpstr>Personal aspects in general</vt:lpstr>
      <vt:lpstr>Negative aspects</vt:lpstr>
      <vt:lpstr>¿Have you learned or are you learning a foreign language?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Importance of Learning a Foreign Language</dc:title>
  <dc:creator>JAAG</dc:creator>
  <cp:lastModifiedBy>Dan Ratia</cp:lastModifiedBy>
  <cp:revision>10</cp:revision>
  <dcterms:modified xsi:type="dcterms:W3CDTF">2025-12-14T21:23:55Z</dcterms:modified>
</cp:coreProperties>
</file>